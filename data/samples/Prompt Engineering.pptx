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32.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4"/>
  </p:notesMasterIdLst>
  <p:sldIdLst>
    <p:sldId id="361" r:id="rId2"/>
    <p:sldId id="669" r:id="rId3"/>
    <p:sldId id="305" r:id="rId4"/>
    <p:sldId id="656" r:id="rId5"/>
    <p:sldId id="364" r:id="rId6"/>
    <p:sldId id="257" r:id="rId7"/>
    <p:sldId id="653" r:id="rId8"/>
    <p:sldId id="274" r:id="rId9"/>
    <p:sldId id="374" r:id="rId10"/>
    <p:sldId id="376" r:id="rId11"/>
    <p:sldId id="366" r:id="rId12"/>
    <p:sldId id="375" r:id="rId13"/>
    <p:sldId id="387" r:id="rId14"/>
    <p:sldId id="258" r:id="rId15"/>
    <p:sldId id="261" r:id="rId16"/>
    <p:sldId id="370" r:id="rId17"/>
    <p:sldId id="675" r:id="rId18"/>
    <p:sldId id="676" r:id="rId19"/>
    <p:sldId id="655" r:id="rId20"/>
    <p:sldId id="397" r:id="rId21"/>
    <p:sldId id="398" r:id="rId22"/>
    <p:sldId id="395" r:id="rId23"/>
    <p:sldId id="396" r:id="rId24"/>
    <p:sldId id="352" r:id="rId25"/>
    <p:sldId id="386" r:id="rId26"/>
    <p:sldId id="295" r:id="rId27"/>
    <p:sldId id="337" r:id="rId28"/>
    <p:sldId id="663" r:id="rId29"/>
    <p:sldId id="654" r:id="rId30"/>
    <p:sldId id="664" r:id="rId31"/>
    <p:sldId id="665" r:id="rId32"/>
    <p:sldId id="672" r:id="rId33"/>
    <p:sldId id="264" r:id="rId34"/>
    <p:sldId id="673" r:id="rId35"/>
    <p:sldId id="263" r:id="rId36"/>
    <p:sldId id="262" r:id="rId37"/>
    <p:sldId id="260" r:id="rId38"/>
    <p:sldId id="265" r:id="rId39"/>
    <p:sldId id="277" r:id="rId40"/>
    <p:sldId id="279" r:id="rId41"/>
    <p:sldId id="280" r:id="rId42"/>
    <p:sldId id="273" r:id="rId43"/>
    <p:sldId id="272" r:id="rId44"/>
    <p:sldId id="666" r:id="rId45"/>
    <p:sldId id="400" r:id="rId46"/>
    <p:sldId id="407" r:id="rId47"/>
    <p:sldId id="651" r:id="rId48"/>
    <p:sldId id="667" r:id="rId49"/>
    <p:sldId id="383" r:id="rId50"/>
    <p:sldId id="668" r:id="rId51"/>
    <p:sldId id="471" r:id="rId52"/>
    <p:sldId id="652" r:id="rId53"/>
    <p:sldId id="388" r:id="rId54"/>
    <p:sldId id="674" r:id="rId55"/>
    <p:sldId id="266" r:id="rId56"/>
    <p:sldId id="269" r:id="rId57"/>
    <p:sldId id="267" r:id="rId58"/>
    <p:sldId id="670" r:id="rId59"/>
    <p:sldId id="418" r:id="rId60"/>
    <p:sldId id="420" r:id="rId61"/>
    <p:sldId id="677" r:id="rId62"/>
    <p:sldId id="678" r:id="rId63"/>
    <p:sldId id="424" r:id="rId64"/>
    <p:sldId id="426" r:id="rId65"/>
    <p:sldId id="421" r:id="rId66"/>
    <p:sldId id="423" r:id="rId67"/>
    <p:sldId id="679" r:id="rId68"/>
    <p:sldId id="680" r:id="rId69"/>
    <p:sldId id="427" r:id="rId70"/>
    <p:sldId id="429" r:id="rId71"/>
    <p:sldId id="681" r:id="rId72"/>
    <p:sldId id="682" r:id="rId73"/>
    <p:sldId id="415" r:id="rId74"/>
    <p:sldId id="417" r:id="rId75"/>
    <p:sldId id="683" r:id="rId76"/>
    <p:sldId id="684" r:id="rId77"/>
    <p:sldId id="671" r:id="rId78"/>
    <p:sldId id="530" r:id="rId79"/>
    <p:sldId id="531" r:id="rId80"/>
    <p:sldId id="532" r:id="rId81"/>
    <p:sldId id="533" r:id="rId82"/>
    <p:sldId id="534" r:id="rId83"/>
    <p:sldId id="535" r:id="rId84"/>
    <p:sldId id="536" r:id="rId85"/>
    <p:sldId id="537" r:id="rId86"/>
    <p:sldId id="538" r:id="rId87"/>
    <p:sldId id="540" r:id="rId88"/>
    <p:sldId id="541" r:id="rId89"/>
    <p:sldId id="542" r:id="rId90"/>
    <p:sldId id="543" r:id="rId91"/>
    <p:sldId id="544" r:id="rId92"/>
    <p:sldId id="545" r:id="rId93"/>
    <p:sldId id="546" r:id="rId94"/>
    <p:sldId id="547" r:id="rId95"/>
    <p:sldId id="548" r:id="rId96"/>
    <p:sldId id="549" r:id="rId97"/>
    <p:sldId id="550" r:id="rId98"/>
    <p:sldId id="551" r:id="rId99"/>
    <p:sldId id="555" r:id="rId100"/>
    <p:sldId id="287" r:id="rId101"/>
    <p:sldId id="556" r:id="rId102"/>
    <p:sldId id="557" r:id="rId10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00" autoAdjust="0"/>
    <p:restoredTop sz="93802" autoAdjust="0"/>
  </p:normalViewPr>
  <p:slideViewPr>
    <p:cSldViewPr snapToGrid="0">
      <p:cViewPr varScale="1">
        <p:scale>
          <a:sx n="78" d="100"/>
          <a:sy n="78" d="100"/>
        </p:scale>
        <p:origin x="80"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85BEDA8-7DC0-4E92-8B6C-97988460BBB0}" type="doc">
      <dgm:prSet loTypeId="urn:microsoft.com/office/officeart/2005/8/layout/vList2" loCatId="list" qsTypeId="urn:microsoft.com/office/officeart/2005/8/quickstyle/simple1" qsCatId="simple" csTypeId="urn:microsoft.com/office/officeart/2005/8/colors/accent0_1" csCatId="mainScheme"/>
      <dgm:spPr/>
      <dgm:t>
        <a:bodyPr/>
        <a:lstStyle/>
        <a:p>
          <a:endParaRPr lang="en-IN"/>
        </a:p>
      </dgm:t>
    </dgm:pt>
    <dgm:pt modelId="{19C36E01-AEAF-405F-81E9-EE6CC2981898}">
      <dgm:prSet/>
      <dgm:spPr/>
      <dgm:t>
        <a:bodyPr/>
        <a:lstStyle/>
        <a:p>
          <a:r>
            <a:rPr lang="en-US" b="0" i="0" baseline="0" dirty="0"/>
            <a:t>Tone matters </a:t>
          </a:r>
          <a:endParaRPr lang="en-IN" dirty="0"/>
        </a:p>
      </dgm:t>
    </dgm:pt>
    <dgm:pt modelId="{804F8291-DA1A-4534-9919-9D49F1D02CDB}" type="parTrans" cxnId="{223281F1-9FD4-4017-BD7B-D4A8B6BBAD58}">
      <dgm:prSet/>
      <dgm:spPr/>
      <dgm:t>
        <a:bodyPr/>
        <a:lstStyle/>
        <a:p>
          <a:endParaRPr lang="en-IN"/>
        </a:p>
      </dgm:t>
    </dgm:pt>
    <dgm:pt modelId="{25524B62-C5DB-4E1F-A368-E1A1E5AF945A}" type="sibTrans" cxnId="{223281F1-9FD4-4017-BD7B-D4A8B6BBAD58}">
      <dgm:prSet/>
      <dgm:spPr/>
      <dgm:t>
        <a:bodyPr/>
        <a:lstStyle/>
        <a:p>
          <a:endParaRPr lang="en-IN"/>
        </a:p>
      </dgm:t>
    </dgm:pt>
    <dgm:pt modelId="{EFA0E907-214C-4D29-A244-908052B0BBC2}">
      <dgm:prSet/>
      <dgm:spPr/>
      <dgm:t>
        <a:bodyPr/>
        <a:lstStyle/>
        <a:p>
          <a:r>
            <a:rPr lang="en-US" b="0" i="0" baseline="0"/>
            <a:t>Format matters</a:t>
          </a:r>
          <a:endParaRPr lang="en-IN"/>
        </a:p>
      </dgm:t>
    </dgm:pt>
    <dgm:pt modelId="{36B382CD-495F-4B2C-88D8-E51A31AE45E3}" type="parTrans" cxnId="{0185968F-D220-466B-9AC3-CDBF79D21CD4}">
      <dgm:prSet/>
      <dgm:spPr/>
      <dgm:t>
        <a:bodyPr/>
        <a:lstStyle/>
        <a:p>
          <a:endParaRPr lang="en-IN"/>
        </a:p>
      </dgm:t>
    </dgm:pt>
    <dgm:pt modelId="{F7E23B3C-BB23-4269-9C7A-A11FC8506ED9}" type="sibTrans" cxnId="{0185968F-D220-466B-9AC3-CDBF79D21CD4}">
      <dgm:prSet/>
      <dgm:spPr/>
      <dgm:t>
        <a:bodyPr/>
        <a:lstStyle/>
        <a:p>
          <a:endParaRPr lang="en-IN"/>
        </a:p>
      </dgm:t>
    </dgm:pt>
    <dgm:pt modelId="{F89347F7-157B-471A-AA2C-361FB013ECDE}">
      <dgm:prSet/>
      <dgm:spPr/>
      <dgm:t>
        <a:bodyPr/>
        <a:lstStyle/>
        <a:p>
          <a:r>
            <a:rPr lang="en-US" b="0" i="0" baseline="0" dirty="0"/>
            <a:t>Consistency matters</a:t>
          </a:r>
          <a:endParaRPr lang="en-IN" dirty="0"/>
        </a:p>
      </dgm:t>
    </dgm:pt>
    <dgm:pt modelId="{24FAC2D2-2105-40BD-BB86-A3877270616C}" type="parTrans" cxnId="{B8E310E6-C46D-425A-BF4F-D75CA40CE334}">
      <dgm:prSet/>
      <dgm:spPr/>
      <dgm:t>
        <a:bodyPr/>
        <a:lstStyle/>
        <a:p>
          <a:endParaRPr lang="en-IN"/>
        </a:p>
      </dgm:t>
    </dgm:pt>
    <dgm:pt modelId="{2EDD52AE-49A7-44E0-BDE7-80299C206A50}" type="sibTrans" cxnId="{B8E310E6-C46D-425A-BF4F-D75CA40CE334}">
      <dgm:prSet/>
      <dgm:spPr/>
      <dgm:t>
        <a:bodyPr/>
        <a:lstStyle/>
        <a:p>
          <a:endParaRPr lang="en-IN"/>
        </a:p>
      </dgm:t>
    </dgm:pt>
    <dgm:pt modelId="{2579A29B-2B2C-48A0-B63A-1D29E3C7C096}" type="pres">
      <dgm:prSet presAssocID="{585BEDA8-7DC0-4E92-8B6C-97988460BBB0}" presName="linear" presStyleCnt="0">
        <dgm:presLayoutVars>
          <dgm:animLvl val="lvl"/>
          <dgm:resizeHandles val="exact"/>
        </dgm:presLayoutVars>
      </dgm:prSet>
      <dgm:spPr/>
    </dgm:pt>
    <dgm:pt modelId="{AA321881-FA80-4351-A698-DEA1C1943D3D}" type="pres">
      <dgm:prSet presAssocID="{19C36E01-AEAF-405F-81E9-EE6CC2981898}" presName="parentText" presStyleLbl="node1" presStyleIdx="0" presStyleCnt="3">
        <dgm:presLayoutVars>
          <dgm:chMax val="0"/>
          <dgm:bulletEnabled val="1"/>
        </dgm:presLayoutVars>
      </dgm:prSet>
      <dgm:spPr>
        <a:prstGeom prst="rect">
          <a:avLst/>
        </a:prstGeom>
      </dgm:spPr>
    </dgm:pt>
    <dgm:pt modelId="{900D7BF6-D0B1-4C8F-A3D1-5C928A06F352}" type="pres">
      <dgm:prSet presAssocID="{25524B62-C5DB-4E1F-A368-E1A1E5AF945A}" presName="spacer" presStyleCnt="0"/>
      <dgm:spPr/>
    </dgm:pt>
    <dgm:pt modelId="{05119927-9207-4A4C-B05D-0AD24B08B29C}" type="pres">
      <dgm:prSet presAssocID="{EFA0E907-214C-4D29-A244-908052B0BBC2}" presName="parentText" presStyleLbl="node1" presStyleIdx="1" presStyleCnt="3">
        <dgm:presLayoutVars>
          <dgm:chMax val="0"/>
          <dgm:bulletEnabled val="1"/>
        </dgm:presLayoutVars>
      </dgm:prSet>
      <dgm:spPr>
        <a:prstGeom prst="rect">
          <a:avLst/>
        </a:prstGeom>
      </dgm:spPr>
    </dgm:pt>
    <dgm:pt modelId="{4F494D27-C006-49B9-BF20-E0F94C25C2A6}" type="pres">
      <dgm:prSet presAssocID="{F7E23B3C-BB23-4269-9C7A-A11FC8506ED9}" presName="spacer" presStyleCnt="0"/>
      <dgm:spPr/>
    </dgm:pt>
    <dgm:pt modelId="{CC7347C5-96B9-44B5-B183-E8BBD7692F20}" type="pres">
      <dgm:prSet presAssocID="{F89347F7-157B-471A-AA2C-361FB013ECDE}" presName="parentText" presStyleLbl="node1" presStyleIdx="2" presStyleCnt="3">
        <dgm:presLayoutVars>
          <dgm:chMax val="0"/>
          <dgm:bulletEnabled val="1"/>
        </dgm:presLayoutVars>
      </dgm:prSet>
      <dgm:spPr>
        <a:prstGeom prst="rect">
          <a:avLst/>
        </a:prstGeom>
      </dgm:spPr>
    </dgm:pt>
  </dgm:ptLst>
  <dgm:cxnLst>
    <dgm:cxn modelId="{86DD5677-A33A-446F-871A-9F6DCF778DF4}" type="presOf" srcId="{585BEDA8-7DC0-4E92-8B6C-97988460BBB0}" destId="{2579A29B-2B2C-48A0-B63A-1D29E3C7C096}" srcOrd="0" destOrd="0" presId="urn:microsoft.com/office/officeart/2005/8/layout/vList2"/>
    <dgm:cxn modelId="{04153782-A007-49C6-8607-09C7CBC29B4B}" type="presOf" srcId="{EFA0E907-214C-4D29-A244-908052B0BBC2}" destId="{05119927-9207-4A4C-B05D-0AD24B08B29C}" srcOrd="0" destOrd="0" presId="urn:microsoft.com/office/officeart/2005/8/layout/vList2"/>
    <dgm:cxn modelId="{0185968F-D220-466B-9AC3-CDBF79D21CD4}" srcId="{585BEDA8-7DC0-4E92-8B6C-97988460BBB0}" destId="{EFA0E907-214C-4D29-A244-908052B0BBC2}" srcOrd="1" destOrd="0" parTransId="{36B382CD-495F-4B2C-88D8-E51A31AE45E3}" sibTransId="{F7E23B3C-BB23-4269-9C7A-A11FC8506ED9}"/>
    <dgm:cxn modelId="{39BF7C97-FA2D-4074-8ACB-2476B18AA19C}" type="presOf" srcId="{F89347F7-157B-471A-AA2C-361FB013ECDE}" destId="{CC7347C5-96B9-44B5-B183-E8BBD7692F20}" srcOrd="0" destOrd="0" presId="urn:microsoft.com/office/officeart/2005/8/layout/vList2"/>
    <dgm:cxn modelId="{B8E310E6-C46D-425A-BF4F-D75CA40CE334}" srcId="{585BEDA8-7DC0-4E92-8B6C-97988460BBB0}" destId="{F89347F7-157B-471A-AA2C-361FB013ECDE}" srcOrd="2" destOrd="0" parTransId="{24FAC2D2-2105-40BD-BB86-A3877270616C}" sibTransId="{2EDD52AE-49A7-44E0-BDE7-80299C206A50}"/>
    <dgm:cxn modelId="{218401F1-7AD7-4B4E-ABF1-D847DBB0F41F}" type="presOf" srcId="{19C36E01-AEAF-405F-81E9-EE6CC2981898}" destId="{AA321881-FA80-4351-A698-DEA1C1943D3D}" srcOrd="0" destOrd="0" presId="urn:microsoft.com/office/officeart/2005/8/layout/vList2"/>
    <dgm:cxn modelId="{223281F1-9FD4-4017-BD7B-D4A8B6BBAD58}" srcId="{585BEDA8-7DC0-4E92-8B6C-97988460BBB0}" destId="{19C36E01-AEAF-405F-81E9-EE6CC2981898}" srcOrd="0" destOrd="0" parTransId="{804F8291-DA1A-4534-9919-9D49F1D02CDB}" sibTransId="{25524B62-C5DB-4E1F-A368-E1A1E5AF945A}"/>
    <dgm:cxn modelId="{1279168B-3A18-4EB6-A22B-38ECA05160CA}" type="presParOf" srcId="{2579A29B-2B2C-48A0-B63A-1D29E3C7C096}" destId="{AA321881-FA80-4351-A698-DEA1C1943D3D}" srcOrd="0" destOrd="0" presId="urn:microsoft.com/office/officeart/2005/8/layout/vList2"/>
    <dgm:cxn modelId="{3CFC15E9-C25B-41CE-A36A-3126D9D692D8}" type="presParOf" srcId="{2579A29B-2B2C-48A0-B63A-1D29E3C7C096}" destId="{900D7BF6-D0B1-4C8F-A3D1-5C928A06F352}" srcOrd="1" destOrd="0" presId="urn:microsoft.com/office/officeart/2005/8/layout/vList2"/>
    <dgm:cxn modelId="{87DF32FD-3B1D-4A51-8BF7-32F2CF0E910E}" type="presParOf" srcId="{2579A29B-2B2C-48A0-B63A-1D29E3C7C096}" destId="{05119927-9207-4A4C-B05D-0AD24B08B29C}" srcOrd="2" destOrd="0" presId="urn:microsoft.com/office/officeart/2005/8/layout/vList2"/>
    <dgm:cxn modelId="{501475AD-816B-40FF-B5FE-2FB6DB22AF04}" type="presParOf" srcId="{2579A29B-2B2C-48A0-B63A-1D29E3C7C096}" destId="{4F494D27-C006-49B9-BF20-E0F94C25C2A6}" srcOrd="3" destOrd="0" presId="urn:microsoft.com/office/officeart/2005/8/layout/vList2"/>
    <dgm:cxn modelId="{460F772D-8899-4A38-911B-4E729F43F2B0}" type="presParOf" srcId="{2579A29B-2B2C-48A0-B63A-1D29E3C7C096}" destId="{CC7347C5-96B9-44B5-B183-E8BBD7692F20}" srcOrd="4" destOrd="0" presId="urn:microsoft.com/office/officeart/2005/8/layout/vList2"/>
  </dgm:cxnLst>
  <dgm:bg/>
  <dgm:whole>
    <a:ln>
      <a:solidFill>
        <a:srgbClr val="D86ECC"/>
      </a:solidFill>
    </a:ln>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14BEC56-9650-4A82-BDB3-821B8433FFBC}"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IN"/>
        </a:p>
      </dgm:t>
    </dgm:pt>
    <dgm:pt modelId="{FFEAFEFF-6C51-462D-8FF3-569681B491BE}">
      <dgm:prSet/>
      <dgm:spPr/>
      <dgm:t>
        <a:bodyPr/>
        <a:lstStyle/>
        <a:p>
          <a:r>
            <a:rPr lang="en-US" dirty="0"/>
            <a:t>AI often jumps straight to an answer</a:t>
          </a:r>
          <a:endParaRPr lang="en-IN" dirty="0"/>
        </a:p>
      </dgm:t>
    </dgm:pt>
    <dgm:pt modelId="{BD5CFEE4-5208-441A-94D5-3313969C0ACF}" type="parTrans" cxnId="{7C9C55E1-9971-4194-8FE8-9B6073E7C4F8}">
      <dgm:prSet/>
      <dgm:spPr/>
      <dgm:t>
        <a:bodyPr/>
        <a:lstStyle/>
        <a:p>
          <a:endParaRPr lang="en-IN"/>
        </a:p>
      </dgm:t>
    </dgm:pt>
    <dgm:pt modelId="{3BB2F498-7AE9-4FE5-867B-53F2A121C75D}" type="sibTrans" cxnId="{7C9C55E1-9971-4194-8FE8-9B6073E7C4F8}">
      <dgm:prSet/>
      <dgm:spPr/>
      <dgm:t>
        <a:bodyPr/>
        <a:lstStyle/>
        <a:p>
          <a:endParaRPr lang="en-IN"/>
        </a:p>
      </dgm:t>
    </dgm:pt>
    <dgm:pt modelId="{1E867356-7745-4D64-8DF8-8519A726BFA9}">
      <dgm:prSet/>
      <dgm:spPr/>
      <dgm:t>
        <a:bodyPr/>
        <a:lstStyle/>
        <a:p>
          <a:r>
            <a:rPr lang="en-US" dirty="0"/>
            <a:t>Chain-of-thought guides AI to think through a problem</a:t>
          </a:r>
          <a:endParaRPr lang="en-IN" dirty="0"/>
        </a:p>
      </dgm:t>
    </dgm:pt>
    <dgm:pt modelId="{0DE3190D-DAFC-4D65-B75D-3BEC14AE8E66}" type="parTrans" cxnId="{6254B1F1-0349-4724-8E1F-58A385F1B21B}">
      <dgm:prSet/>
      <dgm:spPr/>
      <dgm:t>
        <a:bodyPr/>
        <a:lstStyle/>
        <a:p>
          <a:endParaRPr lang="en-IN"/>
        </a:p>
      </dgm:t>
    </dgm:pt>
    <dgm:pt modelId="{357EDB0D-0D5E-4FCA-A192-A53DFAED6D73}" type="sibTrans" cxnId="{6254B1F1-0349-4724-8E1F-58A385F1B21B}">
      <dgm:prSet/>
      <dgm:spPr/>
      <dgm:t>
        <a:bodyPr/>
        <a:lstStyle/>
        <a:p>
          <a:endParaRPr lang="en-IN"/>
        </a:p>
      </dgm:t>
    </dgm:pt>
    <dgm:pt modelId="{B5F8BBBE-CCC6-4536-B573-68B0079A1A97}">
      <dgm:prSet/>
      <dgm:spPr/>
      <dgm:t>
        <a:bodyPr/>
        <a:lstStyle/>
        <a:p>
          <a:r>
            <a:rPr lang="en-IN" dirty="0"/>
            <a:t>Reasoning steps are connected one after another</a:t>
          </a:r>
        </a:p>
      </dgm:t>
    </dgm:pt>
    <dgm:pt modelId="{653A4FC3-785C-4F43-A737-DE0FBD39BDBD}" type="parTrans" cxnId="{4375E022-75A2-40C3-8A6A-B91174DA739D}">
      <dgm:prSet/>
      <dgm:spPr/>
      <dgm:t>
        <a:bodyPr/>
        <a:lstStyle/>
        <a:p>
          <a:endParaRPr lang="en-IN"/>
        </a:p>
      </dgm:t>
    </dgm:pt>
    <dgm:pt modelId="{6F730574-4161-4919-AD56-DE2F035AB236}" type="sibTrans" cxnId="{4375E022-75A2-40C3-8A6A-B91174DA739D}">
      <dgm:prSet/>
      <dgm:spPr/>
      <dgm:t>
        <a:bodyPr/>
        <a:lstStyle/>
        <a:p>
          <a:endParaRPr lang="en-IN"/>
        </a:p>
      </dgm:t>
    </dgm:pt>
    <dgm:pt modelId="{6BC3CBC6-F73A-4927-A805-42CC6B96D557}">
      <dgm:prSet/>
      <dgm:spPr/>
      <dgm:t>
        <a:bodyPr/>
        <a:lstStyle/>
        <a:p>
          <a:r>
            <a:rPr lang="en-US"/>
            <a:t>Each step leads naturally to the next</a:t>
          </a:r>
          <a:endParaRPr lang="en-IN"/>
        </a:p>
      </dgm:t>
    </dgm:pt>
    <dgm:pt modelId="{0A47A227-EB1E-4929-9A2E-EEA12422DE7E}" type="parTrans" cxnId="{357CCEAC-AF32-456B-AAC6-5EE0AB157AF5}">
      <dgm:prSet/>
      <dgm:spPr/>
      <dgm:t>
        <a:bodyPr/>
        <a:lstStyle/>
        <a:p>
          <a:endParaRPr lang="en-IN"/>
        </a:p>
      </dgm:t>
    </dgm:pt>
    <dgm:pt modelId="{E7F76E8C-B4C6-48AB-A0A6-F9ABE5F8FB09}" type="sibTrans" cxnId="{357CCEAC-AF32-456B-AAC6-5EE0AB157AF5}">
      <dgm:prSet/>
      <dgm:spPr/>
      <dgm:t>
        <a:bodyPr/>
        <a:lstStyle/>
        <a:p>
          <a:endParaRPr lang="en-IN"/>
        </a:p>
      </dgm:t>
    </dgm:pt>
    <dgm:pt modelId="{297F30B9-2AB3-46CE-9D94-D1DA575C3CDD}">
      <dgm:prSet/>
      <dgm:spPr/>
      <dgm:t>
        <a:bodyPr/>
        <a:lstStyle/>
        <a:p>
          <a:r>
            <a:rPr lang="en-US" dirty="0"/>
            <a:t>This makes the final answer logically sound.</a:t>
          </a:r>
          <a:endParaRPr lang="en-IN" dirty="0"/>
        </a:p>
      </dgm:t>
    </dgm:pt>
    <dgm:pt modelId="{EC74A447-214B-46B4-8375-1F6BED37C28E}" type="parTrans" cxnId="{41455CA4-7824-4C7B-BAE1-3F89404A5723}">
      <dgm:prSet/>
      <dgm:spPr/>
      <dgm:t>
        <a:bodyPr/>
        <a:lstStyle/>
        <a:p>
          <a:endParaRPr lang="en-IN"/>
        </a:p>
      </dgm:t>
    </dgm:pt>
    <dgm:pt modelId="{574136E3-6A43-455A-B222-0BD70DDCDE0A}" type="sibTrans" cxnId="{41455CA4-7824-4C7B-BAE1-3F89404A5723}">
      <dgm:prSet/>
      <dgm:spPr/>
      <dgm:t>
        <a:bodyPr/>
        <a:lstStyle/>
        <a:p>
          <a:endParaRPr lang="en-IN"/>
        </a:p>
      </dgm:t>
    </dgm:pt>
    <dgm:pt modelId="{40367912-275F-444B-AD26-71E746C42455}" type="pres">
      <dgm:prSet presAssocID="{214BEC56-9650-4A82-BDB3-821B8433FFBC}" presName="CompostProcess" presStyleCnt="0">
        <dgm:presLayoutVars>
          <dgm:dir/>
          <dgm:resizeHandles val="exact"/>
        </dgm:presLayoutVars>
      </dgm:prSet>
      <dgm:spPr/>
    </dgm:pt>
    <dgm:pt modelId="{36A2D0DA-D607-4CA5-BE7A-2B87AA0B6DE8}" type="pres">
      <dgm:prSet presAssocID="{214BEC56-9650-4A82-BDB3-821B8433FFBC}" presName="arrow" presStyleLbl="bgShp" presStyleIdx="0" presStyleCnt="1"/>
      <dgm:spPr/>
    </dgm:pt>
    <dgm:pt modelId="{051BF6F8-F9C7-4F17-B39B-82A28DBD3F89}" type="pres">
      <dgm:prSet presAssocID="{214BEC56-9650-4A82-BDB3-821B8433FFBC}" presName="linearProcess" presStyleCnt="0"/>
      <dgm:spPr/>
    </dgm:pt>
    <dgm:pt modelId="{FB81151F-C507-4DA3-93D0-C6056FCFBBFC}" type="pres">
      <dgm:prSet presAssocID="{FFEAFEFF-6C51-462D-8FF3-569681B491BE}" presName="textNode" presStyleLbl="node1" presStyleIdx="0" presStyleCnt="5">
        <dgm:presLayoutVars>
          <dgm:bulletEnabled val="1"/>
        </dgm:presLayoutVars>
      </dgm:prSet>
      <dgm:spPr/>
    </dgm:pt>
    <dgm:pt modelId="{751B89BA-23B4-49C9-934A-F3BF19EBA70D}" type="pres">
      <dgm:prSet presAssocID="{3BB2F498-7AE9-4FE5-867B-53F2A121C75D}" presName="sibTrans" presStyleCnt="0"/>
      <dgm:spPr/>
    </dgm:pt>
    <dgm:pt modelId="{FA0A6814-FAE7-42B5-A46F-B18CA34A2EEB}" type="pres">
      <dgm:prSet presAssocID="{1E867356-7745-4D64-8DF8-8519A726BFA9}" presName="textNode" presStyleLbl="node1" presStyleIdx="1" presStyleCnt="5">
        <dgm:presLayoutVars>
          <dgm:bulletEnabled val="1"/>
        </dgm:presLayoutVars>
      </dgm:prSet>
      <dgm:spPr/>
    </dgm:pt>
    <dgm:pt modelId="{4737DBCB-E519-436D-94AC-2B980E760816}" type="pres">
      <dgm:prSet presAssocID="{357EDB0D-0D5E-4FCA-A192-A53DFAED6D73}" presName="sibTrans" presStyleCnt="0"/>
      <dgm:spPr/>
    </dgm:pt>
    <dgm:pt modelId="{6813C577-1621-4A11-AB12-5C4C6263E268}" type="pres">
      <dgm:prSet presAssocID="{B5F8BBBE-CCC6-4536-B573-68B0079A1A97}" presName="textNode" presStyleLbl="node1" presStyleIdx="2" presStyleCnt="5">
        <dgm:presLayoutVars>
          <dgm:bulletEnabled val="1"/>
        </dgm:presLayoutVars>
      </dgm:prSet>
      <dgm:spPr/>
    </dgm:pt>
    <dgm:pt modelId="{B14C297A-5CB7-4381-B5B7-4DFBD3867E91}" type="pres">
      <dgm:prSet presAssocID="{6F730574-4161-4919-AD56-DE2F035AB236}" presName="sibTrans" presStyleCnt="0"/>
      <dgm:spPr/>
    </dgm:pt>
    <dgm:pt modelId="{CF98CF53-C70E-48F8-A233-8E3070312F89}" type="pres">
      <dgm:prSet presAssocID="{6BC3CBC6-F73A-4927-A805-42CC6B96D557}" presName="textNode" presStyleLbl="node1" presStyleIdx="3" presStyleCnt="5">
        <dgm:presLayoutVars>
          <dgm:bulletEnabled val="1"/>
        </dgm:presLayoutVars>
      </dgm:prSet>
      <dgm:spPr/>
    </dgm:pt>
    <dgm:pt modelId="{3303D4BB-8CB8-4B25-86DD-48D8A105BBEB}" type="pres">
      <dgm:prSet presAssocID="{E7F76E8C-B4C6-48AB-A0A6-F9ABE5F8FB09}" presName="sibTrans" presStyleCnt="0"/>
      <dgm:spPr/>
    </dgm:pt>
    <dgm:pt modelId="{15D92461-CC1D-4B18-BF86-CFB662F34ED1}" type="pres">
      <dgm:prSet presAssocID="{297F30B9-2AB3-46CE-9D94-D1DA575C3CDD}" presName="textNode" presStyleLbl="node1" presStyleIdx="4" presStyleCnt="5">
        <dgm:presLayoutVars>
          <dgm:bulletEnabled val="1"/>
        </dgm:presLayoutVars>
      </dgm:prSet>
      <dgm:spPr/>
    </dgm:pt>
  </dgm:ptLst>
  <dgm:cxnLst>
    <dgm:cxn modelId="{0CD5AF10-10E4-45A9-84BC-B2FE65C461AC}" type="presOf" srcId="{214BEC56-9650-4A82-BDB3-821B8433FFBC}" destId="{40367912-275F-444B-AD26-71E746C42455}" srcOrd="0" destOrd="0" presId="urn:microsoft.com/office/officeart/2005/8/layout/hProcess9"/>
    <dgm:cxn modelId="{0954A319-9D70-439A-84B4-F29A41B61B29}" type="presOf" srcId="{FFEAFEFF-6C51-462D-8FF3-569681B491BE}" destId="{FB81151F-C507-4DA3-93D0-C6056FCFBBFC}" srcOrd="0" destOrd="0" presId="urn:microsoft.com/office/officeart/2005/8/layout/hProcess9"/>
    <dgm:cxn modelId="{37EBED1A-AC5D-4376-A8C7-DD78619D5E15}" type="presOf" srcId="{6BC3CBC6-F73A-4927-A805-42CC6B96D557}" destId="{CF98CF53-C70E-48F8-A233-8E3070312F89}" srcOrd="0" destOrd="0" presId="urn:microsoft.com/office/officeart/2005/8/layout/hProcess9"/>
    <dgm:cxn modelId="{4375E022-75A2-40C3-8A6A-B91174DA739D}" srcId="{214BEC56-9650-4A82-BDB3-821B8433FFBC}" destId="{B5F8BBBE-CCC6-4536-B573-68B0079A1A97}" srcOrd="2" destOrd="0" parTransId="{653A4FC3-785C-4F43-A737-DE0FBD39BDBD}" sibTransId="{6F730574-4161-4919-AD56-DE2F035AB236}"/>
    <dgm:cxn modelId="{D1B2652D-D2DF-4C7F-9D52-25672F3AF8F0}" type="presOf" srcId="{297F30B9-2AB3-46CE-9D94-D1DA575C3CDD}" destId="{15D92461-CC1D-4B18-BF86-CFB662F34ED1}" srcOrd="0" destOrd="0" presId="urn:microsoft.com/office/officeart/2005/8/layout/hProcess9"/>
    <dgm:cxn modelId="{F9C84658-A179-4823-963A-F49BDFA167E5}" type="presOf" srcId="{1E867356-7745-4D64-8DF8-8519A726BFA9}" destId="{FA0A6814-FAE7-42B5-A46F-B18CA34A2EEB}" srcOrd="0" destOrd="0" presId="urn:microsoft.com/office/officeart/2005/8/layout/hProcess9"/>
    <dgm:cxn modelId="{41455CA4-7824-4C7B-BAE1-3F89404A5723}" srcId="{214BEC56-9650-4A82-BDB3-821B8433FFBC}" destId="{297F30B9-2AB3-46CE-9D94-D1DA575C3CDD}" srcOrd="4" destOrd="0" parTransId="{EC74A447-214B-46B4-8375-1F6BED37C28E}" sibTransId="{574136E3-6A43-455A-B222-0BD70DDCDE0A}"/>
    <dgm:cxn modelId="{357CCEAC-AF32-456B-AAC6-5EE0AB157AF5}" srcId="{214BEC56-9650-4A82-BDB3-821B8433FFBC}" destId="{6BC3CBC6-F73A-4927-A805-42CC6B96D557}" srcOrd="3" destOrd="0" parTransId="{0A47A227-EB1E-4929-9A2E-EEA12422DE7E}" sibTransId="{E7F76E8C-B4C6-48AB-A0A6-F9ABE5F8FB09}"/>
    <dgm:cxn modelId="{7C9C55E1-9971-4194-8FE8-9B6073E7C4F8}" srcId="{214BEC56-9650-4A82-BDB3-821B8433FFBC}" destId="{FFEAFEFF-6C51-462D-8FF3-569681B491BE}" srcOrd="0" destOrd="0" parTransId="{BD5CFEE4-5208-441A-94D5-3313969C0ACF}" sibTransId="{3BB2F498-7AE9-4FE5-867B-53F2A121C75D}"/>
    <dgm:cxn modelId="{6254B1F1-0349-4724-8E1F-58A385F1B21B}" srcId="{214BEC56-9650-4A82-BDB3-821B8433FFBC}" destId="{1E867356-7745-4D64-8DF8-8519A726BFA9}" srcOrd="1" destOrd="0" parTransId="{0DE3190D-DAFC-4D65-B75D-3BEC14AE8E66}" sibTransId="{357EDB0D-0D5E-4FCA-A192-A53DFAED6D73}"/>
    <dgm:cxn modelId="{C96911FC-8439-4C5C-AA63-4DBE6405351C}" type="presOf" srcId="{B5F8BBBE-CCC6-4536-B573-68B0079A1A97}" destId="{6813C577-1621-4A11-AB12-5C4C6263E268}" srcOrd="0" destOrd="0" presId="urn:microsoft.com/office/officeart/2005/8/layout/hProcess9"/>
    <dgm:cxn modelId="{9FAB4D70-54BF-49F4-BC0E-C33A5C0BA80A}" type="presParOf" srcId="{40367912-275F-444B-AD26-71E746C42455}" destId="{36A2D0DA-D607-4CA5-BE7A-2B87AA0B6DE8}" srcOrd="0" destOrd="0" presId="urn:microsoft.com/office/officeart/2005/8/layout/hProcess9"/>
    <dgm:cxn modelId="{5BE8861F-FC48-4FD5-B9AF-C0B4FD397BDC}" type="presParOf" srcId="{40367912-275F-444B-AD26-71E746C42455}" destId="{051BF6F8-F9C7-4F17-B39B-82A28DBD3F89}" srcOrd="1" destOrd="0" presId="urn:microsoft.com/office/officeart/2005/8/layout/hProcess9"/>
    <dgm:cxn modelId="{BD1AA2AE-A048-4585-B0BC-19CCDCC6176B}" type="presParOf" srcId="{051BF6F8-F9C7-4F17-B39B-82A28DBD3F89}" destId="{FB81151F-C507-4DA3-93D0-C6056FCFBBFC}" srcOrd="0" destOrd="0" presId="urn:microsoft.com/office/officeart/2005/8/layout/hProcess9"/>
    <dgm:cxn modelId="{D46008AA-AD86-4108-9165-6F1E1F903A3D}" type="presParOf" srcId="{051BF6F8-F9C7-4F17-B39B-82A28DBD3F89}" destId="{751B89BA-23B4-49C9-934A-F3BF19EBA70D}" srcOrd="1" destOrd="0" presId="urn:microsoft.com/office/officeart/2005/8/layout/hProcess9"/>
    <dgm:cxn modelId="{5FA26AE7-F878-4D63-BD5D-71FE3939D7F8}" type="presParOf" srcId="{051BF6F8-F9C7-4F17-B39B-82A28DBD3F89}" destId="{FA0A6814-FAE7-42B5-A46F-B18CA34A2EEB}" srcOrd="2" destOrd="0" presId="urn:microsoft.com/office/officeart/2005/8/layout/hProcess9"/>
    <dgm:cxn modelId="{17EAFCD5-1817-40E9-AC23-1745A1558DF2}" type="presParOf" srcId="{051BF6F8-F9C7-4F17-B39B-82A28DBD3F89}" destId="{4737DBCB-E519-436D-94AC-2B980E760816}" srcOrd="3" destOrd="0" presId="urn:microsoft.com/office/officeart/2005/8/layout/hProcess9"/>
    <dgm:cxn modelId="{D8F689B6-60B6-44E4-B1DC-6CF94FA36BAA}" type="presParOf" srcId="{051BF6F8-F9C7-4F17-B39B-82A28DBD3F89}" destId="{6813C577-1621-4A11-AB12-5C4C6263E268}" srcOrd="4" destOrd="0" presId="urn:microsoft.com/office/officeart/2005/8/layout/hProcess9"/>
    <dgm:cxn modelId="{FBB9ECE2-65D6-41DA-A842-C0505DFCF868}" type="presParOf" srcId="{051BF6F8-F9C7-4F17-B39B-82A28DBD3F89}" destId="{B14C297A-5CB7-4381-B5B7-4DFBD3867E91}" srcOrd="5" destOrd="0" presId="urn:microsoft.com/office/officeart/2005/8/layout/hProcess9"/>
    <dgm:cxn modelId="{4CA086D2-7876-4196-A379-76037897CD27}" type="presParOf" srcId="{051BF6F8-F9C7-4F17-B39B-82A28DBD3F89}" destId="{CF98CF53-C70E-48F8-A233-8E3070312F89}" srcOrd="6" destOrd="0" presId="urn:microsoft.com/office/officeart/2005/8/layout/hProcess9"/>
    <dgm:cxn modelId="{50A57C8C-2037-449E-A93B-C47A03E040A7}" type="presParOf" srcId="{051BF6F8-F9C7-4F17-B39B-82A28DBD3F89}" destId="{3303D4BB-8CB8-4B25-86DD-48D8A105BBEB}" srcOrd="7" destOrd="0" presId="urn:microsoft.com/office/officeart/2005/8/layout/hProcess9"/>
    <dgm:cxn modelId="{F7A29FBD-C41F-4E35-9849-F76F1184FE90}" type="presParOf" srcId="{051BF6F8-F9C7-4F17-B39B-82A28DBD3F89}" destId="{15D92461-CC1D-4B18-BF86-CFB662F34ED1}" srcOrd="8"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A7D8F4B-43D0-47CA-8A0C-19222DECA095}" type="doc">
      <dgm:prSet loTypeId="urn:microsoft.com/office/officeart/2005/8/layout/matrix3" loCatId="matrix" qsTypeId="urn:microsoft.com/office/officeart/2005/8/quickstyle/simple1" qsCatId="simple" csTypeId="urn:microsoft.com/office/officeart/2005/8/colors/accent1_2" csCatId="accent1" phldr="1"/>
      <dgm:spPr/>
      <dgm:t>
        <a:bodyPr/>
        <a:lstStyle/>
        <a:p>
          <a:endParaRPr lang="en-IN"/>
        </a:p>
      </dgm:t>
    </dgm:pt>
    <dgm:pt modelId="{9880BA98-1A18-4EAF-BCD8-20C53BAA5A1A}">
      <dgm:prSet/>
      <dgm:spPr/>
      <dgm:t>
        <a:bodyPr/>
        <a:lstStyle/>
        <a:p>
          <a:pPr algn="ctr"/>
          <a:r>
            <a:rPr lang="en-US" dirty="0"/>
            <a:t>Problems involve multiple conditions</a:t>
          </a:r>
          <a:endParaRPr lang="en-IN" dirty="0"/>
        </a:p>
      </dgm:t>
    </dgm:pt>
    <dgm:pt modelId="{B9CFF073-2CED-408F-8AF6-BC83F0C4AC15}" type="parTrans" cxnId="{0A2A5379-3F84-417E-9FB5-2E465350F8AE}">
      <dgm:prSet/>
      <dgm:spPr/>
      <dgm:t>
        <a:bodyPr/>
        <a:lstStyle/>
        <a:p>
          <a:pPr algn="ctr"/>
          <a:endParaRPr lang="en-IN"/>
        </a:p>
      </dgm:t>
    </dgm:pt>
    <dgm:pt modelId="{99986F64-C9DB-4F95-B370-E121C46D9387}" type="sibTrans" cxnId="{0A2A5379-3F84-417E-9FB5-2E465350F8AE}">
      <dgm:prSet/>
      <dgm:spPr/>
      <dgm:t>
        <a:bodyPr/>
        <a:lstStyle/>
        <a:p>
          <a:pPr algn="ctr"/>
          <a:endParaRPr lang="en-IN"/>
        </a:p>
      </dgm:t>
    </dgm:pt>
    <dgm:pt modelId="{7B903A0F-01AC-4682-ABB4-D8ACA1110397}">
      <dgm:prSet/>
      <dgm:spPr/>
      <dgm:t>
        <a:bodyPr/>
        <a:lstStyle/>
        <a:p>
          <a:pPr algn="ctr"/>
          <a:r>
            <a:rPr lang="en-US"/>
            <a:t>Decisions and comparisons are complex</a:t>
          </a:r>
          <a:endParaRPr lang="en-IN"/>
        </a:p>
      </dgm:t>
    </dgm:pt>
    <dgm:pt modelId="{C5289AB0-F10A-4CEA-B363-321F04951CAE}" type="parTrans" cxnId="{AAF9A6D4-76C4-4F5A-B449-B224604498A8}">
      <dgm:prSet/>
      <dgm:spPr/>
      <dgm:t>
        <a:bodyPr/>
        <a:lstStyle/>
        <a:p>
          <a:pPr algn="ctr"/>
          <a:endParaRPr lang="en-IN"/>
        </a:p>
      </dgm:t>
    </dgm:pt>
    <dgm:pt modelId="{C6F9B7E9-D611-4A06-9256-BAF3437AAD4E}" type="sibTrans" cxnId="{AAF9A6D4-76C4-4F5A-B449-B224604498A8}">
      <dgm:prSet/>
      <dgm:spPr/>
      <dgm:t>
        <a:bodyPr/>
        <a:lstStyle/>
        <a:p>
          <a:pPr algn="ctr"/>
          <a:endParaRPr lang="en-IN"/>
        </a:p>
      </dgm:t>
    </dgm:pt>
    <dgm:pt modelId="{490D38A3-FC7B-43A2-9377-DE7C2DA784CA}">
      <dgm:prSet/>
      <dgm:spPr/>
      <dgm:t>
        <a:bodyPr/>
        <a:lstStyle/>
        <a:p>
          <a:pPr algn="ctr"/>
          <a:r>
            <a:rPr lang="en-US" dirty="0"/>
            <a:t>Logic matters more than speed</a:t>
          </a:r>
          <a:endParaRPr lang="en-IN" dirty="0"/>
        </a:p>
      </dgm:t>
    </dgm:pt>
    <dgm:pt modelId="{12857EB9-0E07-4A1E-8C6F-32D5B1F18748}" type="parTrans" cxnId="{0735396A-318D-4E6A-9224-B449FD0391DE}">
      <dgm:prSet/>
      <dgm:spPr/>
      <dgm:t>
        <a:bodyPr/>
        <a:lstStyle/>
        <a:p>
          <a:pPr algn="ctr"/>
          <a:endParaRPr lang="en-IN"/>
        </a:p>
      </dgm:t>
    </dgm:pt>
    <dgm:pt modelId="{B6D89E07-DE72-4F52-A643-EC856FA464D1}" type="sibTrans" cxnId="{0735396A-318D-4E6A-9224-B449FD0391DE}">
      <dgm:prSet/>
      <dgm:spPr/>
      <dgm:t>
        <a:bodyPr/>
        <a:lstStyle/>
        <a:p>
          <a:pPr algn="ctr"/>
          <a:endParaRPr lang="en-IN"/>
        </a:p>
      </dgm:t>
    </dgm:pt>
    <dgm:pt modelId="{7B3AEE2E-4272-4DE8-BD57-47F6320E0DB5}">
      <dgm:prSet/>
      <dgm:spPr/>
      <dgm:t>
        <a:bodyPr/>
        <a:lstStyle/>
        <a:p>
          <a:pPr algn="ctr"/>
          <a:r>
            <a:rPr lang="en-US" dirty="0"/>
            <a:t>Skipping reasoning introduces hidden assumptions.</a:t>
          </a:r>
          <a:endParaRPr lang="en-IN" dirty="0"/>
        </a:p>
      </dgm:t>
    </dgm:pt>
    <dgm:pt modelId="{A4E4B964-EE31-4AE4-8D8A-EF670C57E14A}" type="parTrans" cxnId="{1A6FC720-E692-4BAC-9304-86F6E761CF5F}">
      <dgm:prSet/>
      <dgm:spPr/>
      <dgm:t>
        <a:bodyPr/>
        <a:lstStyle/>
        <a:p>
          <a:pPr algn="ctr"/>
          <a:endParaRPr lang="en-IN"/>
        </a:p>
      </dgm:t>
    </dgm:pt>
    <dgm:pt modelId="{D48EF227-4B46-424A-B9D8-86C0503C822D}" type="sibTrans" cxnId="{1A6FC720-E692-4BAC-9304-86F6E761CF5F}">
      <dgm:prSet/>
      <dgm:spPr/>
      <dgm:t>
        <a:bodyPr/>
        <a:lstStyle/>
        <a:p>
          <a:pPr algn="ctr"/>
          <a:endParaRPr lang="en-IN"/>
        </a:p>
      </dgm:t>
    </dgm:pt>
    <dgm:pt modelId="{A7EECBED-6F8E-45BD-818F-D3219BE956BA}" type="pres">
      <dgm:prSet presAssocID="{3A7D8F4B-43D0-47CA-8A0C-19222DECA095}" presName="matrix" presStyleCnt="0">
        <dgm:presLayoutVars>
          <dgm:chMax val="1"/>
          <dgm:dir/>
          <dgm:resizeHandles val="exact"/>
        </dgm:presLayoutVars>
      </dgm:prSet>
      <dgm:spPr/>
    </dgm:pt>
    <dgm:pt modelId="{CFA6C9BC-74F6-44D5-9B26-679099F13EE5}" type="pres">
      <dgm:prSet presAssocID="{3A7D8F4B-43D0-47CA-8A0C-19222DECA095}" presName="diamond" presStyleLbl="bgShp" presStyleIdx="0" presStyleCnt="1"/>
      <dgm:spPr/>
    </dgm:pt>
    <dgm:pt modelId="{030C3FB8-8D00-4610-9370-3C176FD1FB8A}" type="pres">
      <dgm:prSet presAssocID="{3A7D8F4B-43D0-47CA-8A0C-19222DECA095}" presName="quad1" presStyleLbl="node1" presStyleIdx="0" presStyleCnt="4">
        <dgm:presLayoutVars>
          <dgm:chMax val="0"/>
          <dgm:chPref val="0"/>
          <dgm:bulletEnabled val="1"/>
        </dgm:presLayoutVars>
      </dgm:prSet>
      <dgm:spPr/>
    </dgm:pt>
    <dgm:pt modelId="{D50C654E-8D15-4A8A-BD04-A84B276B5EA4}" type="pres">
      <dgm:prSet presAssocID="{3A7D8F4B-43D0-47CA-8A0C-19222DECA095}" presName="quad2" presStyleLbl="node1" presStyleIdx="1" presStyleCnt="4">
        <dgm:presLayoutVars>
          <dgm:chMax val="0"/>
          <dgm:chPref val="0"/>
          <dgm:bulletEnabled val="1"/>
        </dgm:presLayoutVars>
      </dgm:prSet>
      <dgm:spPr/>
    </dgm:pt>
    <dgm:pt modelId="{07D66A17-0577-4F9E-B1EE-9A47A93456B7}" type="pres">
      <dgm:prSet presAssocID="{3A7D8F4B-43D0-47CA-8A0C-19222DECA095}" presName="quad3" presStyleLbl="node1" presStyleIdx="2" presStyleCnt="4">
        <dgm:presLayoutVars>
          <dgm:chMax val="0"/>
          <dgm:chPref val="0"/>
          <dgm:bulletEnabled val="1"/>
        </dgm:presLayoutVars>
      </dgm:prSet>
      <dgm:spPr/>
    </dgm:pt>
    <dgm:pt modelId="{38AD81D8-1D74-4D15-875C-E1D5461177B5}" type="pres">
      <dgm:prSet presAssocID="{3A7D8F4B-43D0-47CA-8A0C-19222DECA095}" presName="quad4" presStyleLbl="node1" presStyleIdx="3" presStyleCnt="4">
        <dgm:presLayoutVars>
          <dgm:chMax val="0"/>
          <dgm:chPref val="0"/>
          <dgm:bulletEnabled val="1"/>
        </dgm:presLayoutVars>
      </dgm:prSet>
      <dgm:spPr/>
    </dgm:pt>
  </dgm:ptLst>
  <dgm:cxnLst>
    <dgm:cxn modelId="{1A6FC720-E692-4BAC-9304-86F6E761CF5F}" srcId="{3A7D8F4B-43D0-47CA-8A0C-19222DECA095}" destId="{7B3AEE2E-4272-4DE8-BD57-47F6320E0DB5}" srcOrd="3" destOrd="0" parTransId="{A4E4B964-EE31-4AE4-8D8A-EF670C57E14A}" sibTransId="{D48EF227-4B46-424A-B9D8-86C0503C822D}"/>
    <dgm:cxn modelId="{6D107E30-D5E7-4D3E-ADD7-2FA5CEFD793E}" type="presOf" srcId="{3A7D8F4B-43D0-47CA-8A0C-19222DECA095}" destId="{A7EECBED-6F8E-45BD-818F-D3219BE956BA}" srcOrd="0" destOrd="0" presId="urn:microsoft.com/office/officeart/2005/8/layout/matrix3"/>
    <dgm:cxn modelId="{FE02C95F-0A0E-4D75-9B5D-0536C6753F88}" type="presOf" srcId="{7B903A0F-01AC-4682-ABB4-D8ACA1110397}" destId="{D50C654E-8D15-4A8A-BD04-A84B276B5EA4}" srcOrd="0" destOrd="0" presId="urn:microsoft.com/office/officeart/2005/8/layout/matrix3"/>
    <dgm:cxn modelId="{0735396A-318D-4E6A-9224-B449FD0391DE}" srcId="{3A7D8F4B-43D0-47CA-8A0C-19222DECA095}" destId="{490D38A3-FC7B-43A2-9377-DE7C2DA784CA}" srcOrd="2" destOrd="0" parTransId="{12857EB9-0E07-4A1E-8C6F-32D5B1F18748}" sibTransId="{B6D89E07-DE72-4F52-A643-EC856FA464D1}"/>
    <dgm:cxn modelId="{FD0C2F55-64B2-4CCB-A270-F90B50CE0654}" type="presOf" srcId="{7B3AEE2E-4272-4DE8-BD57-47F6320E0DB5}" destId="{38AD81D8-1D74-4D15-875C-E1D5461177B5}" srcOrd="0" destOrd="0" presId="urn:microsoft.com/office/officeart/2005/8/layout/matrix3"/>
    <dgm:cxn modelId="{0A2A5379-3F84-417E-9FB5-2E465350F8AE}" srcId="{3A7D8F4B-43D0-47CA-8A0C-19222DECA095}" destId="{9880BA98-1A18-4EAF-BCD8-20C53BAA5A1A}" srcOrd="0" destOrd="0" parTransId="{B9CFF073-2CED-408F-8AF6-BC83F0C4AC15}" sibTransId="{99986F64-C9DB-4F95-B370-E121C46D9387}"/>
    <dgm:cxn modelId="{660BB87B-E52C-49AC-8B2C-0E3D3013AE6E}" type="presOf" srcId="{490D38A3-FC7B-43A2-9377-DE7C2DA784CA}" destId="{07D66A17-0577-4F9E-B1EE-9A47A93456B7}" srcOrd="0" destOrd="0" presId="urn:microsoft.com/office/officeart/2005/8/layout/matrix3"/>
    <dgm:cxn modelId="{24263099-B4AA-49F2-995A-C8AE67986DD7}" type="presOf" srcId="{9880BA98-1A18-4EAF-BCD8-20C53BAA5A1A}" destId="{030C3FB8-8D00-4610-9370-3C176FD1FB8A}" srcOrd="0" destOrd="0" presId="urn:microsoft.com/office/officeart/2005/8/layout/matrix3"/>
    <dgm:cxn modelId="{AAF9A6D4-76C4-4F5A-B449-B224604498A8}" srcId="{3A7D8F4B-43D0-47CA-8A0C-19222DECA095}" destId="{7B903A0F-01AC-4682-ABB4-D8ACA1110397}" srcOrd="1" destOrd="0" parTransId="{C5289AB0-F10A-4CEA-B363-321F04951CAE}" sibTransId="{C6F9B7E9-D611-4A06-9256-BAF3437AAD4E}"/>
    <dgm:cxn modelId="{1952BCD1-9AB7-42E8-9C28-9646C76A3710}" type="presParOf" srcId="{A7EECBED-6F8E-45BD-818F-D3219BE956BA}" destId="{CFA6C9BC-74F6-44D5-9B26-679099F13EE5}" srcOrd="0" destOrd="0" presId="urn:microsoft.com/office/officeart/2005/8/layout/matrix3"/>
    <dgm:cxn modelId="{D4ECF36F-E949-4C31-8C32-F969859B1FC1}" type="presParOf" srcId="{A7EECBED-6F8E-45BD-818F-D3219BE956BA}" destId="{030C3FB8-8D00-4610-9370-3C176FD1FB8A}" srcOrd="1" destOrd="0" presId="urn:microsoft.com/office/officeart/2005/8/layout/matrix3"/>
    <dgm:cxn modelId="{54131320-66E2-423C-A697-B9671ACAD088}" type="presParOf" srcId="{A7EECBED-6F8E-45BD-818F-D3219BE956BA}" destId="{D50C654E-8D15-4A8A-BD04-A84B276B5EA4}" srcOrd="2" destOrd="0" presId="urn:microsoft.com/office/officeart/2005/8/layout/matrix3"/>
    <dgm:cxn modelId="{2353E9C0-06D7-4AB3-8185-0BFF3962F61F}" type="presParOf" srcId="{A7EECBED-6F8E-45BD-818F-D3219BE956BA}" destId="{07D66A17-0577-4F9E-B1EE-9A47A93456B7}" srcOrd="3" destOrd="0" presId="urn:microsoft.com/office/officeart/2005/8/layout/matrix3"/>
    <dgm:cxn modelId="{4BC16D96-6A2D-440C-9721-5A79AE33A7B4}" type="presParOf" srcId="{A7EECBED-6F8E-45BD-818F-D3219BE956BA}" destId="{38AD81D8-1D74-4D15-875C-E1D5461177B5}" srcOrd="4" destOrd="0" presId="urn:microsoft.com/office/officeart/2005/8/layout/matrix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373BB22-F4D3-4DFD-A64C-36B5C7F7C346}"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E126A076-F01B-430F-AE71-FE31406C05A7}">
      <dgm:prSet custT="1"/>
      <dgm:spPr>
        <a:solidFill>
          <a:srgbClr val="38BDF8"/>
        </a:solidFill>
      </dgm:spPr>
      <dgm:t>
        <a:bodyPr/>
        <a:lstStyle/>
        <a:p>
          <a:r>
            <a:rPr lang="en-US" sz="1600" b="1" dirty="0">
              <a:latin typeface="+mn-lt"/>
            </a:rPr>
            <a:t>Understanding code</a:t>
          </a:r>
          <a:br>
            <a:rPr lang="en-US" sz="1600" dirty="0">
              <a:latin typeface="+mn-lt"/>
            </a:rPr>
          </a:br>
          <a:r>
            <a:rPr lang="en-US" sz="1600" dirty="0">
              <a:latin typeface="+mn-lt"/>
            </a:rPr>
            <a:t>“Explain what this code does in simple words.”</a:t>
          </a:r>
          <a:endParaRPr lang="en-IN" sz="1600" dirty="0">
            <a:latin typeface="+mn-lt"/>
          </a:endParaRPr>
        </a:p>
      </dgm:t>
    </dgm:pt>
    <dgm:pt modelId="{101753DA-054C-400E-952C-A3728925C564}" type="parTrans" cxnId="{F2E9757B-DB1C-4EEE-9343-BAE5CC69E034}">
      <dgm:prSet/>
      <dgm:spPr/>
      <dgm:t>
        <a:bodyPr/>
        <a:lstStyle/>
        <a:p>
          <a:endParaRPr lang="en-IN"/>
        </a:p>
      </dgm:t>
    </dgm:pt>
    <dgm:pt modelId="{88AE8C97-E826-40FE-8EE7-4F6234987950}" type="sibTrans" cxnId="{F2E9757B-DB1C-4EEE-9343-BAE5CC69E034}">
      <dgm:prSet/>
      <dgm:spPr/>
      <dgm:t>
        <a:bodyPr/>
        <a:lstStyle/>
        <a:p>
          <a:endParaRPr lang="en-IN"/>
        </a:p>
      </dgm:t>
    </dgm:pt>
    <dgm:pt modelId="{BB4698BE-AB17-4EEB-9854-C92EEE96BD0A}">
      <dgm:prSet custT="1"/>
      <dgm:spPr>
        <a:solidFill>
          <a:srgbClr val="38BDF8"/>
        </a:solidFill>
      </dgm:spPr>
      <dgm:t>
        <a:bodyPr/>
        <a:lstStyle/>
        <a:p>
          <a:r>
            <a:rPr lang="en-US" sz="1600" b="1" dirty="0">
              <a:latin typeface="+mj-lt"/>
            </a:rPr>
            <a:t>Debugging</a:t>
          </a:r>
          <a:br>
            <a:rPr lang="en-US" sz="1600" dirty="0"/>
          </a:br>
          <a:r>
            <a:rPr lang="en-US" sz="1600" dirty="0"/>
            <a:t>“This code gives an error. Explain why and how to fix it.”</a:t>
          </a:r>
          <a:endParaRPr lang="en-IN" sz="1600" dirty="0"/>
        </a:p>
      </dgm:t>
    </dgm:pt>
    <dgm:pt modelId="{6856EF9B-C0F0-490A-9C21-2C91464B9B48}" type="parTrans" cxnId="{7DE47B31-A9D6-4E96-A7B3-C58420E98400}">
      <dgm:prSet/>
      <dgm:spPr/>
      <dgm:t>
        <a:bodyPr/>
        <a:lstStyle/>
        <a:p>
          <a:endParaRPr lang="en-IN"/>
        </a:p>
      </dgm:t>
    </dgm:pt>
    <dgm:pt modelId="{876EA1C4-5DD8-4E74-A387-B8F75A138786}" type="sibTrans" cxnId="{7DE47B31-A9D6-4E96-A7B3-C58420E98400}">
      <dgm:prSet/>
      <dgm:spPr/>
      <dgm:t>
        <a:bodyPr/>
        <a:lstStyle/>
        <a:p>
          <a:endParaRPr lang="en-IN"/>
        </a:p>
      </dgm:t>
    </dgm:pt>
    <dgm:pt modelId="{D330C0E7-F60E-469F-A64F-ACD846675BD0}">
      <dgm:prSet custT="1"/>
      <dgm:spPr>
        <a:solidFill>
          <a:srgbClr val="38BDF8"/>
        </a:solidFill>
      </dgm:spPr>
      <dgm:t>
        <a:bodyPr/>
        <a:lstStyle/>
        <a:p>
          <a:r>
            <a:rPr lang="en-US" sz="1600" b="1" dirty="0">
              <a:latin typeface="+mj-lt"/>
            </a:rPr>
            <a:t>Learning concepts</a:t>
          </a:r>
          <a:br>
            <a:rPr lang="en-US" sz="1600" dirty="0"/>
          </a:br>
          <a:r>
            <a:rPr lang="en-US" sz="1600" dirty="0"/>
            <a:t>“Explain this programming idea like I’m a beginner.”</a:t>
          </a:r>
          <a:endParaRPr lang="en-IN" sz="1600" dirty="0"/>
        </a:p>
      </dgm:t>
    </dgm:pt>
    <dgm:pt modelId="{D7BE9E79-B51E-4E81-93F0-22C001B2FEF2}" type="parTrans" cxnId="{D1AB6B1E-2635-4FE0-8579-5C76E783E1D1}">
      <dgm:prSet/>
      <dgm:spPr/>
      <dgm:t>
        <a:bodyPr/>
        <a:lstStyle/>
        <a:p>
          <a:endParaRPr lang="en-IN"/>
        </a:p>
      </dgm:t>
    </dgm:pt>
    <dgm:pt modelId="{B2661DF6-4CD2-402A-B056-3D301866EE4E}" type="sibTrans" cxnId="{D1AB6B1E-2635-4FE0-8579-5C76E783E1D1}">
      <dgm:prSet/>
      <dgm:spPr/>
      <dgm:t>
        <a:bodyPr/>
        <a:lstStyle/>
        <a:p>
          <a:endParaRPr lang="en-IN"/>
        </a:p>
      </dgm:t>
    </dgm:pt>
    <dgm:pt modelId="{DC5E3A25-E36D-40E1-8D4A-5026669F7F90}">
      <dgm:prSet custT="1"/>
      <dgm:spPr>
        <a:solidFill>
          <a:srgbClr val="38BDF8"/>
        </a:solidFill>
      </dgm:spPr>
      <dgm:t>
        <a:bodyPr/>
        <a:lstStyle/>
        <a:p>
          <a:r>
            <a:rPr lang="en-US" sz="1600" b="1" dirty="0">
              <a:latin typeface="+mj-lt"/>
            </a:rPr>
            <a:t>Generating examples</a:t>
          </a:r>
          <a:br>
            <a:rPr lang="en-US" sz="1600" dirty="0"/>
          </a:br>
          <a:r>
            <a:rPr lang="en-US" sz="1600" dirty="0"/>
            <a:t>“Give a simple example of this logic.”</a:t>
          </a:r>
          <a:endParaRPr lang="en-IN" sz="1600" dirty="0"/>
        </a:p>
      </dgm:t>
    </dgm:pt>
    <dgm:pt modelId="{4083AFBD-C6CF-4A98-B624-110C61497B18}" type="parTrans" cxnId="{9E879247-B99E-4913-AC04-E14B3C686849}">
      <dgm:prSet/>
      <dgm:spPr/>
      <dgm:t>
        <a:bodyPr/>
        <a:lstStyle/>
        <a:p>
          <a:endParaRPr lang="en-IN"/>
        </a:p>
      </dgm:t>
    </dgm:pt>
    <dgm:pt modelId="{34C64711-A8BC-46CE-AAAA-75FF9BB4E558}" type="sibTrans" cxnId="{9E879247-B99E-4913-AC04-E14B3C686849}">
      <dgm:prSet/>
      <dgm:spPr/>
      <dgm:t>
        <a:bodyPr/>
        <a:lstStyle/>
        <a:p>
          <a:endParaRPr lang="en-IN"/>
        </a:p>
      </dgm:t>
    </dgm:pt>
    <dgm:pt modelId="{5498071C-E53D-41E5-AEF8-16F3DD0FF715}">
      <dgm:prSet custT="1"/>
      <dgm:spPr>
        <a:solidFill>
          <a:srgbClr val="38BDF8"/>
        </a:solidFill>
      </dgm:spPr>
      <dgm:t>
        <a:bodyPr/>
        <a:lstStyle/>
        <a:p>
          <a:r>
            <a:rPr lang="en-US" sz="1600" b="1" dirty="0">
              <a:latin typeface="+mj-lt"/>
            </a:rPr>
            <a:t>Improving code</a:t>
          </a:r>
          <a:br>
            <a:rPr lang="en-US" sz="1600" dirty="0"/>
          </a:br>
          <a:r>
            <a:rPr lang="en-US" sz="1600" dirty="0"/>
            <a:t>“Make this code cleaner and easier to read.”</a:t>
          </a:r>
          <a:endParaRPr lang="en-IN" sz="1600" dirty="0"/>
        </a:p>
      </dgm:t>
    </dgm:pt>
    <dgm:pt modelId="{5D86E9B7-EA43-4652-A14D-9C6B6B5BDE42}" type="parTrans" cxnId="{D8CD77D9-D939-45D1-A7F7-3CA70A578582}">
      <dgm:prSet/>
      <dgm:spPr/>
      <dgm:t>
        <a:bodyPr/>
        <a:lstStyle/>
        <a:p>
          <a:endParaRPr lang="en-IN"/>
        </a:p>
      </dgm:t>
    </dgm:pt>
    <dgm:pt modelId="{400671B1-5C31-4B18-BDB7-9CF68C309130}" type="sibTrans" cxnId="{D8CD77D9-D939-45D1-A7F7-3CA70A578582}">
      <dgm:prSet/>
      <dgm:spPr/>
      <dgm:t>
        <a:bodyPr/>
        <a:lstStyle/>
        <a:p>
          <a:endParaRPr lang="en-IN"/>
        </a:p>
      </dgm:t>
    </dgm:pt>
    <dgm:pt modelId="{625EDF7D-3476-4673-A5B8-68CDEADA81F2}" type="pres">
      <dgm:prSet presAssocID="{E373BB22-F4D3-4DFD-A64C-36B5C7F7C346}" presName="linear" presStyleCnt="0">
        <dgm:presLayoutVars>
          <dgm:dir/>
          <dgm:animLvl val="lvl"/>
          <dgm:resizeHandles val="exact"/>
        </dgm:presLayoutVars>
      </dgm:prSet>
      <dgm:spPr/>
    </dgm:pt>
    <dgm:pt modelId="{F480489C-022D-4427-8D13-ACF716604843}" type="pres">
      <dgm:prSet presAssocID="{E126A076-F01B-430F-AE71-FE31406C05A7}" presName="parentLin" presStyleCnt="0"/>
      <dgm:spPr/>
    </dgm:pt>
    <dgm:pt modelId="{AC87467A-1CD0-4C25-BC35-59169FD37DDE}" type="pres">
      <dgm:prSet presAssocID="{E126A076-F01B-430F-AE71-FE31406C05A7}" presName="parentLeftMargin" presStyleLbl="node1" presStyleIdx="0" presStyleCnt="5"/>
      <dgm:spPr/>
    </dgm:pt>
    <dgm:pt modelId="{6B7E204F-9E25-436E-8245-07E40FBAD661}" type="pres">
      <dgm:prSet presAssocID="{E126A076-F01B-430F-AE71-FE31406C05A7}" presName="parentText" presStyleLbl="node1" presStyleIdx="0" presStyleCnt="5">
        <dgm:presLayoutVars>
          <dgm:chMax val="0"/>
          <dgm:bulletEnabled val="1"/>
        </dgm:presLayoutVars>
      </dgm:prSet>
      <dgm:spPr/>
    </dgm:pt>
    <dgm:pt modelId="{DF7890A2-CF62-4E7A-8C5A-B2FA24DF451E}" type="pres">
      <dgm:prSet presAssocID="{E126A076-F01B-430F-AE71-FE31406C05A7}" presName="negativeSpace" presStyleCnt="0"/>
      <dgm:spPr/>
    </dgm:pt>
    <dgm:pt modelId="{BBDB8848-D450-4E39-B7BD-30517E26EA05}" type="pres">
      <dgm:prSet presAssocID="{E126A076-F01B-430F-AE71-FE31406C05A7}" presName="childText" presStyleLbl="conFgAcc1" presStyleIdx="0" presStyleCnt="5">
        <dgm:presLayoutVars>
          <dgm:bulletEnabled val="1"/>
        </dgm:presLayoutVars>
      </dgm:prSet>
      <dgm:spPr/>
    </dgm:pt>
    <dgm:pt modelId="{CABEB7F3-D985-43ED-B31D-FBE7B50F40A0}" type="pres">
      <dgm:prSet presAssocID="{88AE8C97-E826-40FE-8EE7-4F6234987950}" presName="spaceBetweenRectangles" presStyleCnt="0"/>
      <dgm:spPr/>
    </dgm:pt>
    <dgm:pt modelId="{A4A1E32E-6360-4676-9A30-7F50DA8D77BD}" type="pres">
      <dgm:prSet presAssocID="{BB4698BE-AB17-4EEB-9854-C92EEE96BD0A}" presName="parentLin" presStyleCnt="0"/>
      <dgm:spPr/>
    </dgm:pt>
    <dgm:pt modelId="{C1A4CE82-9E45-4FFE-85BC-7BBF6E8A1E38}" type="pres">
      <dgm:prSet presAssocID="{BB4698BE-AB17-4EEB-9854-C92EEE96BD0A}" presName="parentLeftMargin" presStyleLbl="node1" presStyleIdx="0" presStyleCnt="5"/>
      <dgm:spPr/>
    </dgm:pt>
    <dgm:pt modelId="{5E6C3724-5211-4FD7-B79B-67DBB590DA10}" type="pres">
      <dgm:prSet presAssocID="{BB4698BE-AB17-4EEB-9854-C92EEE96BD0A}" presName="parentText" presStyleLbl="node1" presStyleIdx="1" presStyleCnt="5">
        <dgm:presLayoutVars>
          <dgm:chMax val="0"/>
          <dgm:bulletEnabled val="1"/>
        </dgm:presLayoutVars>
      </dgm:prSet>
      <dgm:spPr/>
    </dgm:pt>
    <dgm:pt modelId="{7D37E72D-1AEE-4766-85F0-CF3B84314DDE}" type="pres">
      <dgm:prSet presAssocID="{BB4698BE-AB17-4EEB-9854-C92EEE96BD0A}" presName="negativeSpace" presStyleCnt="0"/>
      <dgm:spPr/>
    </dgm:pt>
    <dgm:pt modelId="{AC75C90C-0908-422D-993D-4CEBD23CAA8D}" type="pres">
      <dgm:prSet presAssocID="{BB4698BE-AB17-4EEB-9854-C92EEE96BD0A}" presName="childText" presStyleLbl="conFgAcc1" presStyleIdx="1" presStyleCnt="5">
        <dgm:presLayoutVars>
          <dgm:bulletEnabled val="1"/>
        </dgm:presLayoutVars>
      </dgm:prSet>
      <dgm:spPr/>
    </dgm:pt>
    <dgm:pt modelId="{8C3756C5-67B2-4388-80F1-E2C6DE4D2764}" type="pres">
      <dgm:prSet presAssocID="{876EA1C4-5DD8-4E74-A387-B8F75A138786}" presName="spaceBetweenRectangles" presStyleCnt="0"/>
      <dgm:spPr/>
    </dgm:pt>
    <dgm:pt modelId="{225AF81E-E08A-4D66-BEEF-9DE07058C4B5}" type="pres">
      <dgm:prSet presAssocID="{D330C0E7-F60E-469F-A64F-ACD846675BD0}" presName="parentLin" presStyleCnt="0"/>
      <dgm:spPr/>
    </dgm:pt>
    <dgm:pt modelId="{42DF42D4-D719-45BD-A209-B49BFDD7DD12}" type="pres">
      <dgm:prSet presAssocID="{D330C0E7-F60E-469F-A64F-ACD846675BD0}" presName="parentLeftMargin" presStyleLbl="node1" presStyleIdx="1" presStyleCnt="5"/>
      <dgm:spPr/>
    </dgm:pt>
    <dgm:pt modelId="{F80A2C6F-4187-4042-88E4-F2014F49DCA6}" type="pres">
      <dgm:prSet presAssocID="{D330C0E7-F60E-469F-A64F-ACD846675BD0}" presName="parentText" presStyleLbl="node1" presStyleIdx="2" presStyleCnt="5">
        <dgm:presLayoutVars>
          <dgm:chMax val="0"/>
          <dgm:bulletEnabled val="1"/>
        </dgm:presLayoutVars>
      </dgm:prSet>
      <dgm:spPr/>
    </dgm:pt>
    <dgm:pt modelId="{C1CC63C9-E46E-46E0-BFF9-B997D1DA5D77}" type="pres">
      <dgm:prSet presAssocID="{D330C0E7-F60E-469F-A64F-ACD846675BD0}" presName="negativeSpace" presStyleCnt="0"/>
      <dgm:spPr/>
    </dgm:pt>
    <dgm:pt modelId="{46CAF00E-7610-4DBC-8103-B33FEB1DF65C}" type="pres">
      <dgm:prSet presAssocID="{D330C0E7-F60E-469F-A64F-ACD846675BD0}" presName="childText" presStyleLbl="conFgAcc1" presStyleIdx="2" presStyleCnt="5">
        <dgm:presLayoutVars>
          <dgm:bulletEnabled val="1"/>
        </dgm:presLayoutVars>
      </dgm:prSet>
      <dgm:spPr/>
    </dgm:pt>
    <dgm:pt modelId="{8C28CDC8-F8B4-4AAE-8448-5512F37C419F}" type="pres">
      <dgm:prSet presAssocID="{B2661DF6-4CD2-402A-B056-3D301866EE4E}" presName="spaceBetweenRectangles" presStyleCnt="0"/>
      <dgm:spPr/>
    </dgm:pt>
    <dgm:pt modelId="{79E38F04-BAE1-4459-A015-649A45288E9D}" type="pres">
      <dgm:prSet presAssocID="{DC5E3A25-E36D-40E1-8D4A-5026669F7F90}" presName="parentLin" presStyleCnt="0"/>
      <dgm:spPr/>
    </dgm:pt>
    <dgm:pt modelId="{0401037C-F2FC-4200-8EDE-38E7FD128134}" type="pres">
      <dgm:prSet presAssocID="{DC5E3A25-E36D-40E1-8D4A-5026669F7F90}" presName="parentLeftMargin" presStyleLbl="node1" presStyleIdx="2" presStyleCnt="5"/>
      <dgm:spPr/>
    </dgm:pt>
    <dgm:pt modelId="{A6CA7943-4F9D-4102-9E52-56B69C2AFCE3}" type="pres">
      <dgm:prSet presAssocID="{DC5E3A25-E36D-40E1-8D4A-5026669F7F90}" presName="parentText" presStyleLbl="node1" presStyleIdx="3" presStyleCnt="5">
        <dgm:presLayoutVars>
          <dgm:chMax val="0"/>
          <dgm:bulletEnabled val="1"/>
        </dgm:presLayoutVars>
      </dgm:prSet>
      <dgm:spPr/>
    </dgm:pt>
    <dgm:pt modelId="{762A797C-67EC-4870-8F6F-12801C359566}" type="pres">
      <dgm:prSet presAssocID="{DC5E3A25-E36D-40E1-8D4A-5026669F7F90}" presName="negativeSpace" presStyleCnt="0"/>
      <dgm:spPr/>
    </dgm:pt>
    <dgm:pt modelId="{36F67A29-8F07-46A9-8655-8EB8B8DD6577}" type="pres">
      <dgm:prSet presAssocID="{DC5E3A25-E36D-40E1-8D4A-5026669F7F90}" presName="childText" presStyleLbl="conFgAcc1" presStyleIdx="3" presStyleCnt="5">
        <dgm:presLayoutVars>
          <dgm:bulletEnabled val="1"/>
        </dgm:presLayoutVars>
      </dgm:prSet>
      <dgm:spPr/>
    </dgm:pt>
    <dgm:pt modelId="{1C81608B-B646-46B4-AA7E-EEBF1FFE7B54}" type="pres">
      <dgm:prSet presAssocID="{34C64711-A8BC-46CE-AAAA-75FF9BB4E558}" presName="spaceBetweenRectangles" presStyleCnt="0"/>
      <dgm:spPr/>
    </dgm:pt>
    <dgm:pt modelId="{5B8F6198-88F7-482A-9EF1-3214AD79842F}" type="pres">
      <dgm:prSet presAssocID="{5498071C-E53D-41E5-AEF8-16F3DD0FF715}" presName="parentLin" presStyleCnt="0"/>
      <dgm:spPr/>
    </dgm:pt>
    <dgm:pt modelId="{031BB411-6676-4315-B76D-492F71EBC3EC}" type="pres">
      <dgm:prSet presAssocID="{5498071C-E53D-41E5-AEF8-16F3DD0FF715}" presName="parentLeftMargin" presStyleLbl="node1" presStyleIdx="3" presStyleCnt="5"/>
      <dgm:spPr/>
    </dgm:pt>
    <dgm:pt modelId="{82C5F4BC-B930-41D4-95CD-A150542F6A5C}" type="pres">
      <dgm:prSet presAssocID="{5498071C-E53D-41E5-AEF8-16F3DD0FF715}" presName="parentText" presStyleLbl="node1" presStyleIdx="4" presStyleCnt="5">
        <dgm:presLayoutVars>
          <dgm:chMax val="0"/>
          <dgm:bulletEnabled val="1"/>
        </dgm:presLayoutVars>
      </dgm:prSet>
      <dgm:spPr/>
    </dgm:pt>
    <dgm:pt modelId="{F5BB0CD4-3C27-4098-BE68-89F0586DA9DF}" type="pres">
      <dgm:prSet presAssocID="{5498071C-E53D-41E5-AEF8-16F3DD0FF715}" presName="negativeSpace" presStyleCnt="0"/>
      <dgm:spPr/>
    </dgm:pt>
    <dgm:pt modelId="{35DF5B22-867F-462B-B565-122D2E4254C3}" type="pres">
      <dgm:prSet presAssocID="{5498071C-E53D-41E5-AEF8-16F3DD0FF715}" presName="childText" presStyleLbl="conFgAcc1" presStyleIdx="4" presStyleCnt="5">
        <dgm:presLayoutVars>
          <dgm:bulletEnabled val="1"/>
        </dgm:presLayoutVars>
      </dgm:prSet>
      <dgm:spPr/>
    </dgm:pt>
  </dgm:ptLst>
  <dgm:cxnLst>
    <dgm:cxn modelId="{26CDDE08-041C-4160-9D76-D159FB39F3E7}" type="presOf" srcId="{BB4698BE-AB17-4EEB-9854-C92EEE96BD0A}" destId="{5E6C3724-5211-4FD7-B79B-67DBB590DA10}" srcOrd="1" destOrd="0" presId="urn:microsoft.com/office/officeart/2005/8/layout/list1"/>
    <dgm:cxn modelId="{52C1A20C-6EB0-4A28-80B6-BD83C304FFC2}" type="presOf" srcId="{E373BB22-F4D3-4DFD-A64C-36B5C7F7C346}" destId="{625EDF7D-3476-4673-A5B8-68CDEADA81F2}" srcOrd="0" destOrd="0" presId="urn:microsoft.com/office/officeart/2005/8/layout/list1"/>
    <dgm:cxn modelId="{D1AB6B1E-2635-4FE0-8579-5C76E783E1D1}" srcId="{E373BB22-F4D3-4DFD-A64C-36B5C7F7C346}" destId="{D330C0E7-F60E-469F-A64F-ACD846675BD0}" srcOrd="2" destOrd="0" parTransId="{D7BE9E79-B51E-4E81-93F0-22C001B2FEF2}" sibTransId="{B2661DF6-4CD2-402A-B056-3D301866EE4E}"/>
    <dgm:cxn modelId="{C897082D-BA80-43E2-9D8E-9DB958AFE72B}" type="presOf" srcId="{D330C0E7-F60E-469F-A64F-ACD846675BD0}" destId="{42DF42D4-D719-45BD-A209-B49BFDD7DD12}" srcOrd="0" destOrd="0" presId="urn:microsoft.com/office/officeart/2005/8/layout/list1"/>
    <dgm:cxn modelId="{20726B2D-52D9-4EE3-80C9-AFDCF781C985}" type="presOf" srcId="{5498071C-E53D-41E5-AEF8-16F3DD0FF715}" destId="{031BB411-6676-4315-B76D-492F71EBC3EC}" srcOrd="0" destOrd="0" presId="urn:microsoft.com/office/officeart/2005/8/layout/list1"/>
    <dgm:cxn modelId="{7DE47B31-A9D6-4E96-A7B3-C58420E98400}" srcId="{E373BB22-F4D3-4DFD-A64C-36B5C7F7C346}" destId="{BB4698BE-AB17-4EEB-9854-C92EEE96BD0A}" srcOrd="1" destOrd="0" parTransId="{6856EF9B-C0F0-490A-9C21-2C91464B9B48}" sibTransId="{876EA1C4-5DD8-4E74-A387-B8F75A138786}"/>
    <dgm:cxn modelId="{25B70F44-57B6-459E-BA90-85A0C0547312}" type="presOf" srcId="{DC5E3A25-E36D-40E1-8D4A-5026669F7F90}" destId="{A6CA7943-4F9D-4102-9E52-56B69C2AFCE3}" srcOrd="1" destOrd="0" presId="urn:microsoft.com/office/officeart/2005/8/layout/list1"/>
    <dgm:cxn modelId="{9E879247-B99E-4913-AC04-E14B3C686849}" srcId="{E373BB22-F4D3-4DFD-A64C-36B5C7F7C346}" destId="{DC5E3A25-E36D-40E1-8D4A-5026669F7F90}" srcOrd="3" destOrd="0" parTransId="{4083AFBD-C6CF-4A98-B624-110C61497B18}" sibTransId="{34C64711-A8BC-46CE-AAAA-75FF9BB4E558}"/>
    <dgm:cxn modelId="{F2E9757B-DB1C-4EEE-9343-BAE5CC69E034}" srcId="{E373BB22-F4D3-4DFD-A64C-36B5C7F7C346}" destId="{E126A076-F01B-430F-AE71-FE31406C05A7}" srcOrd="0" destOrd="0" parTransId="{101753DA-054C-400E-952C-A3728925C564}" sibTransId="{88AE8C97-E826-40FE-8EE7-4F6234987950}"/>
    <dgm:cxn modelId="{6518ABB5-5CA8-466F-8621-DB9B8410A337}" type="presOf" srcId="{DC5E3A25-E36D-40E1-8D4A-5026669F7F90}" destId="{0401037C-F2FC-4200-8EDE-38E7FD128134}" srcOrd="0" destOrd="0" presId="urn:microsoft.com/office/officeart/2005/8/layout/list1"/>
    <dgm:cxn modelId="{52F740B7-F3A2-4032-9BF6-D1433CF3BCEB}" type="presOf" srcId="{5498071C-E53D-41E5-AEF8-16F3DD0FF715}" destId="{82C5F4BC-B930-41D4-95CD-A150542F6A5C}" srcOrd="1" destOrd="0" presId="urn:microsoft.com/office/officeart/2005/8/layout/list1"/>
    <dgm:cxn modelId="{5F894AC1-9A36-4DB0-B37F-59AD612B1B93}" type="presOf" srcId="{E126A076-F01B-430F-AE71-FE31406C05A7}" destId="{6B7E204F-9E25-436E-8245-07E40FBAD661}" srcOrd="1" destOrd="0" presId="urn:microsoft.com/office/officeart/2005/8/layout/list1"/>
    <dgm:cxn modelId="{061446D7-F442-463C-A4B2-4912E54AB01C}" type="presOf" srcId="{BB4698BE-AB17-4EEB-9854-C92EEE96BD0A}" destId="{C1A4CE82-9E45-4FFE-85BC-7BBF6E8A1E38}" srcOrd="0" destOrd="0" presId="urn:microsoft.com/office/officeart/2005/8/layout/list1"/>
    <dgm:cxn modelId="{D8CD77D9-D939-45D1-A7F7-3CA70A578582}" srcId="{E373BB22-F4D3-4DFD-A64C-36B5C7F7C346}" destId="{5498071C-E53D-41E5-AEF8-16F3DD0FF715}" srcOrd="4" destOrd="0" parTransId="{5D86E9B7-EA43-4652-A14D-9C6B6B5BDE42}" sibTransId="{400671B1-5C31-4B18-BDB7-9CF68C309130}"/>
    <dgm:cxn modelId="{D71E5BFE-C716-4B2A-9253-CBC413B35C79}" type="presOf" srcId="{E126A076-F01B-430F-AE71-FE31406C05A7}" destId="{AC87467A-1CD0-4C25-BC35-59169FD37DDE}" srcOrd="0" destOrd="0" presId="urn:microsoft.com/office/officeart/2005/8/layout/list1"/>
    <dgm:cxn modelId="{EA7AC4FE-1353-490D-A6D6-34A623BD5F28}" type="presOf" srcId="{D330C0E7-F60E-469F-A64F-ACD846675BD0}" destId="{F80A2C6F-4187-4042-88E4-F2014F49DCA6}" srcOrd="1" destOrd="0" presId="urn:microsoft.com/office/officeart/2005/8/layout/list1"/>
    <dgm:cxn modelId="{B56499BC-1DFF-496D-A96E-93A1CA66FC0E}" type="presParOf" srcId="{625EDF7D-3476-4673-A5B8-68CDEADA81F2}" destId="{F480489C-022D-4427-8D13-ACF716604843}" srcOrd="0" destOrd="0" presId="urn:microsoft.com/office/officeart/2005/8/layout/list1"/>
    <dgm:cxn modelId="{AFA332F3-3990-4BEE-80B8-A4F5AF6DF158}" type="presParOf" srcId="{F480489C-022D-4427-8D13-ACF716604843}" destId="{AC87467A-1CD0-4C25-BC35-59169FD37DDE}" srcOrd="0" destOrd="0" presId="urn:microsoft.com/office/officeart/2005/8/layout/list1"/>
    <dgm:cxn modelId="{BBCA722C-3347-4777-B001-67CF6EFEFF37}" type="presParOf" srcId="{F480489C-022D-4427-8D13-ACF716604843}" destId="{6B7E204F-9E25-436E-8245-07E40FBAD661}" srcOrd="1" destOrd="0" presId="urn:microsoft.com/office/officeart/2005/8/layout/list1"/>
    <dgm:cxn modelId="{9A5546D3-8518-40CE-B171-973B45845872}" type="presParOf" srcId="{625EDF7D-3476-4673-A5B8-68CDEADA81F2}" destId="{DF7890A2-CF62-4E7A-8C5A-B2FA24DF451E}" srcOrd="1" destOrd="0" presId="urn:microsoft.com/office/officeart/2005/8/layout/list1"/>
    <dgm:cxn modelId="{75191D23-3732-4B5E-9354-B8A351CD9880}" type="presParOf" srcId="{625EDF7D-3476-4673-A5B8-68CDEADA81F2}" destId="{BBDB8848-D450-4E39-B7BD-30517E26EA05}" srcOrd="2" destOrd="0" presId="urn:microsoft.com/office/officeart/2005/8/layout/list1"/>
    <dgm:cxn modelId="{9BEAC298-97D4-480C-8BBF-3A8E04BB8601}" type="presParOf" srcId="{625EDF7D-3476-4673-A5B8-68CDEADA81F2}" destId="{CABEB7F3-D985-43ED-B31D-FBE7B50F40A0}" srcOrd="3" destOrd="0" presId="urn:microsoft.com/office/officeart/2005/8/layout/list1"/>
    <dgm:cxn modelId="{26B87994-40D9-4B16-A379-9D47863628C2}" type="presParOf" srcId="{625EDF7D-3476-4673-A5B8-68CDEADA81F2}" destId="{A4A1E32E-6360-4676-9A30-7F50DA8D77BD}" srcOrd="4" destOrd="0" presId="urn:microsoft.com/office/officeart/2005/8/layout/list1"/>
    <dgm:cxn modelId="{5ED758BF-5133-4011-B797-A9341EC6C33D}" type="presParOf" srcId="{A4A1E32E-6360-4676-9A30-7F50DA8D77BD}" destId="{C1A4CE82-9E45-4FFE-85BC-7BBF6E8A1E38}" srcOrd="0" destOrd="0" presId="urn:microsoft.com/office/officeart/2005/8/layout/list1"/>
    <dgm:cxn modelId="{705DC482-EF7A-46B1-A626-41A88C08F9D7}" type="presParOf" srcId="{A4A1E32E-6360-4676-9A30-7F50DA8D77BD}" destId="{5E6C3724-5211-4FD7-B79B-67DBB590DA10}" srcOrd="1" destOrd="0" presId="urn:microsoft.com/office/officeart/2005/8/layout/list1"/>
    <dgm:cxn modelId="{0A5372BC-70CF-41D7-9EA5-4C83C1F1783D}" type="presParOf" srcId="{625EDF7D-3476-4673-A5B8-68CDEADA81F2}" destId="{7D37E72D-1AEE-4766-85F0-CF3B84314DDE}" srcOrd="5" destOrd="0" presId="urn:microsoft.com/office/officeart/2005/8/layout/list1"/>
    <dgm:cxn modelId="{CE1EC526-2879-4E93-93CD-9020641C6D52}" type="presParOf" srcId="{625EDF7D-3476-4673-A5B8-68CDEADA81F2}" destId="{AC75C90C-0908-422D-993D-4CEBD23CAA8D}" srcOrd="6" destOrd="0" presId="urn:microsoft.com/office/officeart/2005/8/layout/list1"/>
    <dgm:cxn modelId="{71DF9056-827B-4313-88E4-7C6871507EA2}" type="presParOf" srcId="{625EDF7D-3476-4673-A5B8-68CDEADA81F2}" destId="{8C3756C5-67B2-4388-80F1-E2C6DE4D2764}" srcOrd="7" destOrd="0" presId="urn:microsoft.com/office/officeart/2005/8/layout/list1"/>
    <dgm:cxn modelId="{40AF22A1-E30F-4B99-96DF-AA7690792A80}" type="presParOf" srcId="{625EDF7D-3476-4673-A5B8-68CDEADA81F2}" destId="{225AF81E-E08A-4D66-BEEF-9DE07058C4B5}" srcOrd="8" destOrd="0" presId="urn:microsoft.com/office/officeart/2005/8/layout/list1"/>
    <dgm:cxn modelId="{0DFD3AF6-98EB-44DD-9831-277F68A244E7}" type="presParOf" srcId="{225AF81E-E08A-4D66-BEEF-9DE07058C4B5}" destId="{42DF42D4-D719-45BD-A209-B49BFDD7DD12}" srcOrd="0" destOrd="0" presId="urn:microsoft.com/office/officeart/2005/8/layout/list1"/>
    <dgm:cxn modelId="{51DBA90A-B1E0-4283-88E6-DBD3AA970BA2}" type="presParOf" srcId="{225AF81E-E08A-4D66-BEEF-9DE07058C4B5}" destId="{F80A2C6F-4187-4042-88E4-F2014F49DCA6}" srcOrd="1" destOrd="0" presId="urn:microsoft.com/office/officeart/2005/8/layout/list1"/>
    <dgm:cxn modelId="{150E73A0-71BC-4822-A615-E9DE27336337}" type="presParOf" srcId="{625EDF7D-3476-4673-A5B8-68CDEADA81F2}" destId="{C1CC63C9-E46E-46E0-BFF9-B997D1DA5D77}" srcOrd="9" destOrd="0" presId="urn:microsoft.com/office/officeart/2005/8/layout/list1"/>
    <dgm:cxn modelId="{D698B3AD-24D4-4EBE-B68D-76D49349E620}" type="presParOf" srcId="{625EDF7D-3476-4673-A5B8-68CDEADA81F2}" destId="{46CAF00E-7610-4DBC-8103-B33FEB1DF65C}" srcOrd="10" destOrd="0" presId="urn:microsoft.com/office/officeart/2005/8/layout/list1"/>
    <dgm:cxn modelId="{DF48040E-BABC-4BE3-BEA5-A17F3A1700E6}" type="presParOf" srcId="{625EDF7D-3476-4673-A5B8-68CDEADA81F2}" destId="{8C28CDC8-F8B4-4AAE-8448-5512F37C419F}" srcOrd="11" destOrd="0" presId="urn:microsoft.com/office/officeart/2005/8/layout/list1"/>
    <dgm:cxn modelId="{88AF56B0-8813-4B55-80AD-35DAE7374475}" type="presParOf" srcId="{625EDF7D-3476-4673-A5B8-68CDEADA81F2}" destId="{79E38F04-BAE1-4459-A015-649A45288E9D}" srcOrd="12" destOrd="0" presId="urn:microsoft.com/office/officeart/2005/8/layout/list1"/>
    <dgm:cxn modelId="{0BC79DBF-BB4B-4376-9176-1A29F18A8B49}" type="presParOf" srcId="{79E38F04-BAE1-4459-A015-649A45288E9D}" destId="{0401037C-F2FC-4200-8EDE-38E7FD128134}" srcOrd="0" destOrd="0" presId="urn:microsoft.com/office/officeart/2005/8/layout/list1"/>
    <dgm:cxn modelId="{2001814C-D4F6-4C94-A8A5-D3D21DF2C155}" type="presParOf" srcId="{79E38F04-BAE1-4459-A015-649A45288E9D}" destId="{A6CA7943-4F9D-4102-9E52-56B69C2AFCE3}" srcOrd="1" destOrd="0" presId="urn:microsoft.com/office/officeart/2005/8/layout/list1"/>
    <dgm:cxn modelId="{4283BC9D-6A08-4F2F-8835-351AA03B8B57}" type="presParOf" srcId="{625EDF7D-3476-4673-A5B8-68CDEADA81F2}" destId="{762A797C-67EC-4870-8F6F-12801C359566}" srcOrd="13" destOrd="0" presId="urn:microsoft.com/office/officeart/2005/8/layout/list1"/>
    <dgm:cxn modelId="{994FB0B8-7E56-4081-8E99-DB0EADB2BD97}" type="presParOf" srcId="{625EDF7D-3476-4673-A5B8-68CDEADA81F2}" destId="{36F67A29-8F07-46A9-8655-8EB8B8DD6577}" srcOrd="14" destOrd="0" presId="urn:microsoft.com/office/officeart/2005/8/layout/list1"/>
    <dgm:cxn modelId="{604AE79D-4998-4BE6-A5E6-4F5695D3B1AD}" type="presParOf" srcId="{625EDF7D-3476-4673-A5B8-68CDEADA81F2}" destId="{1C81608B-B646-46B4-AA7E-EEBF1FFE7B54}" srcOrd="15" destOrd="0" presId="urn:microsoft.com/office/officeart/2005/8/layout/list1"/>
    <dgm:cxn modelId="{8CF7DCE7-9472-4254-A7B4-7A81042C1810}" type="presParOf" srcId="{625EDF7D-3476-4673-A5B8-68CDEADA81F2}" destId="{5B8F6198-88F7-482A-9EF1-3214AD79842F}" srcOrd="16" destOrd="0" presId="urn:microsoft.com/office/officeart/2005/8/layout/list1"/>
    <dgm:cxn modelId="{6F0AFA00-61E0-434F-800E-91EE50B919B7}" type="presParOf" srcId="{5B8F6198-88F7-482A-9EF1-3214AD79842F}" destId="{031BB411-6676-4315-B76D-492F71EBC3EC}" srcOrd="0" destOrd="0" presId="urn:microsoft.com/office/officeart/2005/8/layout/list1"/>
    <dgm:cxn modelId="{F05250B2-5478-4ED7-9E71-CF161C576ADC}" type="presParOf" srcId="{5B8F6198-88F7-482A-9EF1-3214AD79842F}" destId="{82C5F4BC-B930-41D4-95CD-A150542F6A5C}" srcOrd="1" destOrd="0" presId="urn:microsoft.com/office/officeart/2005/8/layout/list1"/>
    <dgm:cxn modelId="{3202CD4A-9310-4FF4-A0CF-105C4E8ED7F6}" type="presParOf" srcId="{625EDF7D-3476-4673-A5B8-68CDEADA81F2}" destId="{F5BB0CD4-3C27-4098-BE68-89F0586DA9DF}" srcOrd="17" destOrd="0" presId="urn:microsoft.com/office/officeart/2005/8/layout/list1"/>
    <dgm:cxn modelId="{5213FFD2-849B-484C-ABE7-F52F703D4A13}" type="presParOf" srcId="{625EDF7D-3476-4673-A5B8-68CDEADA81F2}" destId="{35DF5B22-867F-462B-B565-122D2E4254C3}"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AFBC062-21F2-49A5-8184-7B5302D13299}"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AF3DA6E5-1E44-4A3D-90A0-D814DF818F62}">
      <dgm:prSet custT="1"/>
      <dgm:spPr>
        <a:solidFill>
          <a:srgbClr val="38BDF8"/>
        </a:solidFill>
      </dgm:spPr>
      <dgm:t>
        <a:bodyPr/>
        <a:lstStyle/>
        <a:p>
          <a:r>
            <a:rPr lang="en-IN" sz="1600" b="1" dirty="0"/>
            <a:t>Simplifying topics</a:t>
          </a:r>
        </a:p>
        <a:p>
          <a:r>
            <a:rPr lang="en-IN" sz="1600" dirty="0"/>
            <a:t>“Explain this in simple words.”</a:t>
          </a:r>
          <a:endParaRPr lang="en-IN" sz="1800" dirty="0"/>
        </a:p>
      </dgm:t>
    </dgm:pt>
    <dgm:pt modelId="{583FB1FA-F8C0-477A-BEB2-13193932146F}" type="parTrans" cxnId="{AEF07D78-1949-499A-B495-30536CD95B12}">
      <dgm:prSet/>
      <dgm:spPr/>
      <dgm:t>
        <a:bodyPr/>
        <a:lstStyle/>
        <a:p>
          <a:endParaRPr lang="en-IN"/>
        </a:p>
      </dgm:t>
    </dgm:pt>
    <dgm:pt modelId="{7D58195B-DD1B-4737-96AA-5B8A648CD7E2}" type="sibTrans" cxnId="{AEF07D78-1949-499A-B495-30536CD95B12}">
      <dgm:prSet/>
      <dgm:spPr/>
      <dgm:t>
        <a:bodyPr/>
        <a:lstStyle/>
        <a:p>
          <a:endParaRPr lang="en-IN"/>
        </a:p>
      </dgm:t>
    </dgm:pt>
    <dgm:pt modelId="{E53444B6-694A-4B17-AEC3-7FE2CDE5AFAD}">
      <dgm:prSet custT="1"/>
      <dgm:spPr>
        <a:solidFill>
          <a:srgbClr val="38BDF8"/>
        </a:solidFill>
      </dgm:spPr>
      <dgm:t>
        <a:bodyPr/>
        <a:lstStyle/>
        <a:p>
          <a:r>
            <a:rPr lang="en-IN" sz="1600" b="1" dirty="0"/>
            <a:t>Examples </a:t>
          </a:r>
          <a:r>
            <a:rPr lang="en-IN" sz="1800" b="1" dirty="0"/>
            <a:t> </a:t>
          </a:r>
        </a:p>
        <a:p>
          <a:r>
            <a:rPr lang="en-IN" sz="1600" dirty="0"/>
            <a:t>“Give a real-life example.”</a:t>
          </a:r>
        </a:p>
      </dgm:t>
    </dgm:pt>
    <dgm:pt modelId="{6FE0DC39-C782-42A9-BE45-C93A6DE71B11}" type="parTrans" cxnId="{A6A13A37-DA9B-4082-8497-04DE6CAB0855}">
      <dgm:prSet/>
      <dgm:spPr/>
      <dgm:t>
        <a:bodyPr/>
        <a:lstStyle/>
        <a:p>
          <a:endParaRPr lang="en-IN"/>
        </a:p>
      </dgm:t>
    </dgm:pt>
    <dgm:pt modelId="{9AFC9F51-FD35-486F-8CB1-C5AC24F1ABD4}" type="sibTrans" cxnId="{A6A13A37-DA9B-4082-8497-04DE6CAB0855}">
      <dgm:prSet/>
      <dgm:spPr/>
      <dgm:t>
        <a:bodyPr/>
        <a:lstStyle/>
        <a:p>
          <a:endParaRPr lang="en-IN"/>
        </a:p>
      </dgm:t>
    </dgm:pt>
    <dgm:pt modelId="{CCACD1A3-D39B-463D-89CB-F1DA55362D6C}">
      <dgm:prSet custT="1"/>
      <dgm:spPr>
        <a:solidFill>
          <a:srgbClr val="38BDF8"/>
        </a:solidFill>
      </dgm:spPr>
      <dgm:t>
        <a:bodyPr/>
        <a:lstStyle/>
        <a:p>
          <a:r>
            <a:rPr lang="en-IN" sz="1600" b="1" dirty="0"/>
            <a:t>Understanding</a:t>
          </a:r>
        </a:p>
        <a:p>
          <a:r>
            <a:rPr lang="en-IN" sz="1600" dirty="0"/>
            <a:t> “As Checking me a few questions to test my understanding.”</a:t>
          </a:r>
        </a:p>
      </dgm:t>
    </dgm:pt>
    <dgm:pt modelId="{CFA8B1D9-1A41-4D49-BF3D-8E81FC8394D2}" type="parTrans" cxnId="{88678D2F-1077-41CE-BA91-C6470AA73886}">
      <dgm:prSet/>
      <dgm:spPr/>
      <dgm:t>
        <a:bodyPr/>
        <a:lstStyle/>
        <a:p>
          <a:endParaRPr lang="en-IN"/>
        </a:p>
      </dgm:t>
    </dgm:pt>
    <dgm:pt modelId="{7B254EFB-3C3F-414B-8206-DABAE58BF03F}" type="sibTrans" cxnId="{88678D2F-1077-41CE-BA91-C6470AA73886}">
      <dgm:prSet/>
      <dgm:spPr/>
      <dgm:t>
        <a:bodyPr/>
        <a:lstStyle/>
        <a:p>
          <a:endParaRPr lang="en-IN"/>
        </a:p>
      </dgm:t>
    </dgm:pt>
    <dgm:pt modelId="{B60CB240-9378-4FB1-AD4B-1FCC795683F4}">
      <dgm:prSet custT="1"/>
      <dgm:spPr>
        <a:solidFill>
          <a:srgbClr val="38BDF8"/>
        </a:solidFill>
      </dgm:spPr>
      <dgm:t>
        <a:bodyPr/>
        <a:lstStyle/>
        <a:p>
          <a:r>
            <a:rPr lang="en-IN" sz="1600" b="1" dirty="0"/>
            <a:t>Step-by-step learning</a:t>
          </a:r>
        </a:p>
        <a:p>
          <a:r>
            <a:rPr lang="en-IN" sz="1600" dirty="0"/>
            <a:t>“Teach this step by step.”</a:t>
          </a:r>
        </a:p>
      </dgm:t>
    </dgm:pt>
    <dgm:pt modelId="{B2F7637C-71D6-457D-8407-5B0A0D5C7722}" type="sibTrans" cxnId="{14CADE71-6728-4A25-BB1D-840359142717}">
      <dgm:prSet/>
      <dgm:spPr/>
      <dgm:t>
        <a:bodyPr/>
        <a:lstStyle/>
        <a:p>
          <a:endParaRPr lang="en-IN"/>
        </a:p>
      </dgm:t>
    </dgm:pt>
    <dgm:pt modelId="{893F7667-14AD-4376-BF9F-36C5A748ACA3}" type="parTrans" cxnId="{14CADE71-6728-4A25-BB1D-840359142717}">
      <dgm:prSet/>
      <dgm:spPr/>
      <dgm:t>
        <a:bodyPr/>
        <a:lstStyle/>
        <a:p>
          <a:endParaRPr lang="en-IN"/>
        </a:p>
      </dgm:t>
    </dgm:pt>
    <dgm:pt modelId="{7AD354F5-B00D-4358-BF78-1A2F98AA93C6}">
      <dgm:prSet custT="1"/>
      <dgm:spPr>
        <a:solidFill>
          <a:srgbClr val="38BDF8"/>
        </a:solidFill>
      </dgm:spPr>
      <dgm:t>
        <a:bodyPr/>
        <a:lstStyle/>
        <a:p>
          <a:r>
            <a:rPr lang="en-IN" sz="1600" b="1" dirty="0"/>
            <a:t>Summarizing</a:t>
          </a:r>
        </a:p>
        <a:p>
          <a:r>
            <a:rPr lang="en-IN" sz="1600" dirty="0"/>
            <a:t>“Summarize this in key points.”</a:t>
          </a:r>
        </a:p>
      </dgm:t>
    </dgm:pt>
    <dgm:pt modelId="{7592A8AA-0ED7-4052-9C7C-C80A334F5EB7}" type="sibTrans" cxnId="{1D487555-603D-438A-B2ED-A161C12073B3}">
      <dgm:prSet/>
      <dgm:spPr/>
      <dgm:t>
        <a:bodyPr/>
        <a:lstStyle/>
        <a:p>
          <a:endParaRPr lang="en-IN"/>
        </a:p>
      </dgm:t>
    </dgm:pt>
    <dgm:pt modelId="{50663E7A-8737-4670-B8F4-0D1A2D5BA2B1}" type="parTrans" cxnId="{1D487555-603D-438A-B2ED-A161C12073B3}">
      <dgm:prSet/>
      <dgm:spPr/>
      <dgm:t>
        <a:bodyPr/>
        <a:lstStyle/>
        <a:p>
          <a:endParaRPr lang="en-IN"/>
        </a:p>
      </dgm:t>
    </dgm:pt>
    <dgm:pt modelId="{CA815658-04A7-4438-BE07-896C5B058073}">
      <dgm:prSet custT="1"/>
      <dgm:spPr>
        <a:solidFill>
          <a:srgbClr val="38BDF8"/>
        </a:solidFill>
      </dgm:spPr>
      <dgm:t>
        <a:bodyPr/>
        <a:lstStyle/>
        <a:p>
          <a:r>
            <a:rPr lang="en-IN" sz="1600" b="1" dirty="0"/>
            <a:t>Research Assistance</a:t>
          </a:r>
          <a:r>
            <a:rPr lang="en-IN" sz="1900" b="1" dirty="0"/>
            <a:t> </a:t>
          </a:r>
        </a:p>
        <a:p>
          <a:r>
            <a:rPr lang="en-IN" sz="1600" dirty="0"/>
            <a:t>“Help me compare sources and extract key insights.”</a:t>
          </a:r>
        </a:p>
      </dgm:t>
    </dgm:pt>
    <dgm:pt modelId="{C04D8956-CB6B-4EAF-B6BD-666288BBB25A}" type="parTrans" cxnId="{63625EC3-ECA6-48AB-8CD0-2D2EBB93D8B7}">
      <dgm:prSet/>
      <dgm:spPr/>
      <dgm:t>
        <a:bodyPr/>
        <a:lstStyle/>
        <a:p>
          <a:endParaRPr lang="en-US"/>
        </a:p>
      </dgm:t>
    </dgm:pt>
    <dgm:pt modelId="{8BD99EE4-2D34-4903-811E-D015B117C10F}" type="sibTrans" cxnId="{63625EC3-ECA6-48AB-8CD0-2D2EBB93D8B7}">
      <dgm:prSet/>
      <dgm:spPr/>
      <dgm:t>
        <a:bodyPr/>
        <a:lstStyle/>
        <a:p>
          <a:endParaRPr lang="en-US"/>
        </a:p>
      </dgm:t>
    </dgm:pt>
    <dgm:pt modelId="{99CE1A29-4EE4-4017-87A5-B278F000E473}" type="pres">
      <dgm:prSet presAssocID="{6AFBC062-21F2-49A5-8184-7B5302D13299}" presName="linear" presStyleCnt="0">
        <dgm:presLayoutVars>
          <dgm:dir/>
          <dgm:animLvl val="lvl"/>
          <dgm:resizeHandles val="exact"/>
        </dgm:presLayoutVars>
      </dgm:prSet>
      <dgm:spPr/>
    </dgm:pt>
    <dgm:pt modelId="{1584000F-9CF0-412F-B8C9-CAB52B1550A7}" type="pres">
      <dgm:prSet presAssocID="{AF3DA6E5-1E44-4A3D-90A0-D814DF818F62}" presName="parentLin" presStyleCnt="0"/>
      <dgm:spPr/>
    </dgm:pt>
    <dgm:pt modelId="{12AA2E75-B2CB-43F7-AD21-26684D58C580}" type="pres">
      <dgm:prSet presAssocID="{AF3DA6E5-1E44-4A3D-90A0-D814DF818F62}" presName="parentLeftMargin" presStyleLbl="node1" presStyleIdx="0" presStyleCnt="6"/>
      <dgm:spPr/>
    </dgm:pt>
    <dgm:pt modelId="{EB1D7C82-6918-488B-B12F-B951E629910A}" type="pres">
      <dgm:prSet presAssocID="{AF3DA6E5-1E44-4A3D-90A0-D814DF818F62}" presName="parentText" presStyleLbl="node1" presStyleIdx="0" presStyleCnt="6">
        <dgm:presLayoutVars>
          <dgm:chMax val="0"/>
          <dgm:bulletEnabled val="1"/>
        </dgm:presLayoutVars>
      </dgm:prSet>
      <dgm:spPr/>
    </dgm:pt>
    <dgm:pt modelId="{F5660446-A363-4C28-B17D-C86592E4E1AF}" type="pres">
      <dgm:prSet presAssocID="{AF3DA6E5-1E44-4A3D-90A0-D814DF818F62}" presName="negativeSpace" presStyleCnt="0"/>
      <dgm:spPr/>
    </dgm:pt>
    <dgm:pt modelId="{786F267C-4B3D-44BA-9C52-77A512A1B6A2}" type="pres">
      <dgm:prSet presAssocID="{AF3DA6E5-1E44-4A3D-90A0-D814DF818F62}" presName="childText" presStyleLbl="conFgAcc1" presStyleIdx="0" presStyleCnt="6">
        <dgm:presLayoutVars>
          <dgm:bulletEnabled val="1"/>
        </dgm:presLayoutVars>
      </dgm:prSet>
      <dgm:spPr/>
    </dgm:pt>
    <dgm:pt modelId="{13A7B857-C7D9-4F7B-B845-762C5F7FC5CE}" type="pres">
      <dgm:prSet presAssocID="{7D58195B-DD1B-4737-96AA-5B8A648CD7E2}" presName="spaceBetweenRectangles" presStyleCnt="0"/>
      <dgm:spPr/>
    </dgm:pt>
    <dgm:pt modelId="{0F9FC36B-D1B8-4F88-8936-EE4FC7C9E268}" type="pres">
      <dgm:prSet presAssocID="{B60CB240-9378-4FB1-AD4B-1FCC795683F4}" presName="parentLin" presStyleCnt="0"/>
      <dgm:spPr/>
    </dgm:pt>
    <dgm:pt modelId="{24930C9D-C493-49AA-95E8-0406FFBD4888}" type="pres">
      <dgm:prSet presAssocID="{B60CB240-9378-4FB1-AD4B-1FCC795683F4}" presName="parentLeftMargin" presStyleLbl="node1" presStyleIdx="0" presStyleCnt="6"/>
      <dgm:spPr/>
    </dgm:pt>
    <dgm:pt modelId="{F8B06E2E-EB1E-4666-8E68-AE833CC65333}" type="pres">
      <dgm:prSet presAssocID="{B60CB240-9378-4FB1-AD4B-1FCC795683F4}" presName="parentText" presStyleLbl="node1" presStyleIdx="1" presStyleCnt="6">
        <dgm:presLayoutVars>
          <dgm:chMax val="0"/>
          <dgm:bulletEnabled val="1"/>
        </dgm:presLayoutVars>
      </dgm:prSet>
      <dgm:spPr/>
    </dgm:pt>
    <dgm:pt modelId="{2F68DF4D-3B06-4C33-8C31-63B65ECCEC9D}" type="pres">
      <dgm:prSet presAssocID="{B60CB240-9378-4FB1-AD4B-1FCC795683F4}" presName="negativeSpace" presStyleCnt="0"/>
      <dgm:spPr/>
    </dgm:pt>
    <dgm:pt modelId="{80483D3B-13A9-4F3B-A2A2-72993EB9534E}" type="pres">
      <dgm:prSet presAssocID="{B60CB240-9378-4FB1-AD4B-1FCC795683F4}" presName="childText" presStyleLbl="conFgAcc1" presStyleIdx="1" presStyleCnt="6">
        <dgm:presLayoutVars>
          <dgm:bulletEnabled val="1"/>
        </dgm:presLayoutVars>
      </dgm:prSet>
      <dgm:spPr/>
    </dgm:pt>
    <dgm:pt modelId="{77A7A3BE-8603-4946-A503-472FE5781567}" type="pres">
      <dgm:prSet presAssocID="{B2F7637C-71D6-457D-8407-5B0A0D5C7722}" presName="spaceBetweenRectangles" presStyleCnt="0"/>
      <dgm:spPr/>
    </dgm:pt>
    <dgm:pt modelId="{F03B9028-5EFA-4C90-B185-0EFABA15FF10}" type="pres">
      <dgm:prSet presAssocID="{E53444B6-694A-4B17-AEC3-7FE2CDE5AFAD}" presName="parentLin" presStyleCnt="0"/>
      <dgm:spPr/>
    </dgm:pt>
    <dgm:pt modelId="{19296142-A4F4-485D-A36C-6EC4A5671746}" type="pres">
      <dgm:prSet presAssocID="{E53444B6-694A-4B17-AEC3-7FE2CDE5AFAD}" presName="parentLeftMargin" presStyleLbl="node1" presStyleIdx="1" presStyleCnt="6"/>
      <dgm:spPr/>
    </dgm:pt>
    <dgm:pt modelId="{DA275245-6117-4E28-A9E7-822BCDBBD821}" type="pres">
      <dgm:prSet presAssocID="{E53444B6-694A-4B17-AEC3-7FE2CDE5AFAD}" presName="parentText" presStyleLbl="node1" presStyleIdx="2" presStyleCnt="6">
        <dgm:presLayoutVars>
          <dgm:chMax val="0"/>
          <dgm:bulletEnabled val="1"/>
        </dgm:presLayoutVars>
      </dgm:prSet>
      <dgm:spPr/>
    </dgm:pt>
    <dgm:pt modelId="{F8FEBDC9-8EFA-4199-9DFC-2DDE935705D5}" type="pres">
      <dgm:prSet presAssocID="{E53444B6-694A-4B17-AEC3-7FE2CDE5AFAD}" presName="negativeSpace" presStyleCnt="0"/>
      <dgm:spPr/>
    </dgm:pt>
    <dgm:pt modelId="{EE05A111-69B7-485C-945A-EDEE965D5191}" type="pres">
      <dgm:prSet presAssocID="{E53444B6-694A-4B17-AEC3-7FE2CDE5AFAD}" presName="childText" presStyleLbl="conFgAcc1" presStyleIdx="2" presStyleCnt="6">
        <dgm:presLayoutVars>
          <dgm:bulletEnabled val="1"/>
        </dgm:presLayoutVars>
      </dgm:prSet>
      <dgm:spPr/>
    </dgm:pt>
    <dgm:pt modelId="{EF37F6D9-2A2F-4F59-A918-64EA9B3C1855}" type="pres">
      <dgm:prSet presAssocID="{9AFC9F51-FD35-486F-8CB1-C5AC24F1ABD4}" presName="spaceBetweenRectangles" presStyleCnt="0"/>
      <dgm:spPr/>
    </dgm:pt>
    <dgm:pt modelId="{A6E4D0E9-7477-4F7D-A952-C5D43C477338}" type="pres">
      <dgm:prSet presAssocID="{CCACD1A3-D39B-463D-89CB-F1DA55362D6C}" presName="parentLin" presStyleCnt="0"/>
      <dgm:spPr/>
    </dgm:pt>
    <dgm:pt modelId="{2FB19307-0DEF-4E41-9188-DF629E75CE5C}" type="pres">
      <dgm:prSet presAssocID="{CCACD1A3-D39B-463D-89CB-F1DA55362D6C}" presName="parentLeftMargin" presStyleLbl="node1" presStyleIdx="2" presStyleCnt="6"/>
      <dgm:spPr/>
    </dgm:pt>
    <dgm:pt modelId="{10592510-D36A-4688-B8B7-C7A546052B72}" type="pres">
      <dgm:prSet presAssocID="{CCACD1A3-D39B-463D-89CB-F1DA55362D6C}" presName="parentText" presStyleLbl="node1" presStyleIdx="3" presStyleCnt="6">
        <dgm:presLayoutVars>
          <dgm:chMax val="0"/>
          <dgm:bulletEnabled val="1"/>
        </dgm:presLayoutVars>
      </dgm:prSet>
      <dgm:spPr/>
    </dgm:pt>
    <dgm:pt modelId="{461061CC-75C2-4F17-94BC-3937CB5891CE}" type="pres">
      <dgm:prSet presAssocID="{CCACD1A3-D39B-463D-89CB-F1DA55362D6C}" presName="negativeSpace" presStyleCnt="0"/>
      <dgm:spPr/>
    </dgm:pt>
    <dgm:pt modelId="{C53C9F17-0724-4905-B580-EC2C6A154A59}" type="pres">
      <dgm:prSet presAssocID="{CCACD1A3-D39B-463D-89CB-F1DA55362D6C}" presName="childText" presStyleLbl="conFgAcc1" presStyleIdx="3" presStyleCnt="6">
        <dgm:presLayoutVars>
          <dgm:bulletEnabled val="1"/>
        </dgm:presLayoutVars>
      </dgm:prSet>
      <dgm:spPr/>
    </dgm:pt>
    <dgm:pt modelId="{BAE02C51-4531-43C4-9865-018094E8DF33}" type="pres">
      <dgm:prSet presAssocID="{7B254EFB-3C3F-414B-8206-DABAE58BF03F}" presName="spaceBetweenRectangles" presStyleCnt="0"/>
      <dgm:spPr/>
    </dgm:pt>
    <dgm:pt modelId="{EF332A6C-E272-401B-BD34-89AA0A2D9AF0}" type="pres">
      <dgm:prSet presAssocID="{7AD354F5-B00D-4358-BF78-1A2F98AA93C6}" presName="parentLin" presStyleCnt="0"/>
      <dgm:spPr/>
    </dgm:pt>
    <dgm:pt modelId="{9E55BC91-3AD4-432B-89BB-D111B725A4F6}" type="pres">
      <dgm:prSet presAssocID="{7AD354F5-B00D-4358-BF78-1A2F98AA93C6}" presName="parentLeftMargin" presStyleLbl="node1" presStyleIdx="3" presStyleCnt="6"/>
      <dgm:spPr/>
    </dgm:pt>
    <dgm:pt modelId="{8C6D942F-7A1E-4116-AB75-6329FB1F1B6E}" type="pres">
      <dgm:prSet presAssocID="{7AD354F5-B00D-4358-BF78-1A2F98AA93C6}" presName="parentText" presStyleLbl="node1" presStyleIdx="4" presStyleCnt="6">
        <dgm:presLayoutVars>
          <dgm:chMax val="0"/>
          <dgm:bulletEnabled val="1"/>
        </dgm:presLayoutVars>
      </dgm:prSet>
      <dgm:spPr/>
    </dgm:pt>
    <dgm:pt modelId="{FEA52B86-9A07-49BC-BB00-93C21E469768}" type="pres">
      <dgm:prSet presAssocID="{7AD354F5-B00D-4358-BF78-1A2F98AA93C6}" presName="negativeSpace" presStyleCnt="0"/>
      <dgm:spPr/>
    </dgm:pt>
    <dgm:pt modelId="{972C7780-21E6-431D-B9A8-71943CB42675}" type="pres">
      <dgm:prSet presAssocID="{7AD354F5-B00D-4358-BF78-1A2F98AA93C6}" presName="childText" presStyleLbl="conFgAcc1" presStyleIdx="4" presStyleCnt="6">
        <dgm:presLayoutVars>
          <dgm:bulletEnabled val="1"/>
        </dgm:presLayoutVars>
      </dgm:prSet>
      <dgm:spPr/>
    </dgm:pt>
    <dgm:pt modelId="{1689E2C7-9171-45E9-BC14-AFC62CC0ACDC}" type="pres">
      <dgm:prSet presAssocID="{7592A8AA-0ED7-4052-9C7C-C80A334F5EB7}" presName="spaceBetweenRectangles" presStyleCnt="0"/>
      <dgm:spPr/>
    </dgm:pt>
    <dgm:pt modelId="{FF388991-D651-4CC7-BF89-513CE744F54D}" type="pres">
      <dgm:prSet presAssocID="{CA815658-04A7-4438-BE07-896C5B058073}" presName="parentLin" presStyleCnt="0"/>
      <dgm:spPr/>
    </dgm:pt>
    <dgm:pt modelId="{4E339310-7216-43F9-B4A3-13C6C3E806CB}" type="pres">
      <dgm:prSet presAssocID="{CA815658-04A7-4438-BE07-896C5B058073}" presName="parentLeftMargin" presStyleLbl="node1" presStyleIdx="4" presStyleCnt="6"/>
      <dgm:spPr/>
    </dgm:pt>
    <dgm:pt modelId="{98F04F94-FFC6-43BD-BAF1-58A45E0DE0C8}" type="pres">
      <dgm:prSet presAssocID="{CA815658-04A7-4438-BE07-896C5B058073}" presName="parentText" presStyleLbl="node1" presStyleIdx="5" presStyleCnt="6">
        <dgm:presLayoutVars>
          <dgm:chMax val="0"/>
          <dgm:bulletEnabled val="1"/>
        </dgm:presLayoutVars>
      </dgm:prSet>
      <dgm:spPr/>
    </dgm:pt>
    <dgm:pt modelId="{187232E4-0035-481B-B3F5-222FF5B94302}" type="pres">
      <dgm:prSet presAssocID="{CA815658-04A7-4438-BE07-896C5B058073}" presName="negativeSpace" presStyleCnt="0"/>
      <dgm:spPr/>
    </dgm:pt>
    <dgm:pt modelId="{14ACF4C5-2041-4162-A979-A8DB6C79C39E}" type="pres">
      <dgm:prSet presAssocID="{CA815658-04A7-4438-BE07-896C5B058073}" presName="childText" presStyleLbl="conFgAcc1" presStyleIdx="5" presStyleCnt="6">
        <dgm:presLayoutVars>
          <dgm:bulletEnabled val="1"/>
        </dgm:presLayoutVars>
      </dgm:prSet>
      <dgm:spPr/>
    </dgm:pt>
  </dgm:ptLst>
  <dgm:cxnLst>
    <dgm:cxn modelId="{7FAE100C-F7BF-4DA4-9653-1A478E37BE0E}" type="presOf" srcId="{7AD354F5-B00D-4358-BF78-1A2F98AA93C6}" destId="{8C6D942F-7A1E-4116-AB75-6329FB1F1B6E}" srcOrd="1" destOrd="0" presId="urn:microsoft.com/office/officeart/2005/8/layout/list1"/>
    <dgm:cxn modelId="{32EBBF18-5462-4BBA-9771-B4AC89310F76}" type="presOf" srcId="{E53444B6-694A-4B17-AEC3-7FE2CDE5AFAD}" destId="{19296142-A4F4-485D-A36C-6EC4A5671746}" srcOrd="0" destOrd="0" presId="urn:microsoft.com/office/officeart/2005/8/layout/list1"/>
    <dgm:cxn modelId="{500A952A-E966-4EF9-9E1E-62812EE03942}" type="presOf" srcId="{6AFBC062-21F2-49A5-8184-7B5302D13299}" destId="{99CE1A29-4EE4-4017-87A5-B278F000E473}" srcOrd="0" destOrd="0" presId="urn:microsoft.com/office/officeart/2005/8/layout/list1"/>
    <dgm:cxn modelId="{88678D2F-1077-41CE-BA91-C6470AA73886}" srcId="{6AFBC062-21F2-49A5-8184-7B5302D13299}" destId="{CCACD1A3-D39B-463D-89CB-F1DA55362D6C}" srcOrd="3" destOrd="0" parTransId="{CFA8B1D9-1A41-4D49-BF3D-8E81FC8394D2}" sibTransId="{7B254EFB-3C3F-414B-8206-DABAE58BF03F}"/>
    <dgm:cxn modelId="{3B665E31-D902-4CB8-BEEE-E42B2C222DF1}" type="presOf" srcId="{7AD354F5-B00D-4358-BF78-1A2F98AA93C6}" destId="{9E55BC91-3AD4-432B-89BB-D111B725A4F6}" srcOrd="0" destOrd="0" presId="urn:microsoft.com/office/officeart/2005/8/layout/list1"/>
    <dgm:cxn modelId="{A6A13A37-DA9B-4082-8497-04DE6CAB0855}" srcId="{6AFBC062-21F2-49A5-8184-7B5302D13299}" destId="{E53444B6-694A-4B17-AEC3-7FE2CDE5AFAD}" srcOrd="2" destOrd="0" parTransId="{6FE0DC39-C782-42A9-BE45-C93A6DE71B11}" sibTransId="{9AFC9F51-FD35-486F-8CB1-C5AC24F1ABD4}"/>
    <dgm:cxn modelId="{34A8783F-4472-4854-B44B-C228DD4A58D3}" type="presOf" srcId="{CA815658-04A7-4438-BE07-896C5B058073}" destId="{4E339310-7216-43F9-B4A3-13C6C3E806CB}" srcOrd="0" destOrd="0" presId="urn:microsoft.com/office/officeart/2005/8/layout/list1"/>
    <dgm:cxn modelId="{799AC86E-B9AD-4685-AD7E-D2F44045450D}" type="presOf" srcId="{CCACD1A3-D39B-463D-89CB-F1DA55362D6C}" destId="{2FB19307-0DEF-4E41-9188-DF629E75CE5C}" srcOrd="0" destOrd="0" presId="urn:microsoft.com/office/officeart/2005/8/layout/list1"/>
    <dgm:cxn modelId="{14CADE71-6728-4A25-BB1D-840359142717}" srcId="{6AFBC062-21F2-49A5-8184-7B5302D13299}" destId="{B60CB240-9378-4FB1-AD4B-1FCC795683F4}" srcOrd="1" destOrd="0" parTransId="{893F7667-14AD-4376-BF9F-36C5A748ACA3}" sibTransId="{B2F7637C-71D6-457D-8407-5B0A0D5C7722}"/>
    <dgm:cxn modelId="{E4EB9572-7EDD-44E3-8FFD-566D8187F9A1}" type="presOf" srcId="{CA815658-04A7-4438-BE07-896C5B058073}" destId="{98F04F94-FFC6-43BD-BAF1-58A45E0DE0C8}" srcOrd="1" destOrd="0" presId="urn:microsoft.com/office/officeart/2005/8/layout/list1"/>
    <dgm:cxn modelId="{1D487555-603D-438A-B2ED-A161C12073B3}" srcId="{6AFBC062-21F2-49A5-8184-7B5302D13299}" destId="{7AD354F5-B00D-4358-BF78-1A2F98AA93C6}" srcOrd="4" destOrd="0" parTransId="{50663E7A-8737-4670-B8F4-0D1A2D5BA2B1}" sibTransId="{7592A8AA-0ED7-4052-9C7C-C80A334F5EB7}"/>
    <dgm:cxn modelId="{AEF07D78-1949-499A-B495-30536CD95B12}" srcId="{6AFBC062-21F2-49A5-8184-7B5302D13299}" destId="{AF3DA6E5-1E44-4A3D-90A0-D814DF818F62}" srcOrd="0" destOrd="0" parTransId="{583FB1FA-F8C0-477A-BEB2-13193932146F}" sibTransId="{7D58195B-DD1B-4737-96AA-5B8A648CD7E2}"/>
    <dgm:cxn modelId="{B6458979-1E6B-432F-9A17-C3627112652D}" type="presOf" srcId="{CCACD1A3-D39B-463D-89CB-F1DA55362D6C}" destId="{10592510-D36A-4688-B8B7-C7A546052B72}" srcOrd="1" destOrd="0" presId="urn:microsoft.com/office/officeart/2005/8/layout/list1"/>
    <dgm:cxn modelId="{9A4E219B-37D1-4B8A-97C3-E16587618002}" type="presOf" srcId="{AF3DA6E5-1E44-4A3D-90A0-D814DF818F62}" destId="{EB1D7C82-6918-488B-B12F-B951E629910A}" srcOrd="1" destOrd="0" presId="urn:microsoft.com/office/officeart/2005/8/layout/list1"/>
    <dgm:cxn modelId="{BEA8D2AD-DD90-4F12-9F6D-2B54EA90C8EA}" type="presOf" srcId="{E53444B6-694A-4B17-AEC3-7FE2CDE5AFAD}" destId="{DA275245-6117-4E28-A9E7-822BCDBBD821}" srcOrd="1" destOrd="0" presId="urn:microsoft.com/office/officeart/2005/8/layout/list1"/>
    <dgm:cxn modelId="{854C4BC1-8ECE-43CC-A003-9B28E22F7F14}" type="presOf" srcId="{B60CB240-9378-4FB1-AD4B-1FCC795683F4}" destId="{24930C9D-C493-49AA-95E8-0406FFBD4888}" srcOrd="0" destOrd="0" presId="urn:microsoft.com/office/officeart/2005/8/layout/list1"/>
    <dgm:cxn modelId="{63625EC3-ECA6-48AB-8CD0-2D2EBB93D8B7}" srcId="{6AFBC062-21F2-49A5-8184-7B5302D13299}" destId="{CA815658-04A7-4438-BE07-896C5B058073}" srcOrd="5" destOrd="0" parTransId="{C04D8956-CB6B-4EAF-B6BD-666288BBB25A}" sibTransId="{8BD99EE4-2D34-4903-811E-D015B117C10F}"/>
    <dgm:cxn modelId="{DB5B95D5-3B4B-4F2E-A107-020A2C8D872F}" type="presOf" srcId="{B60CB240-9378-4FB1-AD4B-1FCC795683F4}" destId="{F8B06E2E-EB1E-4666-8E68-AE833CC65333}" srcOrd="1" destOrd="0" presId="urn:microsoft.com/office/officeart/2005/8/layout/list1"/>
    <dgm:cxn modelId="{4F1D62FC-0EF6-40A5-A0C7-5F7E33F11CA1}" type="presOf" srcId="{AF3DA6E5-1E44-4A3D-90A0-D814DF818F62}" destId="{12AA2E75-B2CB-43F7-AD21-26684D58C580}" srcOrd="0" destOrd="0" presId="urn:microsoft.com/office/officeart/2005/8/layout/list1"/>
    <dgm:cxn modelId="{D3BC91E9-8062-4A1C-AA93-AFD70B96B0B7}" type="presParOf" srcId="{99CE1A29-4EE4-4017-87A5-B278F000E473}" destId="{1584000F-9CF0-412F-B8C9-CAB52B1550A7}" srcOrd="0" destOrd="0" presId="urn:microsoft.com/office/officeart/2005/8/layout/list1"/>
    <dgm:cxn modelId="{F5C7934A-58E8-4EC2-9D85-80E258ED993C}" type="presParOf" srcId="{1584000F-9CF0-412F-B8C9-CAB52B1550A7}" destId="{12AA2E75-B2CB-43F7-AD21-26684D58C580}" srcOrd="0" destOrd="0" presId="urn:microsoft.com/office/officeart/2005/8/layout/list1"/>
    <dgm:cxn modelId="{BBD78A82-4AC2-4DA9-8620-1E14F39DAC7A}" type="presParOf" srcId="{1584000F-9CF0-412F-B8C9-CAB52B1550A7}" destId="{EB1D7C82-6918-488B-B12F-B951E629910A}" srcOrd="1" destOrd="0" presId="urn:microsoft.com/office/officeart/2005/8/layout/list1"/>
    <dgm:cxn modelId="{B596FD10-38C5-46D2-B1FF-16C571597DDE}" type="presParOf" srcId="{99CE1A29-4EE4-4017-87A5-B278F000E473}" destId="{F5660446-A363-4C28-B17D-C86592E4E1AF}" srcOrd="1" destOrd="0" presId="urn:microsoft.com/office/officeart/2005/8/layout/list1"/>
    <dgm:cxn modelId="{CC1BECB2-4825-4948-BE4F-2330CBC3182D}" type="presParOf" srcId="{99CE1A29-4EE4-4017-87A5-B278F000E473}" destId="{786F267C-4B3D-44BA-9C52-77A512A1B6A2}" srcOrd="2" destOrd="0" presId="urn:microsoft.com/office/officeart/2005/8/layout/list1"/>
    <dgm:cxn modelId="{FFF1C1DE-3D9D-44EB-8B41-B0F2171A69BD}" type="presParOf" srcId="{99CE1A29-4EE4-4017-87A5-B278F000E473}" destId="{13A7B857-C7D9-4F7B-B845-762C5F7FC5CE}" srcOrd="3" destOrd="0" presId="urn:microsoft.com/office/officeart/2005/8/layout/list1"/>
    <dgm:cxn modelId="{0ABA51BA-3149-4B10-BDB5-4F0EB4252B62}" type="presParOf" srcId="{99CE1A29-4EE4-4017-87A5-B278F000E473}" destId="{0F9FC36B-D1B8-4F88-8936-EE4FC7C9E268}" srcOrd="4" destOrd="0" presId="urn:microsoft.com/office/officeart/2005/8/layout/list1"/>
    <dgm:cxn modelId="{D5602218-959B-4381-B987-452E42BD9419}" type="presParOf" srcId="{0F9FC36B-D1B8-4F88-8936-EE4FC7C9E268}" destId="{24930C9D-C493-49AA-95E8-0406FFBD4888}" srcOrd="0" destOrd="0" presId="urn:microsoft.com/office/officeart/2005/8/layout/list1"/>
    <dgm:cxn modelId="{B888947E-5685-48B1-9D66-556941CEDEE3}" type="presParOf" srcId="{0F9FC36B-D1B8-4F88-8936-EE4FC7C9E268}" destId="{F8B06E2E-EB1E-4666-8E68-AE833CC65333}" srcOrd="1" destOrd="0" presId="urn:microsoft.com/office/officeart/2005/8/layout/list1"/>
    <dgm:cxn modelId="{87E7C41A-31BF-4F18-AB2E-4FB56D8C69F4}" type="presParOf" srcId="{99CE1A29-4EE4-4017-87A5-B278F000E473}" destId="{2F68DF4D-3B06-4C33-8C31-63B65ECCEC9D}" srcOrd="5" destOrd="0" presId="urn:microsoft.com/office/officeart/2005/8/layout/list1"/>
    <dgm:cxn modelId="{B7F0E41A-8791-49FE-8EB2-3E6CEA266789}" type="presParOf" srcId="{99CE1A29-4EE4-4017-87A5-B278F000E473}" destId="{80483D3B-13A9-4F3B-A2A2-72993EB9534E}" srcOrd="6" destOrd="0" presId="urn:microsoft.com/office/officeart/2005/8/layout/list1"/>
    <dgm:cxn modelId="{3421D095-7F0A-4102-977B-F976C03D89C7}" type="presParOf" srcId="{99CE1A29-4EE4-4017-87A5-B278F000E473}" destId="{77A7A3BE-8603-4946-A503-472FE5781567}" srcOrd="7" destOrd="0" presId="urn:microsoft.com/office/officeart/2005/8/layout/list1"/>
    <dgm:cxn modelId="{5927A20E-0719-44B3-9B80-5EF73EB4B221}" type="presParOf" srcId="{99CE1A29-4EE4-4017-87A5-B278F000E473}" destId="{F03B9028-5EFA-4C90-B185-0EFABA15FF10}" srcOrd="8" destOrd="0" presId="urn:microsoft.com/office/officeart/2005/8/layout/list1"/>
    <dgm:cxn modelId="{86D953EF-4804-4603-A05A-3408DDEFB171}" type="presParOf" srcId="{F03B9028-5EFA-4C90-B185-0EFABA15FF10}" destId="{19296142-A4F4-485D-A36C-6EC4A5671746}" srcOrd="0" destOrd="0" presId="urn:microsoft.com/office/officeart/2005/8/layout/list1"/>
    <dgm:cxn modelId="{54682B27-CC1F-4DC9-A95A-90AD440DA7DD}" type="presParOf" srcId="{F03B9028-5EFA-4C90-B185-0EFABA15FF10}" destId="{DA275245-6117-4E28-A9E7-822BCDBBD821}" srcOrd="1" destOrd="0" presId="urn:microsoft.com/office/officeart/2005/8/layout/list1"/>
    <dgm:cxn modelId="{3A9069F7-32B2-4818-8F72-A36D76295BA2}" type="presParOf" srcId="{99CE1A29-4EE4-4017-87A5-B278F000E473}" destId="{F8FEBDC9-8EFA-4199-9DFC-2DDE935705D5}" srcOrd="9" destOrd="0" presId="urn:microsoft.com/office/officeart/2005/8/layout/list1"/>
    <dgm:cxn modelId="{ED0F4FC5-CFE6-443E-98D6-F84ACEB7A185}" type="presParOf" srcId="{99CE1A29-4EE4-4017-87A5-B278F000E473}" destId="{EE05A111-69B7-485C-945A-EDEE965D5191}" srcOrd="10" destOrd="0" presId="urn:microsoft.com/office/officeart/2005/8/layout/list1"/>
    <dgm:cxn modelId="{522EA81A-F5BC-4481-8601-B2737E012A84}" type="presParOf" srcId="{99CE1A29-4EE4-4017-87A5-B278F000E473}" destId="{EF37F6D9-2A2F-4F59-A918-64EA9B3C1855}" srcOrd="11" destOrd="0" presId="urn:microsoft.com/office/officeart/2005/8/layout/list1"/>
    <dgm:cxn modelId="{4611D136-4CBD-4DF3-9C2D-AFCD0D0843BE}" type="presParOf" srcId="{99CE1A29-4EE4-4017-87A5-B278F000E473}" destId="{A6E4D0E9-7477-4F7D-A952-C5D43C477338}" srcOrd="12" destOrd="0" presId="urn:microsoft.com/office/officeart/2005/8/layout/list1"/>
    <dgm:cxn modelId="{7C456BFE-DCBF-431F-97EA-F2A4F4755CDA}" type="presParOf" srcId="{A6E4D0E9-7477-4F7D-A952-C5D43C477338}" destId="{2FB19307-0DEF-4E41-9188-DF629E75CE5C}" srcOrd="0" destOrd="0" presId="urn:microsoft.com/office/officeart/2005/8/layout/list1"/>
    <dgm:cxn modelId="{756E4D7B-21B7-43EA-AEDC-DB18568AA59A}" type="presParOf" srcId="{A6E4D0E9-7477-4F7D-A952-C5D43C477338}" destId="{10592510-D36A-4688-B8B7-C7A546052B72}" srcOrd="1" destOrd="0" presId="urn:microsoft.com/office/officeart/2005/8/layout/list1"/>
    <dgm:cxn modelId="{1F6F74DA-122E-4895-BBAC-E534DF467FFD}" type="presParOf" srcId="{99CE1A29-4EE4-4017-87A5-B278F000E473}" destId="{461061CC-75C2-4F17-94BC-3937CB5891CE}" srcOrd="13" destOrd="0" presId="urn:microsoft.com/office/officeart/2005/8/layout/list1"/>
    <dgm:cxn modelId="{732757DB-3C95-4100-8C0B-9A3DA01563E9}" type="presParOf" srcId="{99CE1A29-4EE4-4017-87A5-B278F000E473}" destId="{C53C9F17-0724-4905-B580-EC2C6A154A59}" srcOrd="14" destOrd="0" presId="urn:microsoft.com/office/officeart/2005/8/layout/list1"/>
    <dgm:cxn modelId="{FF239C7C-9D9A-4781-A6FD-E4891B6DFF1A}" type="presParOf" srcId="{99CE1A29-4EE4-4017-87A5-B278F000E473}" destId="{BAE02C51-4531-43C4-9865-018094E8DF33}" srcOrd="15" destOrd="0" presId="urn:microsoft.com/office/officeart/2005/8/layout/list1"/>
    <dgm:cxn modelId="{654BCA42-46AF-4351-8198-F422F9D9E65C}" type="presParOf" srcId="{99CE1A29-4EE4-4017-87A5-B278F000E473}" destId="{EF332A6C-E272-401B-BD34-89AA0A2D9AF0}" srcOrd="16" destOrd="0" presId="urn:microsoft.com/office/officeart/2005/8/layout/list1"/>
    <dgm:cxn modelId="{5ABE40B2-EFC2-4D33-8BEC-8CC31F3BB278}" type="presParOf" srcId="{EF332A6C-E272-401B-BD34-89AA0A2D9AF0}" destId="{9E55BC91-3AD4-432B-89BB-D111B725A4F6}" srcOrd="0" destOrd="0" presId="urn:microsoft.com/office/officeart/2005/8/layout/list1"/>
    <dgm:cxn modelId="{0AFC2D01-D2D0-4D1D-92B9-A0F60E40357B}" type="presParOf" srcId="{EF332A6C-E272-401B-BD34-89AA0A2D9AF0}" destId="{8C6D942F-7A1E-4116-AB75-6329FB1F1B6E}" srcOrd="1" destOrd="0" presId="urn:microsoft.com/office/officeart/2005/8/layout/list1"/>
    <dgm:cxn modelId="{57B7AD80-7997-4957-816E-903EED10DAED}" type="presParOf" srcId="{99CE1A29-4EE4-4017-87A5-B278F000E473}" destId="{FEA52B86-9A07-49BC-BB00-93C21E469768}" srcOrd="17" destOrd="0" presId="urn:microsoft.com/office/officeart/2005/8/layout/list1"/>
    <dgm:cxn modelId="{2C90415F-38CF-4947-9C95-B7231BA501B5}" type="presParOf" srcId="{99CE1A29-4EE4-4017-87A5-B278F000E473}" destId="{972C7780-21E6-431D-B9A8-71943CB42675}" srcOrd="18" destOrd="0" presId="urn:microsoft.com/office/officeart/2005/8/layout/list1"/>
    <dgm:cxn modelId="{59855152-54CF-4D26-A6D4-E3D81DC158E4}" type="presParOf" srcId="{99CE1A29-4EE4-4017-87A5-B278F000E473}" destId="{1689E2C7-9171-45E9-BC14-AFC62CC0ACDC}" srcOrd="19" destOrd="0" presId="urn:microsoft.com/office/officeart/2005/8/layout/list1"/>
    <dgm:cxn modelId="{B7D3436B-55E3-4E2D-875D-CDD977969C01}" type="presParOf" srcId="{99CE1A29-4EE4-4017-87A5-B278F000E473}" destId="{FF388991-D651-4CC7-BF89-513CE744F54D}" srcOrd="20" destOrd="0" presId="urn:microsoft.com/office/officeart/2005/8/layout/list1"/>
    <dgm:cxn modelId="{422E4A04-769C-4C31-B920-C56336206ED5}" type="presParOf" srcId="{FF388991-D651-4CC7-BF89-513CE744F54D}" destId="{4E339310-7216-43F9-B4A3-13C6C3E806CB}" srcOrd="0" destOrd="0" presId="urn:microsoft.com/office/officeart/2005/8/layout/list1"/>
    <dgm:cxn modelId="{D0AF1350-6CBC-4BEA-8D7E-DD517E294E72}" type="presParOf" srcId="{FF388991-D651-4CC7-BF89-513CE744F54D}" destId="{98F04F94-FFC6-43BD-BAF1-58A45E0DE0C8}" srcOrd="1" destOrd="0" presId="urn:microsoft.com/office/officeart/2005/8/layout/list1"/>
    <dgm:cxn modelId="{25738BB6-2CDD-4CEE-B314-44EE5342ECEB}" type="presParOf" srcId="{99CE1A29-4EE4-4017-87A5-B278F000E473}" destId="{187232E4-0035-481B-B3F5-222FF5B94302}" srcOrd="21" destOrd="0" presId="urn:microsoft.com/office/officeart/2005/8/layout/list1"/>
    <dgm:cxn modelId="{89DF72EA-7A16-4755-A02B-AEDBC79B44D5}" type="presParOf" srcId="{99CE1A29-4EE4-4017-87A5-B278F000E473}" destId="{14ACF4C5-2041-4162-A979-A8DB6C79C39E}" srcOrd="2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BE9243D-5AD1-4D29-8D9A-0D612CF938EC}"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FD5E931A-5818-4592-BA84-164BB20B11DB}">
      <dgm:prSet/>
      <dgm:spPr>
        <a:solidFill>
          <a:srgbClr val="38BDF8"/>
        </a:solidFill>
      </dgm:spPr>
      <dgm:t>
        <a:bodyPr/>
        <a:lstStyle/>
        <a:p>
          <a:r>
            <a:rPr lang="en-US" b="1" i="0" baseline="0" dirty="0">
              <a:latin typeface="+mj-lt"/>
            </a:rPr>
            <a:t>Idea exploration</a:t>
          </a:r>
          <a:br>
            <a:rPr lang="en-US" b="0" i="0" baseline="0" dirty="0"/>
          </a:br>
          <a:r>
            <a:rPr lang="en-US" b="0" i="0" baseline="0" dirty="0"/>
            <a:t>“List possible approaches and their trade-offs.”</a:t>
          </a:r>
          <a:endParaRPr lang="en-IN" dirty="0"/>
        </a:p>
      </dgm:t>
    </dgm:pt>
    <dgm:pt modelId="{D28C9437-EEAD-4C72-A88D-20712586E159}" type="parTrans" cxnId="{934BF3D8-C0B5-4366-82E4-481AD7ADBC98}">
      <dgm:prSet/>
      <dgm:spPr/>
      <dgm:t>
        <a:bodyPr/>
        <a:lstStyle/>
        <a:p>
          <a:endParaRPr lang="en-IN"/>
        </a:p>
      </dgm:t>
    </dgm:pt>
    <dgm:pt modelId="{DE333BDF-92B0-451A-85D6-BDE254E145AE}" type="sibTrans" cxnId="{934BF3D8-C0B5-4366-82E4-481AD7ADBC98}">
      <dgm:prSet/>
      <dgm:spPr/>
      <dgm:t>
        <a:bodyPr/>
        <a:lstStyle/>
        <a:p>
          <a:endParaRPr lang="en-IN"/>
        </a:p>
      </dgm:t>
    </dgm:pt>
    <dgm:pt modelId="{C4AA8447-1A49-4A10-8361-30ADAC01F87F}">
      <dgm:prSet/>
      <dgm:spPr>
        <a:solidFill>
          <a:srgbClr val="38BDF8"/>
        </a:solidFill>
      </dgm:spPr>
      <dgm:t>
        <a:bodyPr/>
        <a:lstStyle/>
        <a:p>
          <a:r>
            <a:rPr lang="en-US" b="1" i="0" baseline="0" dirty="0">
              <a:latin typeface="+mj-lt"/>
            </a:rPr>
            <a:t>Comparison</a:t>
          </a:r>
          <a:br>
            <a:rPr lang="en-US" b="0" i="0" baseline="0" dirty="0"/>
          </a:br>
          <a:r>
            <a:rPr lang="en-US" b="0" i="0" baseline="0" dirty="0"/>
            <a:t>“Compare the options based on cost, time, and risk.”</a:t>
          </a:r>
          <a:endParaRPr lang="en-IN" dirty="0"/>
        </a:p>
      </dgm:t>
    </dgm:pt>
    <dgm:pt modelId="{95F12FE4-120F-43E7-B221-6F44C4D1F1B6}" type="parTrans" cxnId="{9A71FA8D-7CF1-4415-8E91-DDE6E63519ED}">
      <dgm:prSet/>
      <dgm:spPr/>
      <dgm:t>
        <a:bodyPr/>
        <a:lstStyle/>
        <a:p>
          <a:endParaRPr lang="en-IN"/>
        </a:p>
      </dgm:t>
    </dgm:pt>
    <dgm:pt modelId="{7418E5AE-BFB5-48F6-9D9F-4530D708E415}" type="sibTrans" cxnId="{9A71FA8D-7CF1-4415-8E91-DDE6E63519ED}">
      <dgm:prSet/>
      <dgm:spPr/>
      <dgm:t>
        <a:bodyPr/>
        <a:lstStyle/>
        <a:p>
          <a:endParaRPr lang="en-IN"/>
        </a:p>
      </dgm:t>
    </dgm:pt>
    <dgm:pt modelId="{49DF8635-71E6-4951-8CB2-5143260517C4}">
      <dgm:prSet/>
      <dgm:spPr>
        <a:solidFill>
          <a:srgbClr val="38BDF8"/>
        </a:solidFill>
      </dgm:spPr>
      <dgm:t>
        <a:bodyPr/>
        <a:lstStyle/>
        <a:p>
          <a:r>
            <a:rPr lang="en-US" b="1" i="0" baseline="0" dirty="0">
              <a:latin typeface="+mj-lt"/>
            </a:rPr>
            <a:t>Planning</a:t>
          </a:r>
          <a:br>
            <a:rPr lang="en-US" b="0" i="0" baseline="0" dirty="0"/>
          </a:br>
          <a:r>
            <a:rPr lang="en-US" b="0" i="0" baseline="0" dirty="0"/>
            <a:t>“Break this goal into clear steps.”</a:t>
          </a:r>
          <a:endParaRPr lang="en-IN" dirty="0"/>
        </a:p>
      </dgm:t>
    </dgm:pt>
    <dgm:pt modelId="{502933F8-3403-475D-BCBF-95337CD40AD7}" type="parTrans" cxnId="{929E1885-412E-4249-9465-4ED241361579}">
      <dgm:prSet/>
      <dgm:spPr/>
      <dgm:t>
        <a:bodyPr/>
        <a:lstStyle/>
        <a:p>
          <a:endParaRPr lang="en-IN"/>
        </a:p>
      </dgm:t>
    </dgm:pt>
    <dgm:pt modelId="{CE0B399C-4028-42CC-9B61-910A86051FF8}" type="sibTrans" cxnId="{929E1885-412E-4249-9465-4ED241361579}">
      <dgm:prSet/>
      <dgm:spPr/>
      <dgm:t>
        <a:bodyPr/>
        <a:lstStyle/>
        <a:p>
          <a:endParaRPr lang="en-IN"/>
        </a:p>
      </dgm:t>
    </dgm:pt>
    <dgm:pt modelId="{C4347AEC-0266-4D52-9C25-D78798981D39}">
      <dgm:prSet/>
      <dgm:spPr>
        <a:solidFill>
          <a:srgbClr val="38BDF8"/>
        </a:solidFill>
      </dgm:spPr>
      <dgm:t>
        <a:bodyPr/>
        <a:lstStyle/>
        <a:p>
          <a:r>
            <a:rPr lang="en-US" b="1" i="0" baseline="0" dirty="0">
              <a:latin typeface="+mj-lt"/>
            </a:rPr>
            <a:t>Risk thinking</a:t>
          </a:r>
          <a:br>
            <a:rPr lang="en-US" b="0" i="0" baseline="0" dirty="0"/>
          </a:br>
          <a:r>
            <a:rPr lang="en-US" b="0" i="0" baseline="0" dirty="0"/>
            <a:t>“What could go wrong with this plan?”</a:t>
          </a:r>
          <a:endParaRPr lang="en-IN" dirty="0"/>
        </a:p>
      </dgm:t>
    </dgm:pt>
    <dgm:pt modelId="{60A46240-8E2E-4759-BE57-A71E99179A24}" type="parTrans" cxnId="{3C42674A-D497-4B7D-8F85-00EA6EFB68DB}">
      <dgm:prSet/>
      <dgm:spPr/>
      <dgm:t>
        <a:bodyPr/>
        <a:lstStyle/>
        <a:p>
          <a:endParaRPr lang="en-IN"/>
        </a:p>
      </dgm:t>
    </dgm:pt>
    <dgm:pt modelId="{C94FDE7F-3503-4ACF-9310-10405A822686}" type="sibTrans" cxnId="{3C42674A-D497-4B7D-8F85-00EA6EFB68DB}">
      <dgm:prSet/>
      <dgm:spPr/>
      <dgm:t>
        <a:bodyPr/>
        <a:lstStyle/>
        <a:p>
          <a:endParaRPr lang="en-IN"/>
        </a:p>
      </dgm:t>
    </dgm:pt>
    <dgm:pt modelId="{31D48A86-93EC-42EA-BA56-71990B9DBFEE}">
      <dgm:prSet/>
      <dgm:spPr>
        <a:solidFill>
          <a:srgbClr val="38BDF8"/>
        </a:solidFill>
      </dgm:spPr>
      <dgm:t>
        <a:bodyPr/>
        <a:lstStyle/>
        <a:p>
          <a:r>
            <a:rPr lang="en-US" b="1" i="0" baseline="0" dirty="0">
              <a:latin typeface="+mj-lt"/>
            </a:rPr>
            <a:t>Clarity</a:t>
          </a:r>
          <a:br>
            <a:rPr lang="en-US" b="0" i="0" baseline="0" dirty="0"/>
          </a:br>
          <a:r>
            <a:rPr lang="en-US" b="0" i="0" baseline="0" dirty="0"/>
            <a:t>“Summarize this strategy in simple terms.”</a:t>
          </a:r>
          <a:endParaRPr lang="en-IN" dirty="0"/>
        </a:p>
      </dgm:t>
    </dgm:pt>
    <dgm:pt modelId="{4F8A02CD-509E-4D3F-99BF-79C8AB8D80D6}" type="parTrans" cxnId="{C6C5337D-FBB3-47E6-9FD5-EA6641887798}">
      <dgm:prSet/>
      <dgm:spPr/>
      <dgm:t>
        <a:bodyPr/>
        <a:lstStyle/>
        <a:p>
          <a:endParaRPr lang="en-IN"/>
        </a:p>
      </dgm:t>
    </dgm:pt>
    <dgm:pt modelId="{DD140A40-97C9-4E92-BBF3-E0C985606802}" type="sibTrans" cxnId="{C6C5337D-FBB3-47E6-9FD5-EA6641887798}">
      <dgm:prSet/>
      <dgm:spPr/>
      <dgm:t>
        <a:bodyPr/>
        <a:lstStyle/>
        <a:p>
          <a:endParaRPr lang="en-IN"/>
        </a:p>
      </dgm:t>
    </dgm:pt>
    <dgm:pt modelId="{75857AEC-111F-4EB5-A7E7-D10C242A4970}" type="pres">
      <dgm:prSet presAssocID="{FBE9243D-5AD1-4D29-8D9A-0D612CF938EC}" presName="linear" presStyleCnt="0">
        <dgm:presLayoutVars>
          <dgm:dir/>
          <dgm:animLvl val="lvl"/>
          <dgm:resizeHandles val="exact"/>
        </dgm:presLayoutVars>
      </dgm:prSet>
      <dgm:spPr/>
    </dgm:pt>
    <dgm:pt modelId="{7D748753-0760-41A5-9919-019185BA6B36}" type="pres">
      <dgm:prSet presAssocID="{FD5E931A-5818-4592-BA84-164BB20B11DB}" presName="parentLin" presStyleCnt="0"/>
      <dgm:spPr/>
    </dgm:pt>
    <dgm:pt modelId="{8D4ACF05-16FF-40BC-9878-5361E53481AD}" type="pres">
      <dgm:prSet presAssocID="{FD5E931A-5818-4592-BA84-164BB20B11DB}" presName="parentLeftMargin" presStyleLbl="node1" presStyleIdx="0" presStyleCnt="5"/>
      <dgm:spPr/>
    </dgm:pt>
    <dgm:pt modelId="{CF462DC9-1692-4594-925D-E7E8265EF45E}" type="pres">
      <dgm:prSet presAssocID="{FD5E931A-5818-4592-BA84-164BB20B11DB}" presName="parentText" presStyleLbl="node1" presStyleIdx="0" presStyleCnt="5">
        <dgm:presLayoutVars>
          <dgm:chMax val="0"/>
          <dgm:bulletEnabled val="1"/>
        </dgm:presLayoutVars>
      </dgm:prSet>
      <dgm:spPr/>
    </dgm:pt>
    <dgm:pt modelId="{481B550C-A338-4465-A8B3-70C5F7428980}" type="pres">
      <dgm:prSet presAssocID="{FD5E931A-5818-4592-BA84-164BB20B11DB}" presName="negativeSpace" presStyleCnt="0"/>
      <dgm:spPr/>
    </dgm:pt>
    <dgm:pt modelId="{BBD2E64D-DA93-4DF7-827A-91F4C927739D}" type="pres">
      <dgm:prSet presAssocID="{FD5E931A-5818-4592-BA84-164BB20B11DB}" presName="childText" presStyleLbl="conFgAcc1" presStyleIdx="0" presStyleCnt="5">
        <dgm:presLayoutVars>
          <dgm:bulletEnabled val="1"/>
        </dgm:presLayoutVars>
      </dgm:prSet>
      <dgm:spPr/>
    </dgm:pt>
    <dgm:pt modelId="{A91F2D60-D2FC-4454-BE37-5E341CBB3D23}" type="pres">
      <dgm:prSet presAssocID="{DE333BDF-92B0-451A-85D6-BDE254E145AE}" presName="spaceBetweenRectangles" presStyleCnt="0"/>
      <dgm:spPr/>
    </dgm:pt>
    <dgm:pt modelId="{07A33F4C-6E2D-4BDE-926D-305E9A40D703}" type="pres">
      <dgm:prSet presAssocID="{C4AA8447-1A49-4A10-8361-30ADAC01F87F}" presName="parentLin" presStyleCnt="0"/>
      <dgm:spPr/>
    </dgm:pt>
    <dgm:pt modelId="{62130131-C803-4977-8DE8-E6459391AF0C}" type="pres">
      <dgm:prSet presAssocID="{C4AA8447-1A49-4A10-8361-30ADAC01F87F}" presName="parentLeftMargin" presStyleLbl="node1" presStyleIdx="0" presStyleCnt="5"/>
      <dgm:spPr/>
    </dgm:pt>
    <dgm:pt modelId="{492BF8EA-44FD-4C6D-8300-03316F9F50E5}" type="pres">
      <dgm:prSet presAssocID="{C4AA8447-1A49-4A10-8361-30ADAC01F87F}" presName="parentText" presStyleLbl="node1" presStyleIdx="1" presStyleCnt="5">
        <dgm:presLayoutVars>
          <dgm:chMax val="0"/>
          <dgm:bulletEnabled val="1"/>
        </dgm:presLayoutVars>
      </dgm:prSet>
      <dgm:spPr/>
    </dgm:pt>
    <dgm:pt modelId="{E0B732AE-90C4-401C-829D-61DD6B7292F2}" type="pres">
      <dgm:prSet presAssocID="{C4AA8447-1A49-4A10-8361-30ADAC01F87F}" presName="negativeSpace" presStyleCnt="0"/>
      <dgm:spPr/>
    </dgm:pt>
    <dgm:pt modelId="{9419ED4D-4361-4195-8B37-9CFAFFA569F5}" type="pres">
      <dgm:prSet presAssocID="{C4AA8447-1A49-4A10-8361-30ADAC01F87F}" presName="childText" presStyleLbl="conFgAcc1" presStyleIdx="1" presStyleCnt="5">
        <dgm:presLayoutVars>
          <dgm:bulletEnabled val="1"/>
        </dgm:presLayoutVars>
      </dgm:prSet>
      <dgm:spPr/>
    </dgm:pt>
    <dgm:pt modelId="{A7AE98E4-8723-4F83-838D-A07C89827C7A}" type="pres">
      <dgm:prSet presAssocID="{7418E5AE-BFB5-48F6-9D9F-4530D708E415}" presName="spaceBetweenRectangles" presStyleCnt="0"/>
      <dgm:spPr/>
    </dgm:pt>
    <dgm:pt modelId="{BE165FEB-36EB-444A-87AE-B222B083D7F2}" type="pres">
      <dgm:prSet presAssocID="{49DF8635-71E6-4951-8CB2-5143260517C4}" presName="parentLin" presStyleCnt="0"/>
      <dgm:spPr/>
    </dgm:pt>
    <dgm:pt modelId="{9109399F-6761-40B8-BDE9-BE0DF676B771}" type="pres">
      <dgm:prSet presAssocID="{49DF8635-71E6-4951-8CB2-5143260517C4}" presName="parentLeftMargin" presStyleLbl="node1" presStyleIdx="1" presStyleCnt="5"/>
      <dgm:spPr/>
    </dgm:pt>
    <dgm:pt modelId="{596BA12F-5B62-42B0-8645-F26F90D1632A}" type="pres">
      <dgm:prSet presAssocID="{49DF8635-71E6-4951-8CB2-5143260517C4}" presName="parentText" presStyleLbl="node1" presStyleIdx="2" presStyleCnt="5">
        <dgm:presLayoutVars>
          <dgm:chMax val="0"/>
          <dgm:bulletEnabled val="1"/>
        </dgm:presLayoutVars>
      </dgm:prSet>
      <dgm:spPr/>
    </dgm:pt>
    <dgm:pt modelId="{585744F2-83EA-4002-A780-C11B379B4376}" type="pres">
      <dgm:prSet presAssocID="{49DF8635-71E6-4951-8CB2-5143260517C4}" presName="negativeSpace" presStyleCnt="0"/>
      <dgm:spPr/>
    </dgm:pt>
    <dgm:pt modelId="{D4286ECF-7F2A-4A79-99B0-DC592AC0B91A}" type="pres">
      <dgm:prSet presAssocID="{49DF8635-71E6-4951-8CB2-5143260517C4}" presName="childText" presStyleLbl="conFgAcc1" presStyleIdx="2" presStyleCnt="5">
        <dgm:presLayoutVars>
          <dgm:bulletEnabled val="1"/>
        </dgm:presLayoutVars>
      </dgm:prSet>
      <dgm:spPr/>
    </dgm:pt>
    <dgm:pt modelId="{97E94854-0F70-4379-A9A5-2B1E69CC63B5}" type="pres">
      <dgm:prSet presAssocID="{CE0B399C-4028-42CC-9B61-910A86051FF8}" presName="spaceBetweenRectangles" presStyleCnt="0"/>
      <dgm:spPr/>
    </dgm:pt>
    <dgm:pt modelId="{D02606FA-7B13-43D0-BD10-CD403933079C}" type="pres">
      <dgm:prSet presAssocID="{C4347AEC-0266-4D52-9C25-D78798981D39}" presName="parentLin" presStyleCnt="0"/>
      <dgm:spPr/>
    </dgm:pt>
    <dgm:pt modelId="{45CA1CDC-EB3F-4E54-95DF-678A5733CB67}" type="pres">
      <dgm:prSet presAssocID="{C4347AEC-0266-4D52-9C25-D78798981D39}" presName="parentLeftMargin" presStyleLbl="node1" presStyleIdx="2" presStyleCnt="5"/>
      <dgm:spPr/>
    </dgm:pt>
    <dgm:pt modelId="{0463353C-86DE-4F97-948C-3517499D0983}" type="pres">
      <dgm:prSet presAssocID="{C4347AEC-0266-4D52-9C25-D78798981D39}" presName="parentText" presStyleLbl="node1" presStyleIdx="3" presStyleCnt="5">
        <dgm:presLayoutVars>
          <dgm:chMax val="0"/>
          <dgm:bulletEnabled val="1"/>
        </dgm:presLayoutVars>
      </dgm:prSet>
      <dgm:spPr/>
    </dgm:pt>
    <dgm:pt modelId="{1C36EA91-F0AB-4F42-9EBF-839ABD8BDF7D}" type="pres">
      <dgm:prSet presAssocID="{C4347AEC-0266-4D52-9C25-D78798981D39}" presName="negativeSpace" presStyleCnt="0"/>
      <dgm:spPr/>
    </dgm:pt>
    <dgm:pt modelId="{9B3722F4-0E7F-4C9D-B0C4-34E742B86E29}" type="pres">
      <dgm:prSet presAssocID="{C4347AEC-0266-4D52-9C25-D78798981D39}" presName="childText" presStyleLbl="conFgAcc1" presStyleIdx="3" presStyleCnt="5">
        <dgm:presLayoutVars>
          <dgm:bulletEnabled val="1"/>
        </dgm:presLayoutVars>
      </dgm:prSet>
      <dgm:spPr/>
    </dgm:pt>
    <dgm:pt modelId="{1A888051-7DA2-4527-A325-5D06417A4485}" type="pres">
      <dgm:prSet presAssocID="{C94FDE7F-3503-4ACF-9310-10405A822686}" presName="spaceBetweenRectangles" presStyleCnt="0"/>
      <dgm:spPr/>
    </dgm:pt>
    <dgm:pt modelId="{44A1248D-EF65-47D3-8E06-E9C429AA49CC}" type="pres">
      <dgm:prSet presAssocID="{31D48A86-93EC-42EA-BA56-71990B9DBFEE}" presName="parentLin" presStyleCnt="0"/>
      <dgm:spPr/>
    </dgm:pt>
    <dgm:pt modelId="{E84A741E-57F0-4C57-97B0-E4786BEB49CF}" type="pres">
      <dgm:prSet presAssocID="{31D48A86-93EC-42EA-BA56-71990B9DBFEE}" presName="parentLeftMargin" presStyleLbl="node1" presStyleIdx="3" presStyleCnt="5"/>
      <dgm:spPr/>
    </dgm:pt>
    <dgm:pt modelId="{E5B037A2-9192-47E8-B9F5-609CC44814B6}" type="pres">
      <dgm:prSet presAssocID="{31D48A86-93EC-42EA-BA56-71990B9DBFEE}" presName="parentText" presStyleLbl="node1" presStyleIdx="4" presStyleCnt="5">
        <dgm:presLayoutVars>
          <dgm:chMax val="0"/>
          <dgm:bulletEnabled val="1"/>
        </dgm:presLayoutVars>
      </dgm:prSet>
      <dgm:spPr/>
    </dgm:pt>
    <dgm:pt modelId="{954B0787-17C3-487A-B428-30D5321BAEAE}" type="pres">
      <dgm:prSet presAssocID="{31D48A86-93EC-42EA-BA56-71990B9DBFEE}" presName="negativeSpace" presStyleCnt="0"/>
      <dgm:spPr/>
    </dgm:pt>
    <dgm:pt modelId="{2A3CA513-D77C-4855-A25A-C55EDF68911B}" type="pres">
      <dgm:prSet presAssocID="{31D48A86-93EC-42EA-BA56-71990B9DBFEE}" presName="childText" presStyleLbl="conFgAcc1" presStyleIdx="4" presStyleCnt="5">
        <dgm:presLayoutVars>
          <dgm:bulletEnabled val="1"/>
        </dgm:presLayoutVars>
      </dgm:prSet>
      <dgm:spPr/>
    </dgm:pt>
  </dgm:ptLst>
  <dgm:cxnLst>
    <dgm:cxn modelId="{5B8D960E-4650-43B4-A147-5F99983B80C9}" type="presOf" srcId="{31D48A86-93EC-42EA-BA56-71990B9DBFEE}" destId="{E84A741E-57F0-4C57-97B0-E4786BEB49CF}" srcOrd="0" destOrd="0" presId="urn:microsoft.com/office/officeart/2005/8/layout/list1"/>
    <dgm:cxn modelId="{35B2EC26-0509-48A5-855A-529D9AB5862E}" type="presOf" srcId="{C4AA8447-1A49-4A10-8361-30ADAC01F87F}" destId="{62130131-C803-4977-8DE8-E6459391AF0C}" srcOrd="0" destOrd="0" presId="urn:microsoft.com/office/officeart/2005/8/layout/list1"/>
    <dgm:cxn modelId="{3C42674A-D497-4B7D-8F85-00EA6EFB68DB}" srcId="{FBE9243D-5AD1-4D29-8D9A-0D612CF938EC}" destId="{C4347AEC-0266-4D52-9C25-D78798981D39}" srcOrd="3" destOrd="0" parTransId="{60A46240-8E2E-4759-BE57-A71E99179A24}" sibTransId="{C94FDE7F-3503-4ACF-9310-10405A822686}"/>
    <dgm:cxn modelId="{77B10B72-0EE9-4C66-8EEE-790AECF5F2F7}" type="presOf" srcId="{C4347AEC-0266-4D52-9C25-D78798981D39}" destId="{45CA1CDC-EB3F-4E54-95DF-678A5733CB67}" srcOrd="0" destOrd="0" presId="urn:microsoft.com/office/officeart/2005/8/layout/list1"/>
    <dgm:cxn modelId="{AFF1F154-F1E3-49EE-80C5-45A8A1D4A776}" type="presOf" srcId="{49DF8635-71E6-4951-8CB2-5143260517C4}" destId="{596BA12F-5B62-42B0-8645-F26F90D1632A}" srcOrd="1" destOrd="0" presId="urn:microsoft.com/office/officeart/2005/8/layout/list1"/>
    <dgm:cxn modelId="{7AABBB76-276E-43AD-9FA9-28CFB843AD8E}" type="presOf" srcId="{FD5E931A-5818-4592-BA84-164BB20B11DB}" destId="{CF462DC9-1692-4594-925D-E7E8265EF45E}" srcOrd="1" destOrd="0" presId="urn:microsoft.com/office/officeart/2005/8/layout/list1"/>
    <dgm:cxn modelId="{86CCCA5A-EA0E-40CA-8D68-AFFC6416661C}" type="presOf" srcId="{C4347AEC-0266-4D52-9C25-D78798981D39}" destId="{0463353C-86DE-4F97-948C-3517499D0983}" srcOrd="1" destOrd="0" presId="urn:microsoft.com/office/officeart/2005/8/layout/list1"/>
    <dgm:cxn modelId="{C6C5337D-FBB3-47E6-9FD5-EA6641887798}" srcId="{FBE9243D-5AD1-4D29-8D9A-0D612CF938EC}" destId="{31D48A86-93EC-42EA-BA56-71990B9DBFEE}" srcOrd="4" destOrd="0" parTransId="{4F8A02CD-509E-4D3F-99BF-79C8AB8D80D6}" sibTransId="{DD140A40-97C9-4E92-BBF3-E0C985606802}"/>
    <dgm:cxn modelId="{929E1885-412E-4249-9465-4ED241361579}" srcId="{FBE9243D-5AD1-4D29-8D9A-0D612CF938EC}" destId="{49DF8635-71E6-4951-8CB2-5143260517C4}" srcOrd="2" destOrd="0" parTransId="{502933F8-3403-475D-BCBF-95337CD40AD7}" sibTransId="{CE0B399C-4028-42CC-9B61-910A86051FF8}"/>
    <dgm:cxn modelId="{9A71FA8D-7CF1-4415-8E91-DDE6E63519ED}" srcId="{FBE9243D-5AD1-4D29-8D9A-0D612CF938EC}" destId="{C4AA8447-1A49-4A10-8361-30ADAC01F87F}" srcOrd="1" destOrd="0" parTransId="{95F12FE4-120F-43E7-B221-6F44C4D1F1B6}" sibTransId="{7418E5AE-BFB5-48F6-9D9F-4530D708E415}"/>
    <dgm:cxn modelId="{57130990-D7F1-4E84-B09B-30BF70D23734}" type="presOf" srcId="{FD5E931A-5818-4592-BA84-164BB20B11DB}" destId="{8D4ACF05-16FF-40BC-9878-5361E53481AD}" srcOrd="0" destOrd="0" presId="urn:microsoft.com/office/officeart/2005/8/layout/list1"/>
    <dgm:cxn modelId="{A2D6DE98-7EE7-43DB-8392-1DC5481F7469}" type="presOf" srcId="{49DF8635-71E6-4951-8CB2-5143260517C4}" destId="{9109399F-6761-40B8-BDE9-BE0DF676B771}" srcOrd="0" destOrd="0" presId="urn:microsoft.com/office/officeart/2005/8/layout/list1"/>
    <dgm:cxn modelId="{FD7E18AF-BC55-4CFB-83ED-D7B45D924082}" type="presOf" srcId="{31D48A86-93EC-42EA-BA56-71990B9DBFEE}" destId="{E5B037A2-9192-47E8-B9F5-609CC44814B6}" srcOrd="1" destOrd="0" presId="urn:microsoft.com/office/officeart/2005/8/layout/list1"/>
    <dgm:cxn modelId="{D0CE3DB1-EAC2-462F-9901-6D0849FA5E3C}" type="presOf" srcId="{C4AA8447-1A49-4A10-8361-30ADAC01F87F}" destId="{492BF8EA-44FD-4C6D-8300-03316F9F50E5}" srcOrd="1" destOrd="0" presId="urn:microsoft.com/office/officeart/2005/8/layout/list1"/>
    <dgm:cxn modelId="{934BF3D8-C0B5-4366-82E4-481AD7ADBC98}" srcId="{FBE9243D-5AD1-4D29-8D9A-0D612CF938EC}" destId="{FD5E931A-5818-4592-BA84-164BB20B11DB}" srcOrd="0" destOrd="0" parTransId="{D28C9437-EEAD-4C72-A88D-20712586E159}" sibTransId="{DE333BDF-92B0-451A-85D6-BDE254E145AE}"/>
    <dgm:cxn modelId="{39E435F7-54CF-4CC5-BA6E-686B9C730C73}" type="presOf" srcId="{FBE9243D-5AD1-4D29-8D9A-0D612CF938EC}" destId="{75857AEC-111F-4EB5-A7E7-D10C242A4970}" srcOrd="0" destOrd="0" presId="urn:microsoft.com/office/officeart/2005/8/layout/list1"/>
    <dgm:cxn modelId="{DD665987-AA8C-40D0-965D-EF5BAA656123}" type="presParOf" srcId="{75857AEC-111F-4EB5-A7E7-D10C242A4970}" destId="{7D748753-0760-41A5-9919-019185BA6B36}" srcOrd="0" destOrd="0" presId="urn:microsoft.com/office/officeart/2005/8/layout/list1"/>
    <dgm:cxn modelId="{39228984-68D4-4321-9B6D-9D49F8D249EF}" type="presParOf" srcId="{7D748753-0760-41A5-9919-019185BA6B36}" destId="{8D4ACF05-16FF-40BC-9878-5361E53481AD}" srcOrd="0" destOrd="0" presId="urn:microsoft.com/office/officeart/2005/8/layout/list1"/>
    <dgm:cxn modelId="{021B3DD5-2C98-4885-AB04-73089895693A}" type="presParOf" srcId="{7D748753-0760-41A5-9919-019185BA6B36}" destId="{CF462DC9-1692-4594-925D-E7E8265EF45E}" srcOrd="1" destOrd="0" presId="urn:microsoft.com/office/officeart/2005/8/layout/list1"/>
    <dgm:cxn modelId="{CD07FEF4-876F-4221-B2C9-E917DF9C75B7}" type="presParOf" srcId="{75857AEC-111F-4EB5-A7E7-D10C242A4970}" destId="{481B550C-A338-4465-A8B3-70C5F7428980}" srcOrd="1" destOrd="0" presId="urn:microsoft.com/office/officeart/2005/8/layout/list1"/>
    <dgm:cxn modelId="{7B0D211D-37F4-4746-8038-96DDB6875B73}" type="presParOf" srcId="{75857AEC-111F-4EB5-A7E7-D10C242A4970}" destId="{BBD2E64D-DA93-4DF7-827A-91F4C927739D}" srcOrd="2" destOrd="0" presId="urn:microsoft.com/office/officeart/2005/8/layout/list1"/>
    <dgm:cxn modelId="{652C1EA7-2C80-4041-9223-820108238B1F}" type="presParOf" srcId="{75857AEC-111F-4EB5-A7E7-D10C242A4970}" destId="{A91F2D60-D2FC-4454-BE37-5E341CBB3D23}" srcOrd="3" destOrd="0" presId="urn:microsoft.com/office/officeart/2005/8/layout/list1"/>
    <dgm:cxn modelId="{8C5F902A-551C-48F3-BE74-5493424DDCFC}" type="presParOf" srcId="{75857AEC-111F-4EB5-A7E7-D10C242A4970}" destId="{07A33F4C-6E2D-4BDE-926D-305E9A40D703}" srcOrd="4" destOrd="0" presId="urn:microsoft.com/office/officeart/2005/8/layout/list1"/>
    <dgm:cxn modelId="{6F8EFBD8-BDE4-4D0B-9B22-C0C7775DD7D3}" type="presParOf" srcId="{07A33F4C-6E2D-4BDE-926D-305E9A40D703}" destId="{62130131-C803-4977-8DE8-E6459391AF0C}" srcOrd="0" destOrd="0" presId="urn:microsoft.com/office/officeart/2005/8/layout/list1"/>
    <dgm:cxn modelId="{549D564A-1EB1-4B41-B194-658A997CF2A6}" type="presParOf" srcId="{07A33F4C-6E2D-4BDE-926D-305E9A40D703}" destId="{492BF8EA-44FD-4C6D-8300-03316F9F50E5}" srcOrd="1" destOrd="0" presId="urn:microsoft.com/office/officeart/2005/8/layout/list1"/>
    <dgm:cxn modelId="{3C36E806-B646-40AB-A807-98D2280C64E2}" type="presParOf" srcId="{75857AEC-111F-4EB5-A7E7-D10C242A4970}" destId="{E0B732AE-90C4-401C-829D-61DD6B7292F2}" srcOrd="5" destOrd="0" presId="urn:microsoft.com/office/officeart/2005/8/layout/list1"/>
    <dgm:cxn modelId="{BEA89BDA-2DCC-42FD-8383-64247275F1B4}" type="presParOf" srcId="{75857AEC-111F-4EB5-A7E7-D10C242A4970}" destId="{9419ED4D-4361-4195-8B37-9CFAFFA569F5}" srcOrd="6" destOrd="0" presId="urn:microsoft.com/office/officeart/2005/8/layout/list1"/>
    <dgm:cxn modelId="{9A631659-A614-41A8-88B4-AEE9C823E707}" type="presParOf" srcId="{75857AEC-111F-4EB5-A7E7-D10C242A4970}" destId="{A7AE98E4-8723-4F83-838D-A07C89827C7A}" srcOrd="7" destOrd="0" presId="urn:microsoft.com/office/officeart/2005/8/layout/list1"/>
    <dgm:cxn modelId="{CD6F4C79-9C78-42F0-B9F5-A7096270ECA2}" type="presParOf" srcId="{75857AEC-111F-4EB5-A7E7-D10C242A4970}" destId="{BE165FEB-36EB-444A-87AE-B222B083D7F2}" srcOrd="8" destOrd="0" presId="urn:microsoft.com/office/officeart/2005/8/layout/list1"/>
    <dgm:cxn modelId="{6F7B51CF-B82E-4294-9C12-CBC8B2F783FC}" type="presParOf" srcId="{BE165FEB-36EB-444A-87AE-B222B083D7F2}" destId="{9109399F-6761-40B8-BDE9-BE0DF676B771}" srcOrd="0" destOrd="0" presId="urn:microsoft.com/office/officeart/2005/8/layout/list1"/>
    <dgm:cxn modelId="{721CF64E-D5CE-4AC3-B42D-C22192B09441}" type="presParOf" srcId="{BE165FEB-36EB-444A-87AE-B222B083D7F2}" destId="{596BA12F-5B62-42B0-8645-F26F90D1632A}" srcOrd="1" destOrd="0" presId="urn:microsoft.com/office/officeart/2005/8/layout/list1"/>
    <dgm:cxn modelId="{863B8A9E-C1B6-4977-8B47-57D9D2C682AA}" type="presParOf" srcId="{75857AEC-111F-4EB5-A7E7-D10C242A4970}" destId="{585744F2-83EA-4002-A780-C11B379B4376}" srcOrd="9" destOrd="0" presId="urn:microsoft.com/office/officeart/2005/8/layout/list1"/>
    <dgm:cxn modelId="{298B1815-431B-4FB5-8ED5-2CEFCB67726E}" type="presParOf" srcId="{75857AEC-111F-4EB5-A7E7-D10C242A4970}" destId="{D4286ECF-7F2A-4A79-99B0-DC592AC0B91A}" srcOrd="10" destOrd="0" presId="urn:microsoft.com/office/officeart/2005/8/layout/list1"/>
    <dgm:cxn modelId="{D50A7008-09CF-43B8-8CB7-9D17C46870F2}" type="presParOf" srcId="{75857AEC-111F-4EB5-A7E7-D10C242A4970}" destId="{97E94854-0F70-4379-A9A5-2B1E69CC63B5}" srcOrd="11" destOrd="0" presId="urn:microsoft.com/office/officeart/2005/8/layout/list1"/>
    <dgm:cxn modelId="{F911847C-8EA2-4FCD-9B05-363FB0D80B1A}" type="presParOf" srcId="{75857AEC-111F-4EB5-A7E7-D10C242A4970}" destId="{D02606FA-7B13-43D0-BD10-CD403933079C}" srcOrd="12" destOrd="0" presId="urn:microsoft.com/office/officeart/2005/8/layout/list1"/>
    <dgm:cxn modelId="{8B6B9EDE-F514-415B-ACDA-A1D80EE5BE44}" type="presParOf" srcId="{D02606FA-7B13-43D0-BD10-CD403933079C}" destId="{45CA1CDC-EB3F-4E54-95DF-678A5733CB67}" srcOrd="0" destOrd="0" presId="urn:microsoft.com/office/officeart/2005/8/layout/list1"/>
    <dgm:cxn modelId="{86D1106F-3737-46E7-AAEB-32DF0465E5E8}" type="presParOf" srcId="{D02606FA-7B13-43D0-BD10-CD403933079C}" destId="{0463353C-86DE-4F97-948C-3517499D0983}" srcOrd="1" destOrd="0" presId="urn:microsoft.com/office/officeart/2005/8/layout/list1"/>
    <dgm:cxn modelId="{00FB9F9A-E1CA-4E43-81C2-04A4BBC7F9D6}" type="presParOf" srcId="{75857AEC-111F-4EB5-A7E7-D10C242A4970}" destId="{1C36EA91-F0AB-4F42-9EBF-839ABD8BDF7D}" srcOrd="13" destOrd="0" presId="urn:microsoft.com/office/officeart/2005/8/layout/list1"/>
    <dgm:cxn modelId="{07A86108-0EC8-46F1-A420-5EF922C2E5BE}" type="presParOf" srcId="{75857AEC-111F-4EB5-A7E7-D10C242A4970}" destId="{9B3722F4-0E7F-4C9D-B0C4-34E742B86E29}" srcOrd="14" destOrd="0" presId="urn:microsoft.com/office/officeart/2005/8/layout/list1"/>
    <dgm:cxn modelId="{DA5AC1C1-ABC3-4B99-932C-311BCF74465C}" type="presParOf" srcId="{75857AEC-111F-4EB5-A7E7-D10C242A4970}" destId="{1A888051-7DA2-4527-A325-5D06417A4485}" srcOrd="15" destOrd="0" presId="urn:microsoft.com/office/officeart/2005/8/layout/list1"/>
    <dgm:cxn modelId="{8DE511CE-BC88-4FA0-8A1C-B21B57BA0DFD}" type="presParOf" srcId="{75857AEC-111F-4EB5-A7E7-D10C242A4970}" destId="{44A1248D-EF65-47D3-8E06-E9C429AA49CC}" srcOrd="16" destOrd="0" presId="urn:microsoft.com/office/officeart/2005/8/layout/list1"/>
    <dgm:cxn modelId="{6DE0C6BA-9E80-4DB1-B6D9-A9D6875258E9}" type="presParOf" srcId="{44A1248D-EF65-47D3-8E06-E9C429AA49CC}" destId="{E84A741E-57F0-4C57-97B0-E4786BEB49CF}" srcOrd="0" destOrd="0" presId="urn:microsoft.com/office/officeart/2005/8/layout/list1"/>
    <dgm:cxn modelId="{CC0CE8F5-207D-42E9-B0F6-9F52BF122D50}" type="presParOf" srcId="{44A1248D-EF65-47D3-8E06-E9C429AA49CC}" destId="{E5B037A2-9192-47E8-B9F5-609CC44814B6}" srcOrd="1" destOrd="0" presId="urn:microsoft.com/office/officeart/2005/8/layout/list1"/>
    <dgm:cxn modelId="{87A516E6-6B58-4059-9346-315F11BBCDA9}" type="presParOf" srcId="{75857AEC-111F-4EB5-A7E7-D10C242A4970}" destId="{954B0787-17C3-487A-B428-30D5321BAEAE}" srcOrd="17" destOrd="0" presId="urn:microsoft.com/office/officeart/2005/8/layout/list1"/>
    <dgm:cxn modelId="{5B2ED81C-42EA-465D-8B91-65A3A172020C}" type="presParOf" srcId="{75857AEC-111F-4EB5-A7E7-D10C242A4970}" destId="{2A3CA513-D77C-4855-A25A-C55EDF68911B}" srcOrd="18"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2962A3B-535C-48EE-931A-0AECB96CAB33}"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1846988F-58A1-477F-AAB6-A3D379C012C9}">
      <dgm:prSet/>
      <dgm:spPr>
        <a:solidFill>
          <a:srgbClr val="38BDF8"/>
        </a:solidFill>
      </dgm:spPr>
      <dgm:t>
        <a:bodyPr/>
        <a:lstStyle/>
        <a:p>
          <a:r>
            <a:rPr lang="en-US" b="1" i="0" baseline="0" dirty="0"/>
            <a:t>Images</a:t>
          </a:r>
          <a:br>
            <a:rPr lang="en-US" b="0" i="0" baseline="0" dirty="0"/>
          </a:br>
          <a:r>
            <a:rPr lang="en-US" b="0" i="0" baseline="0" dirty="0"/>
            <a:t>“Explain what’s happening in this image and focus on the main idea.”</a:t>
          </a:r>
          <a:endParaRPr lang="en-IN" dirty="0"/>
        </a:p>
      </dgm:t>
    </dgm:pt>
    <dgm:pt modelId="{568D2048-CF3A-4AEF-81ED-8D4E69CA4663}" type="parTrans" cxnId="{835F2BFE-F51B-46CF-BF25-8F8FC73BCF42}">
      <dgm:prSet/>
      <dgm:spPr/>
      <dgm:t>
        <a:bodyPr/>
        <a:lstStyle/>
        <a:p>
          <a:endParaRPr lang="en-IN"/>
        </a:p>
      </dgm:t>
    </dgm:pt>
    <dgm:pt modelId="{5741ED73-988C-4886-B4E8-A01844017D6F}" type="sibTrans" cxnId="{835F2BFE-F51B-46CF-BF25-8F8FC73BCF42}">
      <dgm:prSet/>
      <dgm:spPr/>
      <dgm:t>
        <a:bodyPr/>
        <a:lstStyle/>
        <a:p>
          <a:endParaRPr lang="en-IN"/>
        </a:p>
      </dgm:t>
    </dgm:pt>
    <dgm:pt modelId="{F8D6991D-6A9C-4102-A4FD-A24DFB14E31F}">
      <dgm:prSet/>
      <dgm:spPr>
        <a:solidFill>
          <a:srgbClr val="38BDF8"/>
        </a:solidFill>
      </dgm:spPr>
      <dgm:t>
        <a:bodyPr/>
        <a:lstStyle/>
        <a:p>
          <a:r>
            <a:rPr lang="en-US" b="1" i="0" baseline="0" dirty="0"/>
            <a:t>Charts &amp; diagrams</a:t>
          </a:r>
          <a:br>
            <a:rPr lang="en-US" b="0" i="0" baseline="0" dirty="0"/>
          </a:br>
          <a:r>
            <a:rPr lang="en-US" b="0" i="0" baseline="0" dirty="0"/>
            <a:t>“Describe this chart and explain the key trend.”</a:t>
          </a:r>
          <a:endParaRPr lang="en-IN" dirty="0"/>
        </a:p>
      </dgm:t>
    </dgm:pt>
    <dgm:pt modelId="{A7796045-7C61-4BA0-A1D0-B649C4E99390}" type="parTrans" cxnId="{9A4EBB21-FC96-45CD-8AFD-250866814675}">
      <dgm:prSet/>
      <dgm:spPr/>
      <dgm:t>
        <a:bodyPr/>
        <a:lstStyle/>
        <a:p>
          <a:endParaRPr lang="en-IN"/>
        </a:p>
      </dgm:t>
    </dgm:pt>
    <dgm:pt modelId="{92E15399-6933-4681-A051-8D25509A65CE}" type="sibTrans" cxnId="{9A4EBB21-FC96-45CD-8AFD-250866814675}">
      <dgm:prSet/>
      <dgm:spPr/>
      <dgm:t>
        <a:bodyPr/>
        <a:lstStyle/>
        <a:p>
          <a:endParaRPr lang="en-IN"/>
        </a:p>
      </dgm:t>
    </dgm:pt>
    <dgm:pt modelId="{DB99F353-2763-4784-A6B5-F037A2C11F63}">
      <dgm:prSet/>
      <dgm:spPr>
        <a:solidFill>
          <a:srgbClr val="38BDF8"/>
        </a:solidFill>
      </dgm:spPr>
      <dgm:t>
        <a:bodyPr/>
        <a:lstStyle/>
        <a:p>
          <a:r>
            <a:rPr lang="en-US" b="1" i="0" baseline="0" dirty="0"/>
            <a:t>Translation</a:t>
          </a:r>
          <a:br>
            <a:rPr lang="en-US" b="0" i="0" baseline="0" dirty="0"/>
          </a:br>
          <a:r>
            <a:rPr lang="en-US" b="0" i="0" baseline="0" dirty="0"/>
            <a:t>“Translate this and keep the tone natural.”</a:t>
          </a:r>
          <a:endParaRPr lang="en-IN" dirty="0"/>
        </a:p>
      </dgm:t>
    </dgm:pt>
    <dgm:pt modelId="{5C2BA1CC-F21E-4D39-8B02-A516EB704E09}" type="parTrans" cxnId="{D4095E31-E087-42B7-ABAD-CB12012A3D3D}">
      <dgm:prSet/>
      <dgm:spPr/>
      <dgm:t>
        <a:bodyPr/>
        <a:lstStyle/>
        <a:p>
          <a:endParaRPr lang="en-IN"/>
        </a:p>
      </dgm:t>
    </dgm:pt>
    <dgm:pt modelId="{4718D229-6F8B-4A60-AFF0-6E7E63C303AF}" type="sibTrans" cxnId="{D4095E31-E087-42B7-ABAD-CB12012A3D3D}">
      <dgm:prSet/>
      <dgm:spPr/>
      <dgm:t>
        <a:bodyPr/>
        <a:lstStyle/>
        <a:p>
          <a:endParaRPr lang="en-IN"/>
        </a:p>
      </dgm:t>
    </dgm:pt>
    <dgm:pt modelId="{C6248484-F13B-4DA3-A4BB-BCBAAAAAA5BF}">
      <dgm:prSet/>
      <dgm:spPr>
        <a:solidFill>
          <a:srgbClr val="38BDF8"/>
        </a:solidFill>
      </dgm:spPr>
      <dgm:t>
        <a:bodyPr/>
        <a:lstStyle/>
        <a:p>
          <a:r>
            <a:rPr lang="en-US" b="1" i="0" baseline="0" dirty="0"/>
            <a:t>Cultural meaning</a:t>
          </a:r>
          <a:br>
            <a:rPr lang="en-US" b="0" i="0" baseline="0" dirty="0"/>
          </a:br>
          <a:r>
            <a:rPr lang="en-US" b="0" i="0" baseline="0" dirty="0"/>
            <a:t>“Translate this and explain any cultural context.”</a:t>
          </a:r>
          <a:endParaRPr lang="en-IN" dirty="0"/>
        </a:p>
      </dgm:t>
    </dgm:pt>
    <dgm:pt modelId="{636B1D8A-6197-4D00-87C8-99AFE49E6ADD}" type="parTrans" cxnId="{B11A9A0C-7562-4BD2-965F-8D968C6F8A31}">
      <dgm:prSet/>
      <dgm:spPr/>
      <dgm:t>
        <a:bodyPr/>
        <a:lstStyle/>
        <a:p>
          <a:endParaRPr lang="en-IN"/>
        </a:p>
      </dgm:t>
    </dgm:pt>
    <dgm:pt modelId="{8BC71A9D-C797-452F-9E49-2984D370059E}" type="sibTrans" cxnId="{B11A9A0C-7562-4BD2-965F-8D968C6F8A31}">
      <dgm:prSet/>
      <dgm:spPr/>
      <dgm:t>
        <a:bodyPr/>
        <a:lstStyle/>
        <a:p>
          <a:endParaRPr lang="en-IN"/>
        </a:p>
      </dgm:t>
    </dgm:pt>
    <dgm:pt modelId="{2FA4B86D-50F5-4D34-B161-0B04B6953E62}">
      <dgm:prSet/>
      <dgm:spPr>
        <a:solidFill>
          <a:srgbClr val="38BDF8"/>
        </a:solidFill>
      </dgm:spPr>
      <dgm:t>
        <a:bodyPr/>
        <a:lstStyle/>
        <a:p>
          <a:r>
            <a:rPr lang="en-US" b="1" i="0" baseline="0" dirty="0"/>
            <a:t>Mixed tasks</a:t>
          </a:r>
          <a:br>
            <a:rPr lang="en-US" b="0" i="0" baseline="0" dirty="0"/>
          </a:br>
          <a:r>
            <a:rPr lang="en-US" b="0" i="0" baseline="0" dirty="0"/>
            <a:t>“Explain this concept in English, then summarize it in simple Spanish.”</a:t>
          </a:r>
          <a:endParaRPr lang="en-IN" dirty="0"/>
        </a:p>
      </dgm:t>
    </dgm:pt>
    <dgm:pt modelId="{706FCF71-63AE-4702-BF16-E863BAFD7FEA}" type="parTrans" cxnId="{39F2C374-F8AB-48F5-9BA0-8A4B48BB0268}">
      <dgm:prSet/>
      <dgm:spPr/>
      <dgm:t>
        <a:bodyPr/>
        <a:lstStyle/>
        <a:p>
          <a:endParaRPr lang="en-IN"/>
        </a:p>
      </dgm:t>
    </dgm:pt>
    <dgm:pt modelId="{958A12CC-58D4-4596-9FB4-7831B84FC60B}" type="sibTrans" cxnId="{39F2C374-F8AB-48F5-9BA0-8A4B48BB0268}">
      <dgm:prSet/>
      <dgm:spPr/>
      <dgm:t>
        <a:bodyPr/>
        <a:lstStyle/>
        <a:p>
          <a:endParaRPr lang="en-IN"/>
        </a:p>
      </dgm:t>
    </dgm:pt>
    <dgm:pt modelId="{51BAE3F2-5BA5-4650-B9CE-E97B925E1DE5}" type="pres">
      <dgm:prSet presAssocID="{E2962A3B-535C-48EE-931A-0AECB96CAB33}" presName="linear" presStyleCnt="0">
        <dgm:presLayoutVars>
          <dgm:dir/>
          <dgm:animLvl val="lvl"/>
          <dgm:resizeHandles val="exact"/>
        </dgm:presLayoutVars>
      </dgm:prSet>
      <dgm:spPr/>
    </dgm:pt>
    <dgm:pt modelId="{16FB55E1-B3FE-4F0F-8C6C-802E09E4CB9B}" type="pres">
      <dgm:prSet presAssocID="{1846988F-58A1-477F-AAB6-A3D379C012C9}" presName="parentLin" presStyleCnt="0"/>
      <dgm:spPr/>
    </dgm:pt>
    <dgm:pt modelId="{758CE96D-5743-4509-BF04-7E4382C9556A}" type="pres">
      <dgm:prSet presAssocID="{1846988F-58A1-477F-AAB6-A3D379C012C9}" presName="parentLeftMargin" presStyleLbl="node1" presStyleIdx="0" presStyleCnt="5"/>
      <dgm:spPr/>
    </dgm:pt>
    <dgm:pt modelId="{02853EA8-A006-4236-93C6-B22BF8E35BCC}" type="pres">
      <dgm:prSet presAssocID="{1846988F-58A1-477F-AAB6-A3D379C012C9}" presName="parentText" presStyleLbl="node1" presStyleIdx="0" presStyleCnt="5">
        <dgm:presLayoutVars>
          <dgm:chMax val="0"/>
          <dgm:bulletEnabled val="1"/>
        </dgm:presLayoutVars>
      </dgm:prSet>
      <dgm:spPr/>
    </dgm:pt>
    <dgm:pt modelId="{A6B04863-A771-4EA1-83CE-22E61F753916}" type="pres">
      <dgm:prSet presAssocID="{1846988F-58A1-477F-AAB6-A3D379C012C9}" presName="negativeSpace" presStyleCnt="0"/>
      <dgm:spPr/>
    </dgm:pt>
    <dgm:pt modelId="{F7E5880F-FC60-41AE-A4E0-7FADF9895566}" type="pres">
      <dgm:prSet presAssocID="{1846988F-58A1-477F-AAB6-A3D379C012C9}" presName="childText" presStyleLbl="conFgAcc1" presStyleIdx="0" presStyleCnt="5">
        <dgm:presLayoutVars>
          <dgm:bulletEnabled val="1"/>
        </dgm:presLayoutVars>
      </dgm:prSet>
      <dgm:spPr/>
    </dgm:pt>
    <dgm:pt modelId="{52D3A30E-209E-44BC-AE7A-0B153CBBBC57}" type="pres">
      <dgm:prSet presAssocID="{5741ED73-988C-4886-B4E8-A01844017D6F}" presName="spaceBetweenRectangles" presStyleCnt="0"/>
      <dgm:spPr/>
    </dgm:pt>
    <dgm:pt modelId="{3D0DCFB6-E0CC-4AD5-90C6-C85BD86B77EA}" type="pres">
      <dgm:prSet presAssocID="{F8D6991D-6A9C-4102-A4FD-A24DFB14E31F}" presName="parentLin" presStyleCnt="0"/>
      <dgm:spPr/>
    </dgm:pt>
    <dgm:pt modelId="{952E268F-22BE-410E-B0CB-5237EF1921E8}" type="pres">
      <dgm:prSet presAssocID="{F8D6991D-6A9C-4102-A4FD-A24DFB14E31F}" presName="parentLeftMargin" presStyleLbl="node1" presStyleIdx="0" presStyleCnt="5"/>
      <dgm:spPr/>
    </dgm:pt>
    <dgm:pt modelId="{780EF4E9-2A5E-4953-B5E4-07A3526428F8}" type="pres">
      <dgm:prSet presAssocID="{F8D6991D-6A9C-4102-A4FD-A24DFB14E31F}" presName="parentText" presStyleLbl="node1" presStyleIdx="1" presStyleCnt="5">
        <dgm:presLayoutVars>
          <dgm:chMax val="0"/>
          <dgm:bulletEnabled val="1"/>
        </dgm:presLayoutVars>
      </dgm:prSet>
      <dgm:spPr/>
    </dgm:pt>
    <dgm:pt modelId="{5BA43A9C-7F5C-472B-9F00-FC5FE6B3FAB9}" type="pres">
      <dgm:prSet presAssocID="{F8D6991D-6A9C-4102-A4FD-A24DFB14E31F}" presName="negativeSpace" presStyleCnt="0"/>
      <dgm:spPr/>
    </dgm:pt>
    <dgm:pt modelId="{FDE48063-CF3E-4464-A41F-84F76E14DDF9}" type="pres">
      <dgm:prSet presAssocID="{F8D6991D-6A9C-4102-A4FD-A24DFB14E31F}" presName="childText" presStyleLbl="conFgAcc1" presStyleIdx="1" presStyleCnt="5">
        <dgm:presLayoutVars>
          <dgm:bulletEnabled val="1"/>
        </dgm:presLayoutVars>
      </dgm:prSet>
      <dgm:spPr/>
    </dgm:pt>
    <dgm:pt modelId="{8EE2D3CA-5629-45F5-B4BB-FE47CD13B0D2}" type="pres">
      <dgm:prSet presAssocID="{92E15399-6933-4681-A051-8D25509A65CE}" presName="spaceBetweenRectangles" presStyleCnt="0"/>
      <dgm:spPr/>
    </dgm:pt>
    <dgm:pt modelId="{22275F4E-C8A0-4D7E-9B4D-1648C12C3784}" type="pres">
      <dgm:prSet presAssocID="{DB99F353-2763-4784-A6B5-F037A2C11F63}" presName="parentLin" presStyleCnt="0"/>
      <dgm:spPr/>
    </dgm:pt>
    <dgm:pt modelId="{7B48BAC0-5066-4BC8-93A8-7329A4ED7A67}" type="pres">
      <dgm:prSet presAssocID="{DB99F353-2763-4784-A6B5-F037A2C11F63}" presName="parentLeftMargin" presStyleLbl="node1" presStyleIdx="1" presStyleCnt="5"/>
      <dgm:spPr/>
    </dgm:pt>
    <dgm:pt modelId="{4F88DE82-38F8-45AC-87BD-7705DDA85854}" type="pres">
      <dgm:prSet presAssocID="{DB99F353-2763-4784-A6B5-F037A2C11F63}" presName="parentText" presStyleLbl="node1" presStyleIdx="2" presStyleCnt="5">
        <dgm:presLayoutVars>
          <dgm:chMax val="0"/>
          <dgm:bulletEnabled val="1"/>
        </dgm:presLayoutVars>
      </dgm:prSet>
      <dgm:spPr/>
    </dgm:pt>
    <dgm:pt modelId="{3A3B9F97-2BCB-4920-8030-F87012DF7B4F}" type="pres">
      <dgm:prSet presAssocID="{DB99F353-2763-4784-A6B5-F037A2C11F63}" presName="negativeSpace" presStyleCnt="0"/>
      <dgm:spPr/>
    </dgm:pt>
    <dgm:pt modelId="{574BA8D7-84B5-4A2B-90C8-B5096DFC4219}" type="pres">
      <dgm:prSet presAssocID="{DB99F353-2763-4784-A6B5-F037A2C11F63}" presName="childText" presStyleLbl="conFgAcc1" presStyleIdx="2" presStyleCnt="5">
        <dgm:presLayoutVars>
          <dgm:bulletEnabled val="1"/>
        </dgm:presLayoutVars>
      </dgm:prSet>
      <dgm:spPr/>
    </dgm:pt>
    <dgm:pt modelId="{07208EEC-69D2-4BD3-81B3-84D2BFADBAF0}" type="pres">
      <dgm:prSet presAssocID="{4718D229-6F8B-4A60-AFF0-6E7E63C303AF}" presName="spaceBetweenRectangles" presStyleCnt="0"/>
      <dgm:spPr/>
    </dgm:pt>
    <dgm:pt modelId="{88AC2B33-2216-41B5-9F77-4569BF6ED1B2}" type="pres">
      <dgm:prSet presAssocID="{C6248484-F13B-4DA3-A4BB-BCBAAAAAA5BF}" presName="parentLin" presStyleCnt="0"/>
      <dgm:spPr/>
    </dgm:pt>
    <dgm:pt modelId="{4D21A0B4-65ED-453E-8CCB-DD3C62DF5EC5}" type="pres">
      <dgm:prSet presAssocID="{C6248484-F13B-4DA3-A4BB-BCBAAAAAA5BF}" presName="parentLeftMargin" presStyleLbl="node1" presStyleIdx="2" presStyleCnt="5"/>
      <dgm:spPr/>
    </dgm:pt>
    <dgm:pt modelId="{2C7C3FCE-96AB-46BE-8795-BFC209E1763B}" type="pres">
      <dgm:prSet presAssocID="{C6248484-F13B-4DA3-A4BB-BCBAAAAAA5BF}" presName="parentText" presStyleLbl="node1" presStyleIdx="3" presStyleCnt="5">
        <dgm:presLayoutVars>
          <dgm:chMax val="0"/>
          <dgm:bulletEnabled val="1"/>
        </dgm:presLayoutVars>
      </dgm:prSet>
      <dgm:spPr/>
    </dgm:pt>
    <dgm:pt modelId="{2C5989C0-5916-4A4F-B910-3CBC0DDF9B46}" type="pres">
      <dgm:prSet presAssocID="{C6248484-F13B-4DA3-A4BB-BCBAAAAAA5BF}" presName="negativeSpace" presStyleCnt="0"/>
      <dgm:spPr/>
    </dgm:pt>
    <dgm:pt modelId="{81FBA758-6681-4D74-BB56-E59F15338157}" type="pres">
      <dgm:prSet presAssocID="{C6248484-F13B-4DA3-A4BB-BCBAAAAAA5BF}" presName="childText" presStyleLbl="conFgAcc1" presStyleIdx="3" presStyleCnt="5">
        <dgm:presLayoutVars>
          <dgm:bulletEnabled val="1"/>
        </dgm:presLayoutVars>
      </dgm:prSet>
      <dgm:spPr/>
    </dgm:pt>
    <dgm:pt modelId="{4526F2B7-AF73-4794-9E97-7D213AC69101}" type="pres">
      <dgm:prSet presAssocID="{8BC71A9D-C797-452F-9E49-2984D370059E}" presName="spaceBetweenRectangles" presStyleCnt="0"/>
      <dgm:spPr/>
    </dgm:pt>
    <dgm:pt modelId="{CB25F32C-D6A2-4A71-BBFC-7D07D7926229}" type="pres">
      <dgm:prSet presAssocID="{2FA4B86D-50F5-4D34-B161-0B04B6953E62}" presName="parentLin" presStyleCnt="0"/>
      <dgm:spPr/>
    </dgm:pt>
    <dgm:pt modelId="{6B4453D9-43CE-46EB-8F9F-C2AB0F4A15A6}" type="pres">
      <dgm:prSet presAssocID="{2FA4B86D-50F5-4D34-B161-0B04B6953E62}" presName="parentLeftMargin" presStyleLbl="node1" presStyleIdx="3" presStyleCnt="5"/>
      <dgm:spPr/>
    </dgm:pt>
    <dgm:pt modelId="{DBAAAD9F-E0EB-4AF8-B136-70D15A217CC0}" type="pres">
      <dgm:prSet presAssocID="{2FA4B86D-50F5-4D34-B161-0B04B6953E62}" presName="parentText" presStyleLbl="node1" presStyleIdx="4" presStyleCnt="5">
        <dgm:presLayoutVars>
          <dgm:chMax val="0"/>
          <dgm:bulletEnabled val="1"/>
        </dgm:presLayoutVars>
      </dgm:prSet>
      <dgm:spPr/>
    </dgm:pt>
    <dgm:pt modelId="{F7795681-89EB-4F34-BB12-3E0D0C82F0E3}" type="pres">
      <dgm:prSet presAssocID="{2FA4B86D-50F5-4D34-B161-0B04B6953E62}" presName="negativeSpace" presStyleCnt="0"/>
      <dgm:spPr/>
    </dgm:pt>
    <dgm:pt modelId="{533787D3-CEE0-4A7E-A070-DEB9ECD0F2F5}" type="pres">
      <dgm:prSet presAssocID="{2FA4B86D-50F5-4D34-B161-0B04B6953E62}" presName="childText" presStyleLbl="conFgAcc1" presStyleIdx="4" presStyleCnt="5">
        <dgm:presLayoutVars>
          <dgm:bulletEnabled val="1"/>
        </dgm:presLayoutVars>
      </dgm:prSet>
      <dgm:spPr/>
    </dgm:pt>
  </dgm:ptLst>
  <dgm:cxnLst>
    <dgm:cxn modelId="{B11A9A0C-7562-4BD2-965F-8D968C6F8A31}" srcId="{E2962A3B-535C-48EE-931A-0AECB96CAB33}" destId="{C6248484-F13B-4DA3-A4BB-BCBAAAAAA5BF}" srcOrd="3" destOrd="0" parTransId="{636B1D8A-6197-4D00-87C8-99AFE49E6ADD}" sibTransId="{8BC71A9D-C797-452F-9E49-2984D370059E}"/>
    <dgm:cxn modelId="{8BE1B21F-352A-4693-985B-29E21172EDF9}" type="presOf" srcId="{C6248484-F13B-4DA3-A4BB-BCBAAAAAA5BF}" destId="{2C7C3FCE-96AB-46BE-8795-BFC209E1763B}" srcOrd="1" destOrd="0" presId="urn:microsoft.com/office/officeart/2005/8/layout/list1"/>
    <dgm:cxn modelId="{BE34CF1F-9D2D-4B62-B3C7-7FD34581FFD2}" type="presOf" srcId="{F8D6991D-6A9C-4102-A4FD-A24DFB14E31F}" destId="{952E268F-22BE-410E-B0CB-5237EF1921E8}" srcOrd="0" destOrd="0" presId="urn:microsoft.com/office/officeart/2005/8/layout/list1"/>
    <dgm:cxn modelId="{9A4EBB21-FC96-45CD-8AFD-250866814675}" srcId="{E2962A3B-535C-48EE-931A-0AECB96CAB33}" destId="{F8D6991D-6A9C-4102-A4FD-A24DFB14E31F}" srcOrd="1" destOrd="0" parTransId="{A7796045-7C61-4BA0-A1D0-B649C4E99390}" sibTransId="{92E15399-6933-4681-A051-8D25509A65CE}"/>
    <dgm:cxn modelId="{D4095E31-E087-42B7-ABAD-CB12012A3D3D}" srcId="{E2962A3B-535C-48EE-931A-0AECB96CAB33}" destId="{DB99F353-2763-4784-A6B5-F037A2C11F63}" srcOrd="2" destOrd="0" parTransId="{5C2BA1CC-F21E-4D39-8B02-A516EB704E09}" sibTransId="{4718D229-6F8B-4A60-AFF0-6E7E63C303AF}"/>
    <dgm:cxn modelId="{154DC04D-F2A0-4FAF-920D-AA8FD0164EA6}" type="presOf" srcId="{F8D6991D-6A9C-4102-A4FD-A24DFB14E31F}" destId="{780EF4E9-2A5E-4953-B5E4-07A3526428F8}" srcOrd="1" destOrd="0" presId="urn:microsoft.com/office/officeart/2005/8/layout/list1"/>
    <dgm:cxn modelId="{39F2C374-F8AB-48F5-9BA0-8A4B48BB0268}" srcId="{E2962A3B-535C-48EE-931A-0AECB96CAB33}" destId="{2FA4B86D-50F5-4D34-B161-0B04B6953E62}" srcOrd="4" destOrd="0" parTransId="{706FCF71-63AE-4702-BF16-E863BAFD7FEA}" sibTransId="{958A12CC-58D4-4596-9FB4-7831B84FC60B}"/>
    <dgm:cxn modelId="{69E8DB78-436E-4DBB-BB30-2B6E4859B554}" type="presOf" srcId="{C6248484-F13B-4DA3-A4BB-BCBAAAAAA5BF}" destId="{4D21A0B4-65ED-453E-8CCB-DD3C62DF5EC5}" srcOrd="0" destOrd="0" presId="urn:microsoft.com/office/officeart/2005/8/layout/list1"/>
    <dgm:cxn modelId="{3310957D-AAF8-4063-8D71-46A932F68E47}" type="presOf" srcId="{DB99F353-2763-4784-A6B5-F037A2C11F63}" destId="{4F88DE82-38F8-45AC-87BD-7705DDA85854}" srcOrd="1" destOrd="0" presId="urn:microsoft.com/office/officeart/2005/8/layout/list1"/>
    <dgm:cxn modelId="{9E913991-0D97-4DAC-BD58-9884D3611DF7}" type="presOf" srcId="{DB99F353-2763-4784-A6B5-F037A2C11F63}" destId="{7B48BAC0-5066-4BC8-93A8-7329A4ED7A67}" srcOrd="0" destOrd="0" presId="urn:microsoft.com/office/officeart/2005/8/layout/list1"/>
    <dgm:cxn modelId="{458D24BF-1A47-49B3-8DD3-A20C91F3D788}" type="presOf" srcId="{E2962A3B-535C-48EE-931A-0AECB96CAB33}" destId="{51BAE3F2-5BA5-4650-B9CE-E97B925E1DE5}" srcOrd="0" destOrd="0" presId="urn:microsoft.com/office/officeart/2005/8/layout/list1"/>
    <dgm:cxn modelId="{D75B80C5-6BA5-4A22-B765-60885056C8F8}" type="presOf" srcId="{2FA4B86D-50F5-4D34-B161-0B04B6953E62}" destId="{DBAAAD9F-E0EB-4AF8-B136-70D15A217CC0}" srcOrd="1" destOrd="0" presId="urn:microsoft.com/office/officeart/2005/8/layout/list1"/>
    <dgm:cxn modelId="{E7D493CA-CD1E-427A-A066-CAA76662E6C2}" type="presOf" srcId="{2FA4B86D-50F5-4D34-B161-0B04B6953E62}" destId="{6B4453D9-43CE-46EB-8F9F-C2AB0F4A15A6}" srcOrd="0" destOrd="0" presId="urn:microsoft.com/office/officeart/2005/8/layout/list1"/>
    <dgm:cxn modelId="{58FECACE-195E-497E-AC24-FF88EC6253FE}" type="presOf" srcId="{1846988F-58A1-477F-AAB6-A3D379C012C9}" destId="{02853EA8-A006-4236-93C6-B22BF8E35BCC}" srcOrd="1" destOrd="0" presId="urn:microsoft.com/office/officeart/2005/8/layout/list1"/>
    <dgm:cxn modelId="{225C09EF-0995-41D5-A130-0AD3BA7CCF2B}" type="presOf" srcId="{1846988F-58A1-477F-AAB6-A3D379C012C9}" destId="{758CE96D-5743-4509-BF04-7E4382C9556A}" srcOrd="0" destOrd="0" presId="urn:microsoft.com/office/officeart/2005/8/layout/list1"/>
    <dgm:cxn modelId="{835F2BFE-F51B-46CF-BF25-8F8FC73BCF42}" srcId="{E2962A3B-535C-48EE-931A-0AECB96CAB33}" destId="{1846988F-58A1-477F-AAB6-A3D379C012C9}" srcOrd="0" destOrd="0" parTransId="{568D2048-CF3A-4AEF-81ED-8D4E69CA4663}" sibTransId="{5741ED73-988C-4886-B4E8-A01844017D6F}"/>
    <dgm:cxn modelId="{0E037AAB-D384-48A2-9CC7-27778DE4D81B}" type="presParOf" srcId="{51BAE3F2-5BA5-4650-B9CE-E97B925E1DE5}" destId="{16FB55E1-B3FE-4F0F-8C6C-802E09E4CB9B}" srcOrd="0" destOrd="0" presId="urn:microsoft.com/office/officeart/2005/8/layout/list1"/>
    <dgm:cxn modelId="{3EB08D55-9DAC-470B-86EC-D4E4E3045136}" type="presParOf" srcId="{16FB55E1-B3FE-4F0F-8C6C-802E09E4CB9B}" destId="{758CE96D-5743-4509-BF04-7E4382C9556A}" srcOrd="0" destOrd="0" presId="urn:microsoft.com/office/officeart/2005/8/layout/list1"/>
    <dgm:cxn modelId="{7CB0A353-086B-426C-8FF2-970888D24AC8}" type="presParOf" srcId="{16FB55E1-B3FE-4F0F-8C6C-802E09E4CB9B}" destId="{02853EA8-A006-4236-93C6-B22BF8E35BCC}" srcOrd="1" destOrd="0" presId="urn:microsoft.com/office/officeart/2005/8/layout/list1"/>
    <dgm:cxn modelId="{851CC64C-CEEA-491F-BD53-FC48243B94BB}" type="presParOf" srcId="{51BAE3F2-5BA5-4650-B9CE-E97B925E1DE5}" destId="{A6B04863-A771-4EA1-83CE-22E61F753916}" srcOrd="1" destOrd="0" presId="urn:microsoft.com/office/officeart/2005/8/layout/list1"/>
    <dgm:cxn modelId="{3CA1C8CF-5FC3-4011-8FA5-2DC2D430A402}" type="presParOf" srcId="{51BAE3F2-5BA5-4650-B9CE-E97B925E1DE5}" destId="{F7E5880F-FC60-41AE-A4E0-7FADF9895566}" srcOrd="2" destOrd="0" presId="urn:microsoft.com/office/officeart/2005/8/layout/list1"/>
    <dgm:cxn modelId="{0E6ACA67-50D1-4466-8181-3BADC482978C}" type="presParOf" srcId="{51BAE3F2-5BA5-4650-B9CE-E97B925E1DE5}" destId="{52D3A30E-209E-44BC-AE7A-0B153CBBBC57}" srcOrd="3" destOrd="0" presId="urn:microsoft.com/office/officeart/2005/8/layout/list1"/>
    <dgm:cxn modelId="{4A86BFDD-8AC1-47BA-B73B-1374D6BAE64A}" type="presParOf" srcId="{51BAE3F2-5BA5-4650-B9CE-E97B925E1DE5}" destId="{3D0DCFB6-E0CC-4AD5-90C6-C85BD86B77EA}" srcOrd="4" destOrd="0" presId="urn:microsoft.com/office/officeart/2005/8/layout/list1"/>
    <dgm:cxn modelId="{1FE723B0-290B-4BAE-9505-394590063DEF}" type="presParOf" srcId="{3D0DCFB6-E0CC-4AD5-90C6-C85BD86B77EA}" destId="{952E268F-22BE-410E-B0CB-5237EF1921E8}" srcOrd="0" destOrd="0" presId="urn:microsoft.com/office/officeart/2005/8/layout/list1"/>
    <dgm:cxn modelId="{D01EEFF8-035B-4084-AB81-907E923CE170}" type="presParOf" srcId="{3D0DCFB6-E0CC-4AD5-90C6-C85BD86B77EA}" destId="{780EF4E9-2A5E-4953-B5E4-07A3526428F8}" srcOrd="1" destOrd="0" presId="urn:microsoft.com/office/officeart/2005/8/layout/list1"/>
    <dgm:cxn modelId="{D2E154AC-D654-4767-8C90-095F82573DB9}" type="presParOf" srcId="{51BAE3F2-5BA5-4650-B9CE-E97B925E1DE5}" destId="{5BA43A9C-7F5C-472B-9F00-FC5FE6B3FAB9}" srcOrd="5" destOrd="0" presId="urn:microsoft.com/office/officeart/2005/8/layout/list1"/>
    <dgm:cxn modelId="{29AD638A-C123-42FD-BED7-8B9692AF45CC}" type="presParOf" srcId="{51BAE3F2-5BA5-4650-B9CE-E97B925E1DE5}" destId="{FDE48063-CF3E-4464-A41F-84F76E14DDF9}" srcOrd="6" destOrd="0" presId="urn:microsoft.com/office/officeart/2005/8/layout/list1"/>
    <dgm:cxn modelId="{CBD217A5-70A7-4F2C-8559-1DD0BF3B6427}" type="presParOf" srcId="{51BAE3F2-5BA5-4650-B9CE-E97B925E1DE5}" destId="{8EE2D3CA-5629-45F5-B4BB-FE47CD13B0D2}" srcOrd="7" destOrd="0" presId="urn:microsoft.com/office/officeart/2005/8/layout/list1"/>
    <dgm:cxn modelId="{109F0846-9172-4436-B159-A26B19025F6A}" type="presParOf" srcId="{51BAE3F2-5BA5-4650-B9CE-E97B925E1DE5}" destId="{22275F4E-C8A0-4D7E-9B4D-1648C12C3784}" srcOrd="8" destOrd="0" presId="urn:microsoft.com/office/officeart/2005/8/layout/list1"/>
    <dgm:cxn modelId="{7FFD008F-111E-42F3-9A8A-BABB56DF61E8}" type="presParOf" srcId="{22275F4E-C8A0-4D7E-9B4D-1648C12C3784}" destId="{7B48BAC0-5066-4BC8-93A8-7329A4ED7A67}" srcOrd="0" destOrd="0" presId="urn:microsoft.com/office/officeart/2005/8/layout/list1"/>
    <dgm:cxn modelId="{C163BBFC-61D0-4DD2-9884-87FB53400299}" type="presParOf" srcId="{22275F4E-C8A0-4D7E-9B4D-1648C12C3784}" destId="{4F88DE82-38F8-45AC-87BD-7705DDA85854}" srcOrd="1" destOrd="0" presId="urn:microsoft.com/office/officeart/2005/8/layout/list1"/>
    <dgm:cxn modelId="{567CAC14-43B0-433F-BA9B-794123696D51}" type="presParOf" srcId="{51BAE3F2-5BA5-4650-B9CE-E97B925E1DE5}" destId="{3A3B9F97-2BCB-4920-8030-F87012DF7B4F}" srcOrd="9" destOrd="0" presId="urn:microsoft.com/office/officeart/2005/8/layout/list1"/>
    <dgm:cxn modelId="{29C9754E-FA6A-4390-BB95-A82E2F91D8DF}" type="presParOf" srcId="{51BAE3F2-5BA5-4650-B9CE-E97B925E1DE5}" destId="{574BA8D7-84B5-4A2B-90C8-B5096DFC4219}" srcOrd="10" destOrd="0" presId="urn:microsoft.com/office/officeart/2005/8/layout/list1"/>
    <dgm:cxn modelId="{22E3C3F2-46AA-4906-A885-60B6F4B4FD43}" type="presParOf" srcId="{51BAE3F2-5BA5-4650-B9CE-E97B925E1DE5}" destId="{07208EEC-69D2-4BD3-81B3-84D2BFADBAF0}" srcOrd="11" destOrd="0" presId="urn:microsoft.com/office/officeart/2005/8/layout/list1"/>
    <dgm:cxn modelId="{F16A67A3-4270-4FCA-9363-C90A7809D0C3}" type="presParOf" srcId="{51BAE3F2-5BA5-4650-B9CE-E97B925E1DE5}" destId="{88AC2B33-2216-41B5-9F77-4569BF6ED1B2}" srcOrd="12" destOrd="0" presId="urn:microsoft.com/office/officeart/2005/8/layout/list1"/>
    <dgm:cxn modelId="{8950E68A-E274-4D0E-B0EC-E3E2EB8CC05A}" type="presParOf" srcId="{88AC2B33-2216-41B5-9F77-4569BF6ED1B2}" destId="{4D21A0B4-65ED-453E-8CCB-DD3C62DF5EC5}" srcOrd="0" destOrd="0" presId="urn:microsoft.com/office/officeart/2005/8/layout/list1"/>
    <dgm:cxn modelId="{11A35871-18E2-4AEA-82AD-B5DACBECE730}" type="presParOf" srcId="{88AC2B33-2216-41B5-9F77-4569BF6ED1B2}" destId="{2C7C3FCE-96AB-46BE-8795-BFC209E1763B}" srcOrd="1" destOrd="0" presId="urn:microsoft.com/office/officeart/2005/8/layout/list1"/>
    <dgm:cxn modelId="{D857CF6B-8D7E-475D-B9CE-BC90DBAF7896}" type="presParOf" srcId="{51BAE3F2-5BA5-4650-B9CE-E97B925E1DE5}" destId="{2C5989C0-5916-4A4F-B910-3CBC0DDF9B46}" srcOrd="13" destOrd="0" presId="urn:microsoft.com/office/officeart/2005/8/layout/list1"/>
    <dgm:cxn modelId="{86FB125B-20B1-49FF-AF7D-8DA31507F381}" type="presParOf" srcId="{51BAE3F2-5BA5-4650-B9CE-E97B925E1DE5}" destId="{81FBA758-6681-4D74-BB56-E59F15338157}" srcOrd="14" destOrd="0" presId="urn:microsoft.com/office/officeart/2005/8/layout/list1"/>
    <dgm:cxn modelId="{23719D8B-5CF0-496B-BFC0-9A6D50A075E9}" type="presParOf" srcId="{51BAE3F2-5BA5-4650-B9CE-E97B925E1DE5}" destId="{4526F2B7-AF73-4794-9E97-7D213AC69101}" srcOrd="15" destOrd="0" presId="urn:microsoft.com/office/officeart/2005/8/layout/list1"/>
    <dgm:cxn modelId="{ACAC1434-FDD2-4D63-B62C-4AE16F2D17F2}" type="presParOf" srcId="{51BAE3F2-5BA5-4650-B9CE-E97B925E1DE5}" destId="{CB25F32C-D6A2-4A71-BBFC-7D07D7926229}" srcOrd="16" destOrd="0" presId="urn:microsoft.com/office/officeart/2005/8/layout/list1"/>
    <dgm:cxn modelId="{40C1E402-786E-4375-860E-DD3611A23D89}" type="presParOf" srcId="{CB25F32C-D6A2-4A71-BBFC-7D07D7926229}" destId="{6B4453D9-43CE-46EB-8F9F-C2AB0F4A15A6}" srcOrd="0" destOrd="0" presId="urn:microsoft.com/office/officeart/2005/8/layout/list1"/>
    <dgm:cxn modelId="{A1016FC6-E775-4E7C-A66A-B9D3FB548CAA}" type="presParOf" srcId="{CB25F32C-D6A2-4A71-BBFC-7D07D7926229}" destId="{DBAAAD9F-E0EB-4AF8-B136-70D15A217CC0}" srcOrd="1" destOrd="0" presId="urn:microsoft.com/office/officeart/2005/8/layout/list1"/>
    <dgm:cxn modelId="{0D7E4095-F2B5-4019-B47A-841DDD9BD5AB}" type="presParOf" srcId="{51BAE3F2-5BA5-4650-B9CE-E97B925E1DE5}" destId="{F7795681-89EB-4F34-BB12-3E0D0C82F0E3}" srcOrd="17" destOrd="0" presId="urn:microsoft.com/office/officeart/2005/8/layout/list1"/>
    <dgm:cxn modelId="{9A727261-CBE5-4E1F-90E2-63E77F9C9ACF}" type="presParOf" srcId="{51BAE3F2-5BA5-4650-B9CE-E97B925E1DE5}" destId="{533787D3-CEE0-4A7E-A070-DEB9ECD0F2F5}" srcOrd="18"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15B48D1-7012-4DAB-B857-91E0BC0A6BB6}"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en-IN"/>
        </a:p>
      </dgm:t>
    </dgm:pt>
    <dgm:pt modelId="{50719C18-DED9-4D3F-A515-572AEE20A1C7}">
      <dgm:prSet custT="1"/>
      <dgm:spPr>
        <a:solidFill>
          <a:schemeClr val="accent4">
            <a:lumMod val="60000"/>
            <a:lumOff val="4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1800" b="1" dirty="0">
              <a:solidFill>
                <a:schemeClr val="tx1"/>
              </a:solidFill>
              <a:latin typeface="Aptos" panose="020B0004020202020204" pitchFamily="34" charset="0"/>
            </a:rPr>
            <a:t>Operationalizing AI in Production</a:t>
          </a:r>
          <a:endParaRPr lang="en-IN" sz="1800" dirty="0">
            <a:solidFill>
              <a:schemeClr val="tx1"/>
            </a:solidFill>
            <a:latin typeface="Aptos" panose="020B0004020202020204" pitchFamily="34" charset="0"/>
          </a:endParaRPr>
        </a:p>
      </dgm:t>
    </dgm:pt>
    <dgm:pt modelId="{83864BC7-6808-4F36-8C22-87B843872AF5}" type="parTrans" cxnId="{C5AA80FA-9858-41FC-8CCA-A73DECE7E595}">
      <dgm:prSet/>
      <dgm:spPr/>
      <dgm:t>
        <a:bodyPr/>
        <a:lstStyle/>
        <a:p>
          <a:endParaRPr lang="en-IN" sz="1800"/>
        </a:p>
      </dgm:t>
    </dgm:pt>
    <dgm:pt modelId="{0189B8F8-7C10-4666-A11F-F0D237144B22}" type="sibTrans" cxnId="{C5AA80FA-9858-41FC-8CCA-A73DECE7E595}">
      <dgm:prSet/>
      <dgm:spPr/>
      <dgm:t>
        <a:bodyPr/>
        <a:lstStyle/>
        <a:p>
          <a:endParaRPr lang="en-IN" sz="1800"/>
        </a:p>
      </dgm:t>
    </dgm:pt>
    <dgm:pt modelId="{43B1B178-3994-4838-BFB4-BCAB1C124B05}">
      <dgm:prSet custT="1"/>
      <dgm:spPr>
        <a:solidFill>
          <a:srgbClr val="00B0F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1800" b="1" dirty="0">
              <a:latin typeface="Aptos" panose="020B0004020202020204" pitchFamily="34" charset="0"/>
            </a:rPr>
            <a:t>Deployment</a:t>
          </a:r>
          <a:endParaRPr lang="en-IN" sz="1800" dirty="0">
            <a:latin typeface="Aptos" panose="020B0004020202020204" pitchFamily="34" charset="0"/>
          </a:endParaRPr>
        </a:p>
      </dgm:t>
    </dgm:pt>
    <dgm:pt modelId="{B9939610-D93E-451D-957A-02C57BFCEC5D}" type="parTrans" cxnId="{999EA0DE-0F6F-4384-B06D-284C94955853}">
      <dgm:prSet/>
      <dgm:spPr/>
      <dgm:t>
        <a:bodyPr/>
        <a:lstStyle/>
        <a:p>
          <a:endParaRPr lang="en-IN" sz="1800"/>
        </a:p>
      </dgm:t>
    </dgm:pt>
    <dgm:pt modelId="{9235A737-2A73-40B1-AC2B-F69D0AB988CC}" type="sibTrans" cxnId="{999EA0DE-0F6F-4384-B06D-284C94955853}">
      <dgm:prSet/>
      <dgm:spPr/>
      <dgm:t>
        <a:bodyPr/>
        <a:lstStyle/>
        <a:p>
          <a:endParaRPr lang="en-IN" sz="1800"/>
        </a:p>
      </dgm:t>
    </dgm:pt>
    <dgm:pt modelId="{529F6364-29CE-402F-9C89-900D863CBF6A}">
      <dgm:prSet custT="1"/>
      <dgm:spPr>
        <a:solidFill>
          <a:srgbClr val="00B05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1800" b="1" dirty="0">
              <a:latin typeface="Aptos" panose="020B0004020202020204" pitchFamily="34" charset="0"/>
            </a:rPr>
            <a:t>Monitoring   </a:t>
          </a:r>
          <a:endParaRPr lang="en-IN" sz="1800" dirty="0">
            <a:latin typeface="Aptos" panose="020B0004020202020204" pitchFamily="34" charset="0"/>
          </a:endParaRPr>
        </a:p>
      </dgm:t>
    </dgm:pt>
    <dgm:pt modelId="{BC03549F-C116-4228-8039-D14B312DBDD2}" type="parTrans" cxnId="{A60C9256-93CA-4ECC-B617-E8A399B3F3D9}">
      <dgm:prSet/>
      <dgm:spPr/>
      <dgm:t>
        <a:bodyPr/>
        <a:lstStyle/>
        <a:p>
          <a:endParaRPr lang="en-IN" sz="1800"/>
        </a:p>
      </dgm:t>
    </dgm:pt>
    <dgm:pt modelId="{E2D773C7-20E6-4447-8BF0-F3E0BD083975}" type="sibTrans" cxnId="{A60C9256-93CA-4ECC-B617-E8A399B3F3D9}">
      <dgm:prSet/>
      <dgm:spPr/>
      <dgm:t>
        <a:bodyPr/>
        <a:lstStyle/>
        <a:p>
          <a:endParaRPr lang="en-IN" sz="1800"/>
        </a:p>
      </dgm:t>
    </dgm:pt>
    <dgm:pt modelId="{F4CD816A-919F-4FE9-931D-2927F4E91C8B}" type="pres">
      <dgm:prSet presAssocID="{015B48D1-7012-4DAB-B857-91E0BC0A6BB6}" presName="rootnode" presStyleCnt="0">
        <dgm:presLayoutVars>
          <dgm:chMax/>
          <dgm:chPref/>
          <dgm:dir/>
          <dgm:animLvl val="lvl"/>
        </dgm:presLayoutVars>
      </dgm:prSet>
      <dgm:spPr/>
    </dgm:pt>
    <dgm:pt modelId="{26DEE345-07C3-4E0E-9A9C-5A14D42F45C8}" type="pres">
      <dgm:prSet presAssocID="{50719C18-DED9-4D3F-A515-572AEE20A1C7}" presName="composite" presStyleCnt="0"/>
      <dgm:spPr/>
    </dgm:pt>
    <dgm:pt modelId="{58EBEC34-1AB1-4CA7-9016-133C5AB16988}" type="pres">
      <dgm:prSet presAssocID="{50719C18-DED9-4D3F-A515-572AEE20A1C7}" presName="bentUpArrow1" presStyleLbl="alignImgPlace1" presStyleIdx="0" presStyleCnt="2" custScaleY="145164" custLinFactNeighborX="-23221" custLinFactNeighborY="-12790"/>
      <dgm:spPr/>
    </dgm:pt>
    <dgm:pt modelId="{DFEE972A-BE16-4F49-92D2-7BCAC5894800}" type="pres">
      <dgm:prSet presAssocID="{50719C18-DED9-4D3F-A515-572AEE20A1C7}" presName="ParentText" presStyleLbl="node1" presStyleIdx="0" presStyleCnt="3" custScaleX="271120" custScaleY="101054">
        <dgm:presLayoutVars>
          <dgm:chMax val="1"/>
          <dgm:chPref val="1"/>
          <dgm:bulletEnabled val="1"/>
        </dgm:presLayoutVars>
      </dgm:prSet>
      <dgm:spPr/>
    </dgm:pt>
    <dgm:pt modelId="{0DFC35EB-D0A4-48FB-8003-707581B53AD4}" type="pres">
      <dgm:prSet presAssocID="{50719C18-DED9-4D3F-A515-572AEE20A1C7}" presName="ChildText" presStyleLbl="revTx" presStyleIdx="0" presStyleCnt="2">
        <dgm:presLayoutVars>
          <dgm:chMax val="0"/>
          <dgm:chPref val="0"/>
          <dgm:bulletEnabled val="1"/>
        </dgm:presLayoutVars>
      </dgm:prSet>
      <dgm:spPr/>
    </dgm:pt>
    <dgm:pt modelId="{407054FB-B7F6-4716-AA5E-E6391BB1462E}" type="pres">
      <dgm:prSet presAssocID="{0189B8F8-7C10-4666-A11F-F0D237144B22}" presName="sibTrans" presStyleCnt="0"/>
      <dgm:spPr/>
    </dgm:pt>
    <dgm:pt modelId="{CF6BC2E2-7E9C-4275-99CA-F4919443E39E}" type="pres">
      <dgm:prSet presAssocID="{43B1B178-3994-4838-BFB4-BCAB1C124B05}" presName="composite" presStyleCnt="0"/>
      <dgm:spPr/>
    </dgm:pt>
    <dgm:pt modelId="{D896BC5F-9A09-44F4-9174-4A5202F0EA64}" type="pres">
      <dgm:prSet presAssocID="{43B1B178-3994-4838-BFB4-BCAB1C124B05}" presName="bentUpArrow1" presStyleLbl="alignImgPlace1" presStyleIdx="1" presStyleCnt="2" custScaleY="165216" custLinFactNeighborX="-6913" custLinFactNeighborY="-3114"/>
      <dgm:spPr/>
    </dgm:pt>
    <dgm:pt modelId="{815F1A55-D459-4F0F-A819-5DC86B438ED0}" type="pres">
      <dgm:prSet presAssocID="{43B1B178-3994-4838-BFB4-BCAB1C124B05}" presName="ParentText" presStyleLbl="node1" presStyleIdx="1" presStyleCnt="3" custScaleX="215766" custLinFactNeighborX="6790" custLinFactNeighborY="-11475">
        <dgm:presLayoutVars>
          <dgm:chMax val="1"/>
          <dgm:chPref val="1"/>
          <dgm:bulletEnabled val="1"/>
        </dgm:presLayoutVars>
      </dgm:prSet>
      <dgm:spPr/>
    </dgm:pt>
    <dgm:pt modelId="{A50DEFBD-B791-4E8B-9A38-529A8E78294E}" type="pres">
      <dgm:prSet presAssocID="{43B1B178-3994-4838-BFB4-BCAB1C124B05}" presName="ChildText" presStyleLbl="revTx" presStyleIdx="1" presStyleCnt="2">
        <dgm:presLayoutVars>
          <dgm:chMax val="0"/>
          <dgm:chPref val="0"/>
          <dgm:bulletEnabled val="1"/>
        </dgm:presLayoutVars>
      </dgm:prSet>
      <dgm:spPr/>
    </dgm:pt>
    <dgm:pt modelId="{5D10EE10-83E1-4D6D-809A-7FDE00B19043}" type="pres">
      <dgm:prSet presAssocID="{9235A737-2A73-40B1-AC2B-F69D0AB988CC}" presName="sibTrans" presStyleCnt="0"/>
      <dgm:spPr/>
    </dgm:pt>
    <dgm:pt modelId="{01612B7F-B6F8-448E-9F8A-5F18E4407921}" type="pres">
      <dgm:prSet presAssocID="{529F6364-29CE-402F-9C89-900D863CBF6A}" presName="composite" presStyleCnt="0"/>
      <dgm:spPr/>
    </dgm:pt>
    <dgm:pt modelId="{076B69ED-365C-4619-8316-62E5DBBFB8E2}" type="pres">
      <dgm:prSet presAssocID="{529F6364-29CE-402F-9C89-900D863CBF6A}" presName="ParentText" presStyleLbl="node1" presStyleIdx="2" presStyleCnt="3" custScaleX="208395" custLinFactNeighborX="-12025" custLinFactNeighborY="-3965">
        <dgm:presLayoutVars>
          <dgm:chMax val="1"/>
          <dgm:chPref val="1"/>
          <dgm:bulletEnabled val="1"/>
        </dgm:presLayoutVars>
      </dgm:prSet>
      <dgm:spPr/>
    </dgm:pt>
  </dgm:ptLst>
  <dgm:cxnLst>
    <dgm:cxn modelId="{8164CA72-F9D1-42A6-B9FB-89C1639811BC}" type="presOf" srcId="{50719C18-DED9-4D3F-A515-572AEE20A1C7}" destId="{DFEE972A-BE16-4F49-92D2-7BCAC5894800}" srcOrd="0" destOrd="0" presId="urn:microsoft.com/office/officeart/2005/8/layout/StepDownProcess"/>
    <dgm:cxn modelId="{A60C9256-93CA-4ECC-B617-E8A399B3F3D9}" srcId="{015B48D1-7012-4DAB-B857-91E0BC0A6BB6}" destId="{529F6364-29CE-402F-9C89-900D863CBF6A}" srcOrd="2" destOrd="0" parTransId="{BC03549F-C116-4228-8039-D14B312DBDD2}" sibTransId="{E2D773C7-20E6-4447-8BF0-F3E0BD083975}"/>
    <dgm:cxn modelId="{D7EBE1A6-9266-4322-8ECB-808E1908D900}" type="presOf" srcId="{529F6364-29CE-402F-9C89-900D863CBF6A}" destId="{076B69ED-365C-4619-8316-62E5DBBFB8E2}" srcOrd="0" destOrd="0" presId="urn:microsoft.com/office/officeart/2005/8/layout/StepDownProcess"/>
    <dgm:cxn modelId="{3599D3B7-6C48-44A3-BC2F-3B87F6E1315E}" type="presOf" srcId="{015B48D1-7012-4DAB-B857-91E0BC0A6BB6}" destId="{F4CD816A-919F-4FE9-931D-2927F4E91C8B}" srcOrd="0" destOrd="0" presId="urn:microsoft.com/office/officeart/2005/8/layout/StepDownProcess"/>
    <dgm:cxn modelId="{999EA0DE-0F6F-4384-B06D-284C94955853}" srcId="{015B48D1-7012-4DAB-B857-91E0BC0A6BB6}" destId="{43B1B178-3994-4838-BFB4-BCAB1C124B05}" srcOrd="1" destOrd="0" parTransId="{B9939610-D93E-451D-957A-02C57BFCEC5D}" sibTransId="{9235A737-2A73-40B1-AC2B-F69D0AB988CC}"/>
    <dgm:cxn modelId="{327D9DF2-3979-4E06-BE4D-01B12A314FD9}" type="presOf" srcId="{43B1B178-3994-4838-BFB4-BCAB1C124B05}" destId="{815F1A55-D459-4F0F-A819-5DC86B438ED0}" srcOrd="0" destOrd="0" presId="urn:microsoft.com/office/officeart/2005/8/layout/StepDownProcess"/>
    <dgm:cxn modelId="{C5AA80FA-9858-41FC-8CCA-A73DECE7E595}" srcId="{015B48D1-7012-4DAB-B857-91E0BC0A6BB6}" destId="{50719C18-DED9-4D3F-A515-572AEE20A1C7}" srcOrd="0" destOrd="0" parTransId="{83864BC7-6808-4F36-8C22-87B843872AF5}" sibTransId="{0189B8F8-7C10-4666-A11F-F0D237144B22}"/>
    <dgm:cxn modelId="{25FA65D5-5B03-4169-B3B3-2E6478F46DE7}" type="presParOf" srcId="{F4CD816A-919F-4FE9-931D-2927F4E91C8B}" destId="{26DEE345-07C3-4E0E-9A9C-5A14D42F45C8}" srcOrd="0" destOrd="0" presId="urn:microsoft.com/office/officeart/2005/8/layout/StepDownProcess"/>
    <dgm:cxn modelId="{D2AC3CB3-047B-4723-8383-AA82117EA70F}" type="presParOf" srcId="{26DEE345-07C3-4E0E-9A9C-5A14D42F45C8}" destId="{58EBEC34-1AB1-4CA7-9016-133C5AB16988}" srcOrd="0" destOrd="0" presId="urn:microsoft.com/office/officeart/2005/8/layout/StepDownProcess"/>
    <dgm:cxn modelId="{47F05D7D-96C3-4F45-BED6-C5B884EB0D1B}" type="presParOf" srcId="{26DEE345-07C3-4E0E-9A9C-5A14D42F45C8}" destId="{DFEE972A-BE16-4F49-92D2-7BCAC5894800}" srcOrd="1" destOrd="0" presId="urn:microsoft.com/office/officeart/2005/8/layout/StepDownProcess"/>
    <dgm:cxn modelId="{14CD5AAB-6B05-49FC-B037-92EF1ECA021D}" type="presParOf" srcId="{26DEE345-07C3-4E0E-9A9C-5A14D42F45C8}" destId="{0DFC35EB-D0A4-48FB-8003-707581B53AD4}" srcOrd="2" destOrd="0" presId="urn:microsoft.com/office/officeart/2005/8/layout/StepDownProcess"/>
    <dgm:cxn modelId="{6DF1EA91-9DBC-4903-B938-13497343CC52}" type="presParOf" srcId="{F4CD816A-919F-4FE9-931D-2927F4E91C8B}" destId="{407054FB-B7F6-4716-AA5E-E6391BB1462E}" srcOrd="1" destOrd="0" presId="urn:microsoft.com/office/officeart/2005/8/layout/StepDownProcess"/>
    <dgm:cxn modelId="{8AC07A9D-FA4D-4FDC-A592-9510415BBF4A}" type="presParOf" srcId="{F4CD816A-919F-4FE9-931D-2927F4E91C8B}" destId="{CF6BC2E2-7E9C-4275-99CA-F4919443E39E}" srcOrd="2" destOrd="0" presId="urn:microsoft.com/office/officeart/2005/8/layout/StepDownProcess"/>
    <dgm:cxn modelId="{4F24744F-2F40-4AD2-B920-05268024F496}" type="presParOf" srcId="{CF6BC2E2-7E9C-4275-99CA-F4919443E39E}" destId="{D896BC5F-9A09-44F4-9174-4A5202F0EA64}" srcOrd="0" destOrd="0" presId="urn:microsoft.com/office/officeart/2005/8/layout/StepDownProcess"/>
    <dgm:cxn modelId="{E369AEC7-656E-42E4-A5DE-A99211519089}" type="presParOf" srcId="{CF6BC2E2-7E9C-4275-99CA-F4919443E39E}" destId="{815F1A55-D459-4F0F-A819-5DC86B438ED0}" srcOrd="1" destOrd="0" presId="urn:microsoft.com/office/officeart/2005/8/layout/StepDownProcess"/>
    <dgm:cxn modelId="{EBA60AF9-C2EA-4AE7-A7A2-C72F0BB857ED}" type="presParOf" srcId="{CF6BC2E2-7E9C-4275-99CA-F4919443E39E}" destId="{A50DEFBD-B791-4E8B-9A38-529A8E78294E}" srcOrd="2" destOrd="0" presId="urn:microsoft.com/office/officeart/2005/8/layout/StepDownProcess"/>
    <dgm:cxn modelId="{8D094274-F7C1-403F-8C13-4963B7483439}" type="presParOf" srcId="{F4CD816A-919F-4FE9-931D-2927F4E91C8B}" destId="{5D10EE10-83E1-4D6D-809A-7FDE00B19043}" srcOrd="3" destOrd="0" presId="urn:microsoft.com/office/officeart/2005/8/layout/StepDownProcess"/>
    <dgm:cxn modelId="{F9B8A1C3-F999-4007-AD07-7F996055DED2}" type="presParOf" srcId="{F4CD816A-919F-4FE9-931D-2927F4E91C8B}" destId="{01612B7F-B6F8-448E-9F8A-5F18E4407921}" srcOrd="4" destOrd="0" presId="urn:microsoft.com/office/officeart/2005/8/layout/StepDownProcess"/>
    <dgm:cxn modelId="{EBFE9DEB-5714-4EB4-AC7B-E950ECC9D724}" type="presParOf" srcId="{01612B7F-B6F8-448E-9F8A-5F18E4407921}" destId="{076B69ED-365C-4619-8316-62E5DBBFB8E2}" srcOrd="0"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96D25CE-AE69-42CC-A8CD-EBCAAD99140F}" type="doc">
      <dgm:prSet loTypeId="urn:microsoft.com/office/officeart/2005/8/layout/process1" loCatId="process" qsTypeId="urn:microsoft.com/office/officeart/2005/8/quickstyle/simple1" qsCatId="simple" csTypeId="urn:microsoft.com/office/officeart/2005/8/colors/accent1_2" csCatId="accent1" phldr="1"/>
      <dgm:spPr>
        <a:scene3d>
          <a:camera prst="orthographicFront">
            <a:rot lat="0" lon="0" rev="0"/>
          </a:camera>
          <a:lightRig rig="soft" dir="t">
            <a:rot lat="0" lon="0" rev="0"/>
          </a:lightRig>
        </a:scene3d>
      </dgm:spPr>
      <dgm:t>
        <a:bodyPr/>
        <a:lstStyle/>
        <a:p>
          <a:endParaRPr lang="en-IN"/>
        </a:p>
      </dgm:t>
    </dgm:pt>
    <dgm:pt modelId="{C7D43149-8343-4CBE-897E-21111E7ADF75}">
      <dgm:prSet custT="1"/>
      <dgm:spPr>
        <a:solidFill>
          <a:srgbClr val="FF0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IN" sz="2400" b="1" dirty="0">
              <a:latin typeface="Aptos" panose="020B0004020202020204" pitchFamily="34" charset="0"/>
            </a:rPr>
            <a:t>Experiment</a:t>
          </a:r>
          <a:endParaRPr lang="en-IN" sz="2400" dirty="0">
            <a:latin typeface="Aptos" panose="020B0004020202020204" pitchFamily="34" charset="0"/>
          </a:endParaRPr>
        </a:p>
      </dgm:t>
    </dgm:pt>
    <dgm:pt modelId="{C03C2F8D-6698-4491-8EEC-185338980536}" type="parTrans" cxnId="{C54F2430-9763-4FCD-B633-7293F032748D}">
      <dgm:prSet/>
      <dgm:spPr/>
      <dgm:t>
        <a:bodyPr/>
        <a:lstStyle/>
        <a:p>
          <a:endParaRPr lang="en-IN"/>
        </a:p>
      </dgm:t>
    </dgm:pt>
    <dgm:pt modelId="{B01F280F-9D4A-48CA-87C1-394D6B22ABDE}" type="sibTrans" cxnId="{C54F2430-9763-4FCD-B633-7293F032748D}">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n-IN"/>
        </a:p>
      </dgm:t>
    </dgm:pt>
    <dgm:pt modelId="{01AA33D6-D386-4537-835C-46FF8C265F34}">
      <dgm:prSet custT="1"/>
      <dgm:spPr>
        <a:solidFill>
          <a:srgbClr val="FF0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IN" sz="2400" dirty="0">
              <a:latin typeface="Aptos" panose="020B0004020202020204" pitchFamily="34" charset="0"/>
            </a:rPr>
            <a:t>Internal testing</a:t>
          </a:r>
        </a:p>
      </dgm:t>
    </dgm:pt>
    <dgm:pt modelId="{233BD365-DA6A-4865-ACD2-2B0840252FC5}" type="parTrans" cxnId="{194DF820-53C9-406B-A89C-1D84D81459DF}">
      <dgm:prSet/>
      <dgm:spPr/>
      <dgm:t>
        <a:bodyPr/>
        <a:lstStyle/>
        <a:p>
          <a:endParaRPr lang="en-IN"/>
        </a:p>
      </dgm:t>
    </dgm:pt>
    <dgm:pt modelId="{0CE4DB62-8A3B-40A1-826E-17C6F154CB99}" type="sibTrans" cxnId="{194DF820-53C9-406B-A89C-1D84D81459DF}">
      <dgm:prSet/>
      <dgm:spPr/>
      <dgm:t>
        <a:bodyPr/>
        <a:lstStyle/>
        <a:p>
          <a:endParaRPr lang="en-IN"/>
        </a:p>
      </dgm:t>
    </dgm:pt>
    <dgm:pt modelId="{20E15973-F370-4107-9045-D39F3EC65B32}">
      <dgm:prSet custT="1"/>
      <dgm:spPr>
        <a:solidFill>
          <a:srgbClr val="FF0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IN" sz="2400" dirty="0">
              <a:latin typeface="Aptos" panose="020B0004020202020204" pitchFamily="34" charset="0"/>
            </a:rPr>
            <a:t>Small data</a:t>
          </a:r>
        </a:p>
      </dgm:t>
    </dgm:pt>
    <dgm:pt modelId="{98374A3B-B802-4BF5-B894-A4AFA3FAB678}" type="parTrans" cxnId="{93F9974C-0AFC-480D-92B8-360B23879A2F}">
      <dgm:prSet/>
      <dgm:spPr/>
      <dgm:t>
        <a:bodyPr/>
        <a:lstStyle/>
        <a:p>
          <a:endParaRPr lang="en-IN"/>
        </a:p>
      </dgm:t>
    </dgm:pt>
    <dgm:pt modelId="{0C1843D0-29E9-4AF3-95D7-A5B85560C9B4}" type="sibTrans" cxnId="{93F9974C-0AFC-480D-92B8-360B23879A2F}">
      <dgm:prSet/>
      <dgm:spPr/>
      <dgm:t>
        <a:bodyPr/>
        <a:lstStyle/>
        <a:p>
          <a:endParaRPr lang="en-IN"/>
        </a:p>
      </dgm:t>
    </dgm:pt>
    <dgm:pt modelId="{1D69B67F-DE3D-4F2A-9974-D13C16833E8D}">
      <dgm:prSet custT="1"/>
      <dgm:spPr>
        <a:solidFill>
          <a:srgbClr val="FF0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IN" sz="2400" dirty="0">
              <a:latin typeface="Aptos" panose="020B0004020202020204" pitchFamily="34" charset="0"/>
            </a:rPr>
            <a:t>No real impact</a:t>
          </a:r>
        </a:p>
      </dgm:t>
    </dgm:pt>
    <dgm:pt modelId="{6896FAD2-5884-40B8-80BB-3D9C3CB31252}" type="parTrans" cxnId="{8203B9C8-6166-406A-85AD-683735097630}">
      <dgm:prSet/>
      <dgm:spPr/>
      <dgm:t>
        <a:bodyPr/>
        <a:lstStyle/>
        <a:p>
          <a:endParaRPr lang="en-IN"/>
        </a:p>
      </dgm:t>
    </dgm:pt>
    <dgm:pt modelId="{2F08D221-762A-4AFD-81A0-20B445620446}" type="sibTrans" cxnId="{8203B9C8-6166-406A-85AD-683735097630}">
      <dgm:prSet/>
      <dgm:spPr/>
      <dgm:t>
        <a:bodyPr/>
        <a:lstStyle/>
        <a:p>
          <a:endParaRPr lang="en-IN"/>
        </a:p>
      </dgm:t>
    </dgm:pt>
    <dgm:pt modelId="{68ECF614-58C9-4496-9688-6CCAADE181D1}">
      <dgm:prSet custT="1"/>
      <dgm:spPr>
        <a:solidFill>
          <a:srgbClr val="00B0F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2400" b="1" dirty="0">
              <a:latin typeface="Aptos" panose="020B0004020202020204" pitchFamily="34" charset="0"/>
            </a:rPr>
            <a:t>Production</a:t>
          </a:r>
          <a:endParaRPr lang="en-IN" sz="2400" dirty="0">
            <a:latin typeface="Aptos" panose="020B0004020202020204" pitchFamily="34" charset="0"/>
          </a:endParaRPr>
        </a:p>
      </dgm:t>
    </dgm:pt>
    <dgm:pt modelId="{367B8542-7504-498A-871B-B47001A6A594}" type="parTrans" cxnId="{4CD84190-39AE-42D6-883D-765059F1A5ED}">
      <dgm:prSet/>
      <dgm:spPr/>
      <dgm:t>
        <a:bodyPr/>
        <a:lstStyle/>
        <a:p>
          <a:endParaRPr lang="en-IN"/>
        </a:p>
      </dgm:t>
    </dgm:pt>
    <dgm:pt modelId="{53DD450C-1B97-4810-9C10-868D37F28315}" type="sibTrans" cxnId="{4CD84190-39AE-42D6-883D-765059F1A5ED}">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n-IN"/>
        </a:p>
      </dgm:t>
    </dgm:pt>
    <dgm:pt modelId="{77C4C967-3013-43BB-ADE1-D0BBCBCDF819}">
      <dgm:prSet custT="1"/>
      <dgm:spPr>
        <a:solidFill>
          <a:srgbClr val="00B0F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2400" dirty="0">
              <a:latin typeface="Aptos" panose="020B0004020202020204" pitchFamily="34" charset="0"/>
            </a:rPr>
            <a:t>Real users</a:t>
          </a:r>
          <a:endParaRPr lang="en-IN" sz="2400" dirty="0">
            <a:latin typeface="Aptos" panose="020B0004020202020204" pitchFamily="34" charset="0"/>
          </a:endParaRPr>
        </a:p>
      </dgm:t>
    </dgm:pt>
    <dgm:pt modelId="{FDA6E4C6-4686-4E6D-92BF-AD881C9A86C0}" type="parTrans" cxnId="{7FF8BA91-C331-4CFB-A812-D16F7F33A3B7}">
      <dgm:prSet/>
      <dgm:spPr/>
      <dgm:t>
        <a:bodyPr/>
        <a:lstStyle/>
        <a:p>
          <a:endParaRPr lang="en-IN"/>
        </a:p>
      </dgm:t>
    </dgm:pt>
    <dgm:pt modelId="{468F9CF8-94E9-4C9A-8074-07DCFF00C443}" type="sibTrans" cxnId="{7FF8BA91-C331-4CFB-A812-D16F7F33A3B7}">
      <dgm:prSet/>
      <dgm:spPr/>
      <dgm:t>
        <a:bodyPr/>
        <a:lstStyle/>
        <a:p>
          <a:endParaRPr lang="en-IN"/>
        </a:p>
      </dgm:t>
    </dgm:pt>
    <dgm:pt modelId="{7399E87A-B106-4920-A419-42C9C0B5D3D7}">
      <dgm:prSet custT="1"/>
      <dgm:spPr>
        <a:solidFill>
          <a:srgbClr val="00B0F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2400" dirty="0">
              <a:latin typeface="Aptos" panose="020B0004020202020204" pitchFamily="34" charset="0"/>
            </a:rPr>
            <a:t>Real data</a:t>
          </a:r>
          <a:endParaRPr lang="en-IN" sz="2400" dirty="0">
            <a:latin typeface="Aptos" panose="020B0004020202020204" pitchFamily="34" charset="0"/>
          </a:endParaRPr>
        </a:p>
      </dgm:t>
    </dgm:pt>
    <dgm:pt modelId="{F3C507C5-5D70-4910-B84D-8B68075F8C09}" type="parTrans" cxnId="{B2715240-B1D0-48D9-BB38-DE8EE7FF8CD6}">
      <dgm:prSet/>
      <dgm:spPr/>
      <dgm:t>
        <a:bodyPr/>
        <a:lstStyle/>
        <a:p>
          <a:endParaRPr lang="en-IN"/>
        </a:p>
      </dgm:t>
    </dgm:pt>
    <dgm:pt modelId="{8790F7A1-D7C1-4EC7-8A10-5CDCF5A416B3}" type="sibTrans" cxnId="{B2715240-B1D0-48D9-BB38-DE8EE7FF8CD6}">
      <dgm:prSet/>
      <dgm:spPr/>
      <dgm:t>
        <a:bodyPr/>
        <a:lstStyle/>
        <a:p>
          <a:endParaRPr lang="en-IN"/>
        </a:p>
      </dgm:t>
    </dgm:pt>
    <dgm:pt modelId="{8063B8D5-C8CC-480A-A6E3-2F4AFB9F982E}">
      <dgm:prSet custT="1"/>
      <dgm:spPr>
        <a:solidFill>
          <a:srgbClr val="00B0F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2400" dirty="0">
              <a:latin typeface="Aptos" panose="020B0004020202020204" pitchFamily="34" charset="0"/>
            </a:rPr>
            <a:t>Real consequences</a:t>
          </a:r>
          <a:endParaRPr lang="en-IN" sz="2400" dirty="0">
            <a:latin typeface="Aptos" panose="020B0004020202020204" pitchFamily="34" charset="0"/>
          </a:endParaRPr>
        </a:p>
      </dgm:t>
    </dgm:pt>
    <dgm:pt modelId="{D5447C1E-FFD8-4D3A-8FF0-53D3BB0400F4}" type="parTrans" cxnId="{37575F24-CD28-4EB4-A0CC-194E30491296}">
      <dgm:prSet/>
      <dgm:spPr/>
      <dgm:t>
        <a:bodyPr/>
        <a:lstStyle/>
        <a:p>
          <a:endParaRPr lang="en-IN"/>
        </a:p>
      </dgm:t>
    </dgm:pt>
    <dgm:pt modelId="{EC71D164-C2F1-4E87-98A2-AECB63CDAABE}" type="sibTrans" cxnId="{37575F24-CD28-4EB4-A0CC-194E30491296}">
      <dgm:prSet/>
      <dgm:spPr/>
      <dgm:t>
        <a:bodyPr/>
        <a:lstStyle/>
        <a:p>
          <a:endParaRPr lang="en-IN"/>
        </a:p>
      </dgm:t>
    </dgm:pt>
    <dgm:pt modelId="{673D9399-D639-4817-8E77-1176CB62A7D8}">
      <dgm:prSet custT="1"/>
      <dgm:spPr>
        <a:solidFill>
          <a:srgbClr val="7030A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2400" b="1" dirty="0">
              <a:latin typeface="Aptos" panose="020B0004020202020204" pitchFamily="34" charset="0"/>
            </a:rPr>
            <a:t>Responsibility</a:t>
          </a:r>
          <a:endParaRPr lang="en-IN" sz="2400" dirty="0">
            <a:latin typeface="Aptos" panose="020B0004020202020204" pitchFamily="34" charset="0"/>
          </a:endParaRPr>
        </a:p>
      </dgm:t>
    </dgm:pt>
    <dgm:pt modelId="{7E7A5EDB-EB88-4074-833C-0B5047793666}" type="parTrans" cxnId="{A70A0DA0-B011-4E10-A827-A76C4B276978}">
      <dgm:prSet/>
      <dgm:spPr/>
      <dgm:t>
        <a:bodyPr/>
        <a:lstStyle/>
        <a:p>
          <a:endParaRPr lang="en-IN"/>
        </a:p>
      </dgm:t>
    </dgm:pt>
    <dgm:pt modelId="{C00D69BE-F764-4DF7-8C35-0DFF792337E5}" type="sibTrans" cxnId="{A70A0DA0-B011-4E10-A827-A76C4B276978}">
      <dgm:prSet/>
      <dgm:spPr/>
      <dgm:t>
        <a:bodyPr/>
        <a:lstStyle/>
        <a:p>
          <a:endParaRPr lang="en-IN"/>
        </a:p>
      </dgm:t>
    </dgm:pt>
    <dgm:pt modelId="{8DF35CBA-D542-4721-B85C-8176A1BF6D51}">
      <dgm:prSet custT="1"/>
      <dgm:spPr>
        <a:solidFill>
          <a:srgbClr val="7030A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2400" dirty="0">
              <a:latin typeface="Aptos" panose="020B0004020202020204" pitchFamily="34" charset="0"/>
            </a:rPr>
            <a:t>Downtime matters</a:t>
          </a:r>
          <a:endParaRPr lang="en-IN" sz="2400" dirty="0">
            <a:latin typeface="Aptos" panose="020B0004020202020204" pitchFamily="34" charset="0"/>
          </a:endParaRPr>
        </a:p>
      </dgm:t>
    </dgm:pt>
    <dgm:pt modelId="{4143E79F-64F6-4527-AFED-9742CAAD4E22}" type="parTrans" cxnId="{8D99A5E9-A701-4F34-B767-2A2B15EF23C6}">
      <dgm:prSet/>
      <dgm:spPr/>
      <dgm:t>
        <a:bodyPr/>
        <a:lstStyle/>
        <a:p>
          <a:endParaRPr lang="en-IN"/>
        </a:p>
      </dgm:t>
    </dgm:pt>
    <dgm:pt modelId="{5C6F4EC7-CF5D-429C-983A-98CD37F8A5E1}" type="sibTrans" cxnId="{8D99A5E9-A701-4F34-B767-2A2B15EF23C6}">
      <dgm:prSet/>
      <dgm:spPr/>
      <dgm:t>
        <a:bodyPr/>
        <a:lstStyle/>
        <a:p>
          <a:endParaRPr lang="en-IN"/>
        </a:p>
      </dgm:t>
    </dgm:pt>
    <dgm:pt modelId="{786925A4-4DA7-48A6-85F2-A6260FC3B46A}">
      <dgm:prSet custT="1"/>
      <dgm:spPr>
        <a:solidFill>
          <a:srgbClr val="7030A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2400" dirty="0">
              <a:latin typeface="Aptos" panose="020B0004020202020204" pitchFamily="34" charset="0"/>
            </a:rPr>
            <a:t>Errors matter</a:t>
          </a:r>
          <a:endParaRPr lang="en-IN" sz="2400" dirty="0">
            <a:latin typeface="Aptos" panose="020B0004020202020204" pitchFamily="34" charset="0"/>
          </a:endParaRPr>
        </a:p>
      </dgm:t>
    </dgm:pt>
    <dgm:pt modelId="{5E361231-1A15-4319-A57E-6102CACB9CAC}" type="parTrans" cxnId="{50348462-01A3-4980-9D78-CF862BE6E392}">
      <dgm:prSet/>
      <dgm:spPr/>
      <dgm:t>
        <a:bodyPr/>
        <a:lstStyle/>
        <a:p>
          <a:endParaRPr lang="en-IN"/>
        </a:p>
      </dgm:t>
    </dgm:pt>
    <dgm:pt modelId="{4C315D35-3661-444E-98ED-0B21D1587282}" type="sibTrans" cxnId="{50348462-01A3-4980-9D78-CF862BE6E392}">
      <dgm:prSet/>
      <dgm:spPr/>
      <dgm:t>
        <a:bodyPr/>
        <a:lstStyle/>
        <a:p>
          <a:endParaRPr lang="en-IN"/>
        </a:p>
      </dgm:t>
    </dgm:pt>
    <dgm:pt modelId="{F9ED7AFC-6A87-4215-8C7E-8DD7AF02D12F}">
      <dgm:prSet custT="1"/>
      <dgm:spPr>
        <a:solidFill>
          <a:srgbClr val="7030A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2400" dirty="0">
              <a:latin typeface="Aptos" panose="020B0004020202020204" pitchFamily="34" charset="0"/>
            </a:rPr>
            <a:t>Trust matters</a:t>
          </a:r>
          <a:endParaRPr lang="en-IN" sz="2400" dirty="0">
            <a:latin typeface="Aptos" panose="020B0004020202020204" pitchFamily="34" charset="0"/>
          </a:endParaRPr>
        </a:p>
      </dgm:t>
    </dgm:pt>
    <dgm:pt modelId="{755E7E78-6993-44B0-AF4F-E3A0D21E3FC3}" type="parTrans" cxnId="{504F5BD4-95BF-484C-866F-D6F1196D5390}">
      <dgm:prSet/>
      <dgm:spPr/>
      <dgm:t>
        <a:bodyPr/>
        <a:lstStyle/>
        <a:p>
          <a:endParaRPr lang="en-IN"/>
        </a:p>
      </dgm:t>
    </dgm:pt>
    <dgm:pt modelId="{282234F6-CCB9-4627-858D-66B770B9D135}" type="sibTrans" cxnId="{504F5BD4-95BF-484C-866F-D6F1196D5390}">
      <dgm:prSet/>
      <dgm:spPr/>
      <dgm:t>
        <a:bodyPr/>
        <a:lstStyle/>
        <a:p>
          <a:endParaRPr lang="en-IN"/>
        </a:p>
      </dgm:t>
    </dgm:pt>
    <dgm:pt modelId="{B52C5631-08B0-42D0-A1F1-CEA737549290}" type="pres">
      <dgm:prSet presAssocID="{396D25CE-AE69-42CC-A8CD-EBCAAD99140F}" presName="Name0" presStyleCnt="0">
        <dgm:presLayoutVars>
          <dgm:dir/>
          <dgm:resizeHandles val="exact"/>
        </dgm:presLayoutVars>
      </dgm:prSet>
      <dgm:spPr/>
    </dgm:pt>
    <dgm:pt modelId="{95272CEE-AA89-4646-9E77-D97D13F46C59}" type="pres">
      <dgm:prSet presAssocID="{C7D43149-8343-4CBE-897E-21111E7ADF75}" presName="node" presStyleLbl="node1" presStyleIdx="0" presStyleCnt="3">
        <dgm:presLayoutVars>
          <dgm:bulletEnabled val="1"/>
        </dgm:presLayoutVars>
      </dgm:prSet>
      <dgm:spPr/>
    </dgm:pt>
    <dgm:pt modelId="{ADB6B16A-3EEE-47F9-BEB6-381C1BE51FF0}" type="pres">
      <dgm:prSet presAssocID="{B01F280F-9D4A-48CA-87C1-394D6B22ABDE}" presName="sibTrans" presStyleLbl="sibTrans2D1" presStyleIdx="0" presStyleCnt="2"/>
      <dgm:spPr/>
    </dgm:pt>
    <dgm:pt modelId="{D981BC6D-D2CC-4A4F-94E8-6E6EB69AB865}" type="pres">
      <dgm:prSet presAssocID="{B01F280F-9D4A-48CA-87C1-394D6B22ABDE}" presName="connectorText" presStyleLbl="sibTrans2D1" presStyleIdx="0" presStyleCnt="2"/>
      <dgm:spPr/>
    </dgm:pt>
    <dgm:pt modelId="{D5D5FEC9-D49D-4924-9BA8-87B650290DE7}" type="pres">
      <dgm:prSet presAssocID="{68ECF614-58C9-4496-9688-6CCAADE181D1}" presName="node" presStyleLbl="node1" presStyleIdx="1" presStyleCnt="3">
        <dgm:presLayoutVars>
          <dgm:bulletEnabled val="1"/>
        </dgm:presLayoutVars>
      </dgm:prSet>
      <dgm:spPr/>
    </dgm:pt>
    <dgm:pt modelId="{2D696D41-810F-4983-B313-4B013E36D57C}" type="pres">
      <dgm:prSet presAssocID="{53DD450C-1B97-4810-9C10-868D37F28315}" presName="sibTrans" presStyleLbl="sibTrans2D1" presStyleIdx="1" presStyleCnt="2"/>
      <dgm:spPr/>
    </dgm:pt>
    <dgm:pt modelId="{6841D6DF-8EE2-4715-9F99-2A84F62A57CA}" type="pres">
      <dgm:prSet presAssocID="{53DD450C-1B97-4810-9C10-868D37F28315}" presName="connectorText" presStyleLbl="sibTrans2D1" presStyleIdx="1" presStyleCnt="2"/>
      <dgm:spPr/>
    </dgm:pt>
    <dgm:pt modelId="{1C0F9EE8-01ED-4445-8062-7105E0DB6434}" type="pres">
      <dgm:prSet presAssocID="{673D9399-D639-4817-8E77-1176CB62A7D8}" presName="node" presStyleLbl="node1" presStyleIdx="2" presStyleCnt="3">
        <dgm:presLayoutVars>
          <dgm:bulletEnabled val="1"/>
        </dgm:presLayoutVars>
      </dgm:prSet>
      <dgm:spPr/>
    </dgm:pt>
  </dgm:ptLst>
  <dgm:cxnLst>
    <dgm:cxn modelId="{9ADFFA03-9EA4-4C62-81E1-8E77F244D3A0}" type="presOf" srcId="{673D9399-D639-4817-8E77-1176CB62A7D8}" destId="{1C0F9EE8-01ED-4445-8062-7105E0DB6434}" srcOrd="0" destOrd="0" presId="urn:microsoft.com/office/officeart/2005/8/layout/process1"/>
    <dgm:cxn modelId="{D387EF14-069F-401B-A99E-1270F56B251D}" type="presOf" srcId="{53DD450C-1B97-4810-9C10-868D37F28315}" destId="{6841D6DF-8EE2-4715-9F99-2A84F62A57CA}" srcOrd="1" destOrd="0" presId="urn:microsoft.com/office/officeart/2005/8/layout/process1"/>
    <dgm:cxn modelId="{194DF820-53C9-406B-A89C-1D84D81459DF}" srcId="{C7D43149-8343-4CBE-897E-21111E7ADF75}" destId="{01AA33D6-D386-4537-835C-46FF8C265F34}" srcOrd="0" destOrd="0" parTransId="{233BD365-DA6A-4865-ACD2-2B0840252FC5}" sibTransId="{0CE4DB62-8A3B-40A1-826E-17C6F154CB99}"/>
    <dgm:cxn modelId="{37575F24-CD28-4EB4-A0CC-194E30491296}" srcId="{68ECF614-58C9-4496-9688-6CCAADE181D1}" destId="{8063B8D5-C8CC-480A-A6E3-2F4AFB9F982E}" srcOrd="2" destOrd="0" parTransId="{D5447C1E-FFD8-4D3A-8FF0-53D3BB0400F4}" sibTransId="{EC71D164-C2F1-4E87-98A2-AECB63CDAABE}"/>
    <dgm:cxn modelId="{C54F2430-9763-4FCD-B633-7293F032748D}" srcId="{396D25CE-AE69-42CC-A8CD-EBCAAD99140F}" destId="{C7D43149-8343-4CBE-897E-21111E7ADF75}" srcOrd="0" destOrd="0" parTransId="{C03C2F8D-6698-4491-8EEC-185338980536}" sibTransId="{B01F280F-9D4A-48CA-87C1-394D6B22ABDE}"/>
    <dgm:cxn modelId="{092E8435-E8B9-4AB7-AE2D-42825DC4FA4B}" type="presOf" srcId="{7399E87A-B106-4920-A419-42C9C0B5D3D7}" destId="{D5D5FEC9-D49D-4924-9BA8-87B650290DE7}" srcOrd="0" destOrd="2" presId="urn:microsoft.com/office/officeart/2005/8/layout/process1"/>
    <dgm:cxn modelId="{37312D3D-B5BE-4A41-852F-74DBEE441C30}" type="presOf" srcId="{F9ED7AFC-6A87-4215-8C7E-8DD7AF02D12F}" destId="{1C0F9EE8-01ED-4445-8062-7105E0DB6434}" srcOrd="0" destOrd="3" presId="urn:microsoft.com/office/officeart/2005/8/layout/process1"/>
    <dgm:cxn modelId="{B2715240-B1D0-48D9-BB38-DE8EE7FF8CD6}" srcId="{68ECF614-58C9-4496-9688-6CCAADE181D1}" destId="{7399E87A-B106-4920-A419-42C9C0B5D3D7}" srcOrd="1" destOrd="0" parTransId="{F3C507C5-5D70-4910-B84D-8B68075F8C09}" sibTransId="{8790F7A1-D7C1-4EC7-8A10-5CDCF5A416B3}"/>
    <dgm:cxn modelId="{50348462-01A3-4980-9D78-CF862BE6E392}" srcId="{673D9399-D639-4817-8E77-1176CB62A7D8}" destId="{786925A4-4DA7-48A6-85F2-A6260FC3B46A}" srcOrd="1" destOrd="0" parTransId="{5E361231-1A15-4319-A57E-6102CACB9CAC}" sibTransId="{4C315D35-3661-444E-98ED-0B21D1587282}"/>
    <dgm:cxn modelId="{97B02E68-22EB-4144-9B68-0C752799E1B9}" type="presOf" srcId="{B01F280F-9D4A-48CA-87C1-394D6B22ABDE}" destId="{D981BC6D-D2CC-4A4F-94E8-6E6EB69AB865}" srcOrd="1" destOrd="0" presId="urn:microsoft.com/office/officeart/2005/8/layout/process1"/>
    <dgm:cxn modelId="{93F9974C-0AFC-480D-92B8-360B23879A2F}" srcId="{C7D43149-8343-4CBE-897E-21111E7ADF75}" destId="{20E15973-F370-4107-9045-D39F3EC65B32}" srcOrd="1" destOrd="0" parTransId="{98374A3B-B802-4BF5-B894-A4AFA3FAB678}" sibTransId="{0C1843D0-29E9-4AF3-95D7-A5B85560C9B4}"/>
    <dgm:cxn modelId="{4699554D-8567-4DC4-A589-D64CC120BCD5}" type="presOf" srcId="{77C4C967-3013-43BB-ADE1-D0BBCBCDF819}" destId="{D5D5FEC9-D49D-4924-9BA8-87B650290DE7}" srcOrd="0" destOrd="1" presId="urn:microsoft.com/office/officeart/2005/8/layout/process1"/>
    <dgm:cxn modelId="{C3B5AA51-574E-435F-A619-DA95E7F9E02E}" type="presOf" srcId="{53DD450C-1B97-4810-9C10-868D37F28315}" destId="{2D696D41-810F-4983-B313-4B013E36D57C}" srcOrd="0" destOrd="0" presId="urn:microsoft.com/office/officeart/2005/8/layout/process1"/>
    <dgm:cxn modelId="{A7572554-3AF2-4E63-AA7D-A45B3F7910B3}" type="presOf" srcId="{8DF35CBA-D542-4721-B85C-8176A1BF6D51}" destId="{1C0F9EE8-01ED-4445-8062-7105E0DB6434}" srcOrd="0" destOrd="1" presId="urn:microsoft.com/office/officeart/2005/8/layout/process1"/>
    <dgm:cxn modelId="{5882C458-54C6-4687-8C93-8EEF6A71EB1F}" type="presOf" srcId="{01AA33D6-D386-4537-835C-46FF8C265F34}" destId="{95272CEE-AA89-4646-9E77-D97D13F46C59}" srcOrd="0" destOrd="1" presId="urn:microsoft.com/office/officeart/2005/8/layout/process1"/>
    <dgm:cxn modelId="{B7EB517C-8479-4E1F-87D9-F7A43CA15A36}" type="presOf" srcId="{1D69B67F-DE3D-4F2A-9974-D13C16833E8D}" destId="{95272CEE-AA89-4646-9E77-D97D13F46C59}" srcOrd="0" destOrd="3" presId="urn:microsoft.com/office/officeart/2005/8/layout/process1"/>
    <dgm:cxn modelId="{E5FA537F-AAB6-4301-BE6B-C8240C0E8277}" type="presOf" srcId="{C7D43149-8343-4CBE-897E-21111E7ADF75}" destId="{95272CEE-AA89-4646-9E77-D97D13F46C59}" srcOrd="0" destOrd="0" presId="urn:microsoft.com/office/officeart/2005/8/layout/process1"/>
    <dgm:cxn modelId="{4CD84190-39AE-42D6-883D-765059F1A5ED}" srcId="{396D25CE-AE69-42CC-A8CD-EBCAAD99140F}" destId="{68ECF614-58C9-4496-9688-6CCAADE181D1}" srcOrd="1" destOrd="0" parTransId="{367B8542-7504-498A-871B-B47001A6A594}" sibTransId="{53DD450C-1B97-4810-9C10-868D37F28315}"/>
    <dgm:cxn modelId="{7FF8BA91-C331-4CFB-A812-D16F7F33A3B7}" srcId="{68ECF614-58C9-4496-9688-6CCAADE181D1}" destId="{77C4C967-3013-43BB-ADE1-D0BBCBCDF819}" srcOrd="0" destOrd="0" parTransId="{FDA6E4C6-4686-4E6D-92BF-AD881C9A86C0}" sibTransId="{468F9CF8-94E9-4C9A-8074-07DCFF00C443}"/>
    <dgm:cxn modelId="{A70A0DA0-B011-4E10-A827-A76C4B276978}" srcId="{396D25CE-AE69-42CC-A8CD-EBCAAD99140F}" destId="{673D9399-D639-4817-8E77-1176CB62A7D8}" srcOrd="2" destOrd="0" parTransId="{7E7A5EDB-EB88-4074-833C-0B5047793666}" sibTransId="{C00D69BE-F764-4DF7-8C35-0DFF792337E5}"/>
    <dgm:cxn modelId="{B4413EBB-0342-4885-8B9B-3CD7866F45BD}" type="presOf" srcId="{786925A4-4DA7-48A6-85F2-A6260FC3B46A}" destId="{1C0F9EE8-01ED-4445-8062-7105E0DB6434}" srcOrd="0" destOrd="2" presId="urn:microsoft.com/office/officeart/2005/8/layout/process1"/>
    <dgm:cxn modelId="{DFD5ADBC-0B25-4936-B769-C733775EC6F4}" type="presOf" srcId="{20E15973-F370-4107-9045-D39F3EC65B32}" destId="{95272CEE-AA89-4646-9E77-D97D13F46C59}" srcOrd="0" destOrd="2" presId="urn:microsoft.com/office/officeart/2005/8/layout/process1"/>
    <dgm:cxn modelId="{E095E0BC-4EAC-4A09-8E57-F2DE63C22E5E}" type="presOf" srcId="{8063B8D5-C8CC-480A-A6E3-2F4AFB9F982E}" destId="{D5D5FEC9-D49D-4924-9BA8-87B650290DE7}" srcOrd="0" destOrd="3" presId="urn:microsoft.com/office/officeart/2005/8/layout/process1"/>
    <dgm:cxn modelId="{8203B9C8-6166-406A-85AD-683735097630}" srcId="{C7D43149-8343-4CBE-897E-21111E7ADF75}" destId="{1D69B67F-DE3D-4F2A-9974-D13C16833E8D}" srcOrd="2" destOrd="0" parTransId="{6896FAD2-5884-40B8-80BB-3D9C3CB31252}" sibTransId="{2F08D221-762A-4AFD-81A0-20B445620446}"/>
    <dgm:cxn modelId="{7AF5DFCB-818F-4EF9-BDB4-C10B492CB25C}" type="presOf" srcId="{B01F280F-9D4A-48CA-87C1-394D6B22ABDE}" destId="{ADB6B16A-3EEE-47F9-BEB6-381C1BE51FF0}" srcOrd="0" destOrd="0" presId="urn:microsoft.com/office/officeart/2005/8/layout/process1"/>
    <dgm:cxn modelId="{504F5BD4-95BF-484C-866F-D6F1196D5390}" srcId="{673D9399-D639-4817-8E77-1176CB62A7D8}" destId="{F9ED7AFC-6A87-4215-8C7E-8DD7AF02D12F}" srcOrd="2" destOrd="0" parTransId="{755E7E78-6993-44B0-AF4F-E3A0D21E3FC3}" sibTransId="{282234F6-CCB9-4627-858D-66B770B9D135}"/>
    <dgm:cxn modelId="{DEC9D6E8-2C85-456C-8C71-317C92B77A58}" type="presOf" srcId="{396D25CE-AE69-42CC-A8CD-EBCAAD99140F}" destId="{B52C5631-08B0-42D0-A1F1-CEA737549290}" srcOrd="0" destOrd="0" presId="urn:microsoft.com/office/officeart/2005/8/layout/process1"/>
    <dgm:cxn modelId="{8D99A5E9-A701-4F34-B767-2A2B15EF23C6}" srcId="{673D9399-D639-4817-8E77-1176CB62A7D8}" destId="{8DF35CBA-D542-4721-B85C-8176A1BF6D51}" srcOrd="0" destOrd="0" parTransId="{4143E79F-64F6-4527-AFED-9742CAAD4E22}" sibTransId="{5C6F4EC7-CF5D-429C-983A-98CD37F8A5E1}"/>
    <dgm:cxn modelId="{70CFAAF8-5FA3-4632-86BA-DE0BC14E45D4}" type="presOf" srcId="{68ECF614-58C9-4496-9688-6CCAADE181D1}" destId="{D5D5FEC9-D49D-4924-9BA8-87B650290DE7}" srcOrd="0" destOrd="0" presId="urn:microsoft.com/office/officeart/2005/8/layout/process1"/>
    <dgm:cxn modelId="{1717531B-99EC-4888-9E96-2520BE46D622}" type="presParOf" srcId="{B52C5631-08B0-42D0-A1F1-CEA737549290}" destId="{95272CEE-AA89-4646-9E77-D97D13F46C59}" srcOrd="0" destOrd="0" presId="urn:microsoft.com/office/officeart/2005/8/layout/process1"/>
    <dgm:cxn modelId="{A1109313-53D7-47C8-A137-2386BE7F45D9}" type="presParOf" srcId="{B52C5631-08B0-42D0-A1F1-CEA737549290}" destId="{ADB6B16A-3EEE-47F9-BEB6-381C1BE51FF0}" srcOrd="1" destOrd="0" presId="urn:microsoft.com/office/officeart/2005/8/layout/process1"/>
    <dgm:cxn modelId="{F40F4639-2A45-45DF-8A37-3039650C994A}" type="presParOf" srcId="{ADB6B16A-3EEE-47F9-BEB6-381C1BE51FF0}" destId="{D981BC6D-D2CC-4A4F-94E8-6E6EB69AB865}" srcOrd="0" destOrd="0" presId="urn:microsoft.com/office/officeart/2005/8/layout/process1"/>
    <dgm:cxn modelId="{7EC11ACF-9536-48A4-A5BA-1FDC0AB72CB2}" type="presParOf" srcId="{B52C5631-08B0-42D0-A1F1-CEA737549290}" destId="{D5D5FEC9-D49D-4924-9BA8-87B650290DE7}" srcOrd="2" destOrd="0" presId="urn:microsoft.com/office/officeart/2005/8/layout/process1"/>
    <dgm:cxn modelId="{F2E59553-D847-44A2-BA0C-836581CD5CB2}" type="presParOf" srcId="{B52C5631-08B0-42D0-A1F1-CEA737549290}" destId="{2D696D41-810F-4983-B313-4B013E36D57C}" srcOrd="3" destOrd="0" presId="urn:microsoft.com/office/officeart/2005/8/layout/process1"/>
    <dgm:cxn modelId="{39225E6C-DCD5-4004-B8B0-FF2963834E19}" type="presParOf" srcId="{2D696D41-810F-4983-B313-4B013E36D57C}" destId="{6841D6DF-8EE2-4715-9F99-2A84F62A57CA}" srcOrd="0" destOrd="0" presId="urn:microsoft.com/office/officeart/2005/8/layout/process1"/>
    <dgm:cxn modelId="{EDB9045B-D180-425A-A7A8-3F0AC037F64F}" type="presParOf" srcId="{B52C5631-08B0-42D0-A1F1-CEA737549290}" destId="{1C0F9EE8-01ED-4445-8062-7105E0DB6434}"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F7BA909F-491B-43DD-903C-D86112F09BA4}"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IN"/>
        </a:p>
      </dgm:t>
    </dgm:pt>
    <dgm:pt modelId="{1347E71B-5750-4344-9A37-F5F8BD60AF3C}">
      <dgm:prSet custT="1"/>
      <dgm:spPr/>
      <dgm:t>
        <a:bodyPr/>
        <a:lstStyle/>
        <a:p>
          <a:r>
            <a:rPr lang="en-US" sz="2000" b="1" dirty="0">
              <a:solidFill>
                <a:schemeClr val="tx1">
                  <a:lumMod val="95000"/>
                  <a:lumOff val="5000"/>
                </a:schemeClr>
              </a:solidFill>
              <a:latin typeface="Aptos" panose="020B0004020202020204" pitchFamily="34" charset="0"/>
            </a:rPr>
            <a:t>Before Deployment</a:t>
          </a:r>
        </a:p>
        <a:p>
          <a:r>
            <a:rPr lang="en-US" sz="2000" dirty="0">
              <a:latin typeface="Aptos" panose="020B0004020202020204" pitchFamily="34" charset="0"/>
            </a:rPr>
            <a:t>You control when AI runs</a:t>
          </a:r>
        </a:p>
        <a:p>
          <a:r>
            <a:rPr lang="en-US" sz="2000" dirty="0">
              <a:latin typeface="Aptos" panose="020B0004020202020204" pitchFamily="34" charset="0"/>
            </a:rPr>
            <a:t>You choose the inputs</a:t>
          </a:r>
        </a:p>
        <a:p>
          <a:r>
            <a:rPr lang="en-US" sz="2000" dirty="0">
              <a:latin typeface="Aptos" panose="020B0004020202020204" pitchFamily="34" charset="0"/>
            </a:rPr>
            <a:t>Failures are harmless</a:t>
          </a:r>
          <a:endParaRPr lang="en-IN" sz="2000" dirty="0">
            <a:latin typeface="Aptos" panose="020B0004020202020204" pitchFamily="34" charset="0"/>
          </a:endParaRPr>
        </a:p>
      </dgm:t>
    </dgm:pt>
    <dgm:pt modelId="{0B685220-7F1A-4972-B113-BB60F9EAB5A5}" type="parTrans" cxnId="{93853C31-6EFB-4A70-A345-58C41399EFD4}">
      <dgm:prSet/>
      <dgm:spPr/>
      <dgm:t>
        <a:bodyPr/>
        <a:lstStyle/>
        <a:p>
          <a:endParaRPr lang="en-IN"/>
        </a:p>
      </dgm:t>
    </dgm:pt>
    <dgm:pt modelId="{F46265CD-4AF6-4368-9A8A-073F802687D0}" type="sibTrans" cxnId="{93853C31-6EFB-4A70-A345-58C41399EFD4}">
      <dgm:prSet/>
      <dgm:spPr/>
      <dgm:t>
        <a:bodyPr/>
        <a:lstStyle/>
        <a:p>
          <a:endParaRPr lang="en-IN"/>
        </a:p>
      </dgm:t>
    </dgm:pt>
    <dgm:pt modelId="{9E5C7F46-A12A-4BFC-82C8-978C350ABBB4}">
      <dgm:prSet custT="1"/>
      <dgm:spPr/>
      <dgm:t>
        <a:bodyPr/>
        <a:lstStyle/>
        <a:p>
          <a:r>
            <a:rPr lang="en-US" sz="2000" b="1" dirty="0">
              <a:solidFill>
                <a:schemeClr val="tx1">
                  <a:lumMod val="95000"/>
                  <a:lumOff val="5000"/>
                </a:schemeClr>
              </a:solidFill>
              <a:latin typeface="Aptos" panose="020B0004020202020204" pitchFamily="34" charset="0"/>
            </a:rPr>
            <a:t>Deployment Moment</a:t>
          </a:r>
        </a:p>
        <a:p>
          <a:r>
            <a:rPr lang="en-US" sz="2000" dirty="0">
              <a:latin typeface="Aptos" panose="020B0004020202020204" pitchFamily="34" charset="0"/>
            </a:rPr>
            <a:t>making the AI system </a:t>
          </a:r>
          <a:r>
            <a:rPr lang="en-US" sz="2000" b="1" dirty="0">
              <a:latin typeface="Aptos" panose="020B0004020202020204" pitchFamily="34" charset="0"/>
            </a:rPr>
            <a:t>live</a:t>
          </a:r>
          <a:endParaRPr lang="en-US" sz="2000" dirty="0">
            <a:latin typeface="Aptos" panose="020B0004020202020204" pitchFamily="34" charset="0"/>
          </a:endParaRPr>
        </a:p>
        <a:p>
          <a:pPr>
            <a:buFont typeface="Arial" panose="020B0604020202020204" pitchFamily="34" charset="0"/>
            <a:buChar char="•"/>
          </a:pPr>
          <a:r>
            <a:rPr lang="en-US" sz="2000" dirty="0">
              <a:latin typeface="Aptos" panose="020B0004020202020204" pitchFamily="34" charset="0"/>
            </a:rPr>
            <a:t>connecting it to </a:t>
          </a:r>
          <a:r>
            <a:rPr lang="en-US" sz="2000" b="1" dirty="0">
              <a:latin typeface="Aptos" panose="020B0004020202020204" pitchFamily="34" charset="0"/>
            </a:rPr>
            <a:t>real workflows</a:t>
          </a:r>
          <a:endParaRPr lang="en-US" sz="2000" dirty="0">
            <a:latin typeface="Aptos" panose="020B0004020202020204" pitchFamily="34" charset="0"/>
          </a:endParaRPr>
        </a:p>
      </dgm:t>
    </dgm:pt>
    <dgm:pt modelId="{4C27AC7F-DAB8-4E0D-B7AB-F304EA684080}" type="parTrans" cxnId="{5B686824-0E51-4643-A8C8-10A73ECD05AF}">
      <dgm:prSet/>
      <dgm:spPr/>
      <dgm:t>
        <a:bodyPr/>
        <a:lstStyle/>
        <a:p>
          <a:endParaRPr lang="en-IN"/>
        </a:p>
      </dgm:t>
    </dgm:pt>
    <dgm:pt modelId="{9EB6A211-CE23-47B8-8CB8-78EB965C496E}" type="sibTrans" cxnId="{5B686824-0E51-4643-A8C8-10A73ECD05AF}">
      <dgm:prSet/>
      <dgm:spPr/>
      <dgm:t>
        <a:bodyPr/>
        <a:lstStyle/>
        <a:p>
          <a:endParaRPr lang="en-IN"/>
        </a:p>
      </dgm:t>
    </dgm:pt>
    <dgm:pt modelId="{FEDA6630-5D81-4FB7-B923-3BE584F93655}">
      <dgm:prSet custT="1"/>
      <dgm:spPr/>
      <dgm:t>
        <a:bodyPr/>
        <a:lstStyle/>
        <a:p>
          <a:r>
            <a:rPr lang="en-US" sz="2000" b="1" dirty="0">
              <a:solidFill>
                <a:schemeClr val="tx1">
                  <a:lumMod val="95000"/>
                  <a:lumOff val="5000"/>
                </a:schemeClr>
              </a:solidFill>
              <a:latin typeface="Aptos" panose="020B0004020202020204" pitchFamily="34" charset="0"/>
            </a:rPr>
            <a:t>After Deployment</a:t>
          </a:r>
        </a:p>
        <a:p>
          <a:r>
            <a:rPr lang="en-US" sz="2000" dirty="0">
              <a:latin typeface="Aptos" panose="020B0004020202020204" pitchFamily="34" charset="0"/>
            </a:rPr>
            <a:t>Users trigger the AI</a:t>
          </a:r>
        </a:p>
        <a:p>
          <a:r>
            <a:rPr lang="en-US" sz="2000" dirty="0">
              <a:latin typeface="Aptos" panose="020B0004020202020204" pitchFamily="34" charset="0"/>
            </a:rPr>
            <a:t>Real data flows in</a:t>
          </a:r>
        </a:p>
        <a:p>
          <a:r>
            <a:rPr lang="en-US" sz="2000" dirty="0">
              <a:latin typeface="Aptos" panose="020B0004020202020204" pitchFamily="34" charset="0"/>
            </a:rPr>
            <a:t>Failures have impact</a:t>
          </a:r>
          <a:endParaRPr lang="en-IN" sz="2000" dirty="0">
            <a:latin typeface="Aptos" panose="020B0004020202020204" pitchFamily="34" charset="0"/>
          </a:endParaRPr>
        </a:p>
      </dgm:t>
    </dgm:pt>
    <dgm:pt modelId="{A947343B-63C7-42E4-AE54-70A7821B543F}" type="parTrans" cxnId="{3B1CA0B8-F674-4E5C-BA25-70BAA12E11FD}">
      <dgm:prSet/>
      <dgm:spPr/>
      <dgm:t>
        <a:bodyPr/>
        <a:lstStyle/>
        <a:p>
          <a:endParaRPr lang="en-IN"/>
        </a:p>
      </dgm:t>
    </dgm:pt>
    <dgm:pt modelId="{57C73E7B-60E0-477E-8CF2-616F92AA8332}" type="sibTrans" cxnId="{3B1CA0B8-F674-4E5C-BA25-70BAA12E11FD}">
      <dgm:prSet/>
      <dgm:spPr/>
      <dgm:t>
        <a:bodyPr/>
        <a:lstStyle/>
        <a:p>
          <a:endParaRPr lang="en-IN"/>
        </a:p>
      </dgm:t>
    </dgm:pt>
    <dgm:pt modelId="{0868441B-9C10-4963-8882-4CF05817EFFC}" type="pres">
      <dgm:prSet presAssocID="{F7BA909F-491B-43DD-903C-D86112F09BA4}" presName="CompostProcess" presStyleCnt="0">
        <dgm:presLayoutVars>
          <dgm:dir/>
          <dgm:resizeHandles val="exact"/>
        </dgm:presLayoutVars>
      </dgm:prSet>
      <dgm:spPr/>
    </dgm:pt>
    <dgm:pt modelId="{EE77586D-F435-4FAA-8D6E-293E5E6AD5F3}" type="pres">
      <dgm:prSet presAssocID="{F7BA909F-491B-43DD-903C-D86112F09BA4}" presName="arrow" presStyleLbl="bgShp" presStyleIdx="0" presStyleCnt="1"/>
      <dgm:spPr>
        <a:solidFill>
          <a:schemeClr val="accent4">
            <a:lumMod val="60000"/>
            <a:lumOff val="40000"/>
          </a:schemeClr>
        </a:solidFill>
      </dgm:spPr>
    </dgm:pt>
    <dgm:pt modelId="{3DCC324A-0D7C-4531-B01F-06E1DA9E94C5}" type="pres">
      <dgm:prSet presAssocID="{F7BA909F-491B-43DD-903C-D86112F09BA4}" presName="linearProcess" presStyleCnt="0"/>
      <dgm:spPr/>
    </dgm:pt>
    <dgm:pt modelId="{1CFD9384-0E29-4033-91CC-7D2034447AF3}" type="pres">
      <dgm:prSet presAssocID="{1347E71B-5750-4344-9A37-F5F8BD60AF3C}" presName="textNode" presStyleLbl="node1" presStyleIdx="0" presStyleCnt="3">
        <dgm:presLayoutVars>
          <dgm:bulletEnabled val="1"/>
        </dgm:presLayoutVars>
      </dgm:prSet>
      <dgm:spPr/>
    </dgm:pt>
    <dgm:pt modelId="{D62AFB3E-CB12-4362-8523-65F667159C76}" type="pres">
      <dgm:prSet presAssocID="{F46265CD-4AF6-4368-9A8A-073F802687D0}" presName="sibTrans" presStyleCnt="0"/>
      <dgm:spPr/>
    </dgm:pt>
    <dgm:pt modelId="{CDB6DC83-E0C4-4484-B7C0-58E0508A9DFE}" type="pres">
      <dgm:prSet presAssocID="{9E5C7F46-A12A-4BFC-82C8-978C350ABBB4}" presName="textNode" presStyleLbl="node1" presStyleIdx="1" presStyleCnt="3">
        <dgm:presLayoutVars>
          <dgm:bulletEnabled val="1"/>
        </dgm:presLayoutVars>
      </dgm:prSet>
      <dgm:spPr/>
    </dgm:pt>
    <dgm:pt modelId="{ACEDA786-80C2-4547-AFA4-464262FE86B4}" type="pres">
      <dgm:prSet presAssocID="{9EB6A211-CE23-47B8-8CB8-78EB965C496E}" presName="sibTrans" presStyleCnt="0"/>
      <dgm:spPr/>
    </dgm:pt>
    <dgm:pt modelId="{2BEE4B81-70D3-493B-B22B-698B7E3F8BAB}" type="pres">
      <dgm:prSet presAssocID="{FEDA6630-5D81-4FB7-B923-3BE584F93655}" presName="textNode" presStyleLbl="node1" presStyleIdx="2" presStyleCnt="3">
        <dgm:presLayoutVars>
          <dgm:bulletEnabled val="1"/>
        </dgm:presLayoutVars>
      </dgm:prSet>
      <dgm:spPr/>
    </dgm:pt>
  </dgm:ptLst>
  <dgm:cxnLst>
    <dgm:cxn modelId="{5B686824-0E51-4643-A8C8-10A73ECD05AF}" srcId="{F7BA909F-491B-43DD-903C-D86112F09BA4}" destId="{9E5C7F46-A12A-4BFC-82C8-978C350ABBB4}" srcOrd="1" destOrd="0" parTransId="{4C27AC7F-DAB8-4E0D-B7AB-F304EA684080}" sibTransId="{9EB6A211-CE23-47B8-8CB8-78EB965C496E}"/>
    <dgm:cxn modelId="{93853C31-6EFB-4A70-A345-58C41399EFD4}" srcId="{F7BA909F-491B-43DD-903C-D86112F09BA4}" destId="{1347E71B-5750-4344-9A37-F5F8BD60AF3C}" srcOrd="0" destOrd="0" parTransId="{0B685220-7F1A-4972-B113-BB60F9EAB5A5}" sibTransId="{F46265CD-4AF6-4368-9A8A-073F802687D0}"/>
    <dgm:cxn modelId="{D2128B61-8DA7-4918-848B-E114BD0B9871}" type="presOf" srcId="{1347E71B-5750-4344-9A37-F5F8BD60AF3C}" destId="{1CFD9384-0E29-4033-91CC-7D2034447AF3}" srcOrd="0" destOrd="0" presId="urn:microsoft.com/office/officeart/2005/8/layout/hProcess9"/>
    <dgm:cxn modelId="{846A2672-1D8A-4450-B50D-689B69D2E3ED}" type="presOf" srcId="{F7BA909F-491B-43DD-903C-D86112F09BA4}" destId="{0868441B-9C10-4963-8882-4CF05817EFFC}" srcOrd="0" destOrd="0" presId="urn:microsoft.com/office/officeart/2005/8/layout/hProcess9"/>
    <dgm:cxn modelId="{B106F97C-2FB5-4615-A6F1-1015AA75EE6C}" type="presOf" srcId="{FEDA6630-5D81-4FB7-B923-3BE584F93655}" destId="{2BEE4B81-70D3-493B-B22B-698B7E3F8BAB}" srcOrd="0" destOrd="0" presId="urn:microsoft.com/office/officeart/2005/8/layout/hProcess9"/>
    <dgm:cxn modelId="{640EEEA4-7F73-4F1B-872D-763D176EE692}" type="presOf" srcId="{9E5C7F46-A12A-4BFC-82C8-978C350ABBB4}" destId="{CDB6DC83-E0C4-4484-B7C0-58E0508A9DFE}" srcOrd="0" destOrd="0" presId="urn:microsoft.com/office/officeart/2005/8/layout/hProcess9"/>
    <dgm:cxn modelId="{3B1CA0B8-F674-4E5C-BA25-70BAA12E11FD}" srcId="{F7BA909F-491B-43DD-903C-D86112F09BA4}" destId="{FEDA6630-5D81-4FB7-B923-3BE584F93655}" srcOrd="2" destOrd="0" parTransId="{A947343B-63C7-42E4-AE54-70A7821B543F}" sibTransId="{57C73E7B-60E0-477E-8CF2-616F92AA8332}"/>
    <dgm:cxn modelId="{149F105E-1F12-4C2E-8FE5-B78990347C48}" type="presParOf" srcId="{0868441B-9C10-4963-8882-4CF05817EFFC}" destId="{EE77586D-F435-4FAA-8D6E-293E5E6AD5F3}" srcOrd="0" destOrd="0" presId="urn:microsoft.com/office/officeart/2005/8/layout/hProcess9"/>
    <dgm:cxn modelId="{67BCFB7B-8331-4CA5-ADD7-DEF16710D018}" type="presParOf" srcId="{0868441B-9C10-4963-8882-4CF05817EFFC}" destId="{3DCC324A-0D7C-4531-B01F-06E1DA9E94C5}" srcOrd="1" destOrd="0" presId="urn:microsoft.com/office/officeart/2005/8/layout/hProcess9"/>
    <dgm:cxn modelId="{27861205-A7EF-48DC-A102-860E5F275A36}" type="presParOf" srcId="{3DCC324A-0D7C-4531-B01F-06E1DA9E94C5}" destId="{1CFD9384-0E29-4033-91CC-7D2034447AF3}" srcOrd="0" destOrd="0" presId="urn:microsoft.com/office/officeart/2005/8/layout/hProcess9"/>
    <dgm:cxn modelId="{C00ACB64-8352-4F7B-817F-1364C53973BC}" type="presParOf" srcId="{3DCC324A-0D7C-4531-B01F-06E1DA9E94C5}" destId="{D62AFB3E-CB12-4362-8523-65F667159C76}" srcOrd="1" destOrd="0" presId="urn:microsoft.com/office/officeart/2005/8/layout/hProcess9"/>
    <dgm:cxn modelId="{5EBB4208-2B2B-467A-B9E6-4E9DCA5545D2}" type="presParOf" srcId="{3DCC324A-0D7C-4531-B01F-06E1DA9E94C5}" destId="{CDB6DC83-E0C4-4484-B7C0-58E0508A9DFE}" srcOrd="2" destOrd="0" presId="urn:microsoft.com/office/officeart/2005/8/layout/hProcess9"/>
    <dgm:cxn modelId="{160D1A14-AED9-4F34-9942-2C5164137892}" type="presParOf" srcId="{3DCC324A-0D7C-4531-B01F-06E1DA9E94C5}" destId="{ACEDA786-80C2-4547-AFA4-464262FE86B4}" srcOrd="3" destOrd="0" presId="urn:microsoft.com/office/officeart/2005/8/layout/hProcess9"/>
    <dgm:cxn modelId="{A8D12CDC-8612-43F8-BC22-54A51D0BE12A}" type="presParOf" srcId="{3DCC324A-0D7C-4531-B01F-06E1DA9E94C5}" destId="{2BEE4B81-70D3-493B-B22B-698B7E3F8BAB}" srcOrd="4"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0113D3A-D729-4F77-BE77-B916DDBCAAAC}" type="doc">
      <dgm:prSet loTypeId="urn:microsoft.com/office/officeart/2005/8/layout/default" loCatId="list" qsTypeId="urn:microsoft.com/office/officeart/2005/8/quickstyle/simple1" qsCatId="simple" csTypeId="urn:microsoft.com/office/officeart/2005/8/colors/accent1_2" csCatId="accent1" phldr="1"/>
      <dgm:spPr>
        <a:scene3d>
          <a:camera prst="orthographicFront">
            <a:rot lat="0" lon="0" rev="0"/>
          </a:camera>
          <a:lightRig rig="soft" dir="t">
            <a:rot lat="0" lon="0" rev="0"/>
          </a:lightRig>
        </a:scene3d>
      </dgm:spPr>
      <dgm:t>
        <a:bodyPr/>
        <a:lstStyle/>
        <a:p>
          <a:endParaRPr lang="en-IN"/>
        </a:p>
      </dgm:t>
    </dgm:pt>
    <dgm:pt modelId="{BDEA66BF-086F-4CC9-82E3-ED1E018B6562}">
      <dgm:prSet custT="1"/>
      <dgm:spPr>
        <a:solidFill>
          <a:srgbClr val="DBEAF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pPr algn="ctr"/>
          <a:r>
            <a:rPr lang="en-US" sz="2000" b="1" dirty="0">
              <a:solidFill>
                <a:schemeClr val="tx1"/>
              </a:solidFill>
              <a:latin typeface="Aptos" panose="020B0004020202020204" pitchFamily="34" charset="0"/>
            </a:rPr>
            <a:t>Availability</a:t>
          </a:r>
        </a:p>
        <a:p>
          <a:pPr algn="ctr"/>
          <a:endParaRPr lang="en-US" sz="1800" b="1" dirty="0">
            <a:solidFill>
              <a:schemeClr val="tx1"/>
            </a:solidFill>
            <a:latin typeface="Aptos" panose="020B0004020202020204" pitchFamily="34" charset="0"/>
          </a:endParaRPr>
        </a:p>
        <a:p>
          <a:pPr algn="l"/>
          <a:r>
            <a:rPr lang="en-US" sz="1800" dirty="0">
              <a:solidFill>
                <a:schemeClr val="tx1"/>
              </a:solidFill>
              <a:latin typeface="Aptos" panose="020B0004020202020204" pitchFamily="34" charset="0"/>
            </a:rPr>
            <a:t>Is the system responding?</a:t>
          </a:r>
        </a:p>
        <a:p>
          <a:pPr algn="l"/>
          <a:r>
            <a:rPr lang="en-US" sz="1800" dirty="0">
              <a:solidFill>
                <a:schemeClr val="tx1"/>
              </a:solidFill>
              <a:latin typeface="Aptos" panose="020B0004020202020204" pitchFamily="34" charset="0"/>
            </a:rPr>
            <a:t>Is it up or down?</a:t>
          </a:r>
          <a:endParaRPr lang="en-IN" sz="1800" dirty="0">
            <a:solidFill>
              <a:schemeClr val="tx1"/>
            </a:solidFill>
            <a:latin typeface="Aptos" panose="020B0004020202020204" pitchFamily="34" charset="0"/>
          </a:endParaRPr>
        </a:p>
      </dgm:t>
    </dgm:pt>
    <dgm:pt modelId="{612641D9-0203-40E7-A76A-B0C7CA3B85AC}" type="parTrans" cxnId="{07959367-219F-4C5E-A88B-9958BA7209F8}">
      <dgm:prSet/>
      <dgm:spPr/>
      <dgm:t>
        <a:bodyPr/>
        <a:lstStyle/>
        <a:p>
          <a:endParaRPr lang="en-IN"/>
        </a:p>
      </dgm:t>
    </dgm:pt>
    <dgm:pt modelId="{211BF1BE-4651-42B8-A24A-E883EB73A21C}" type="sibTrans" cxnId="{07959367-219F-4C5E-A88B-9958BA7209F8}">
      <dgm:prSet/>
      <dgm:spPr/>
      <dgm:t>
        <a:bodyPr/>
        <a:lstStyle/>
        <a:p>
          <a:endParaRPr lang="en-IN"/>
        </a:p>
      </dgm:t>
    </dgm:pt>
    <dgm:pt modelId="{ECC70AA6-8801-4B7E-9CF4-DFDE9B63BAA6}">
      <dgm:prSet custT="1"/>
      <dgm:spPr>
        <a:solidFill>
          <a:srgbClr val="FEF3C7"/>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pPr algn="l"/>
          <a:r>
            <a:rPr lang="en-US" sz="2000" b="1" dirty="0">
              <a:solidFill>
                <a:schemeClr val="tx1"/>
              </a:solidFill>
              <a:latin typeface="Aptos" panose="020B0004020202020204" pitchFamily="34" charset="0"/>
            </a:rPr>
            <a:t>        Accuracy &amp; Rules</a:t>
          </a:r>
        </a:p>
        <a:p>
          <a:pPr algn="ctr"/>
          <a:endParaRPr lang="en-US" sz="1800" b="1" dirty="0">
            <a:solidFill>
              <a:schemeClr val="tx1"/>
            </a:solidFill>
            <a:latin typeface="Aptos" panose="020B0004020202020204" pitchFamily="34" charset="0"/>
          </a:endParaRPr>
        </a:p>
        <a:p>
          <a:pPr algn="ctr"/>
          <a:r>
            <a:rPr lang="en-US" sz="1800" dirty="0">
              <a:solidFill>
                <a:schemeClr val="tx1"/>
              </a:solidFill>
              <a:latin typeface="Aptos" panose="020B0004020202020204" pitchFamily="34" charset="0"/>
            </a:rPr>
            <a:t>Are responses correct?</a:t>
          </a:r>
        </a:p>
        <a:p>
          <a:pPr algn="ctr"/>
          <a:r>
            <a:rPr lang="en-US" sz="1800" dirty="0">
              <a:solidFill>
                <a:schemeClr val="tx1"/>
              </a:solidFill>
              <a:latin typeface="Aptos" panose="020B0004020202020204" pitchFamily="34" charset="0"/>
            </a:rPr>
            <a:t>Are policies followed?</a:t>
          </a:r>
          <a:endParaRPr lang="en-IN" sz="1800" dirty="0">
            <a:solidFill>
              <a:schemeClr val="tx1"/>
            </a:solidFill>
            <a:latin typeface="Aptos" panose="020B0004020202020204" pitchFamily="34" charset="0"/>
          </a:endParaRPr>
        </a:p>
      </dgm:t>
    </dgm:pt>
    <dgm:pt modelId="{3B882AEC-928A-46BB-9C68-D86AD9FCE9B9}" type="parTrans" cxnId="{330A4F4E-1B5F-4A1F-9759-CF37395C5D3A}">
      <dgm:prSet/>
      <dgm:spPr/>
      <dgm:t>
        <a:bodyPr/>
        <a:lstStyle/>
        <a:p>
          <a:endParaRPr lang="en-IN"/>
        </a:p>
      </dgm:t>
    </dgm:pt>
    <dgm:pt modelId="{41D5C5A3-72AE-4423-8DE2-539D1C5FEC87}" type="sibTrans" cxnId="{330A4F4E-1B5F-4A1F-9759-CF37395C5D3A}">
      <dgm:prSet/>
      <dgm:spPr/>
      <dgm:t>
        <a:bodyPr/>
        <a:lstStyle/>
        <a:p>
          <a:endParaRPr lang="en-IN"/>
        </a:p>
      </dgm:t>
    </dgm:pt>
    <dgm:pt modelId="{D878CA6E-C3FA-476B-8151-E566160C1762}">
      <dgm:prSet custT="1"/>
      <dgm:spPr>
        <a:solidFill>
          <a:srgbClr val="EDE9F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2000" b="1" dirty="0">
              <a:solidFill>
                <a:schemeClr val="tx1"/>
              </a:solidFill>
              <a:latin typeface="Aptos" panose="020B0004020202020204" pitchFamily="34" charset="0"/>
            </a:rPr>
            <a:t>Errors</a:t>
          </a:r>
        </a:p>
        <a:p>
          <a:endParaRPr lang="en-US" sz="1800" b="1" dirty="0">
            <a:solidFill>
              <a:schemeClr val="tx1"/>
            </a:solidFill>
            <a:latin typeface="Aptos" panose="020B0004020202020204" pitchFamily="34" charset="0"/>
          </a:endParaRPr>
        </a:p>
        <a:p>
          <a:r>
            <a:rPr lang="en-US" sz="1800" dirty="0">
              <a:solidFill>
                <a:schemeClr val="tx1"/>
              </a:solidFill>
              <a:latin typeface="Aptos" panose="020B0004020202020204" pitchFamily="34" charset="0"/>
            </a:rPr>
            <a:t>Error frequency</a:t>
          </a:r>
        </a:p>
        <a:p>
          <a:r>
            <a:rPr lang="en-US" sz="1800" dirty="0">
              <a:solidFill>
                <a:schemeClr val="tx1"/>
              </a:solidFill>
              <a:latin typeface="Aptos" panose="020B0004020202020204" pitchFamily="34" charset="0"/>
            </a:rPr>
            <a:t>Failure patterns</a:t>
          </a:r>
          <a:endParaRPr lang="en-IN" sz="1800" dirty="0">
            <a:solidFill>
              <a:schemeClr val="tx1"/>
            </a:solidFill>
            <a:latin typeface="Aptos" panose="020B0004020202020204" pitchFamily="34" charset="0"/>
          </a:endParaRPr>
        </a:p>
      </dgm:t>
    </dgm:pt>
    <dgm:pt modelId="{69D1B718-485C-4E5E-A0AA-FB9C4A5563AD}" type="parTrans" cxnId="{FF4B10B5-CA71-4989-814B-7E1D8FF020B0}">
      <dgm:prSet/>
      <dgm:spPr/>
      <dgm:t>
        <a:bodyPr/>
        <a:lstStyle/>
        <a:p>
          <a:endParaRPr lang="en-IN"/>
        </a:p>
      </dgm:t>
    </dgm:pt>
    <dgm:pt modelId="{1930AC43-4720-4D00-8155-2A69F2934338}" type="sibTrans" cxnId="{FF4B10B5-CA71-4989-814B-7E1D8FF020B0}">
      <dgm:prSet/>
      <dgm:spPr/>
      <dgm:t>
        <a:bodyPr/>
        <a:lstStyle/>
        <a:p>
          <a:endParaRPr lang="en-IN"/>
        </a:p>
      </dgm:t>
    </dgm:pt>
    <dgm:pt modelId="{E134ED3A-DCFE-4DB3-BBF9-6F849947A65F}">
      <dgm:prSet custT="1"/>
      <dgm:spPr>
        <a:solidFill>
          <a:srgbClr val="D1FAE5"/>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2000" b="1" dirty="0">
              <a:solidFill>
                <a:schemeClr val="tx1"/>
              </a:solidFill>
              <a:latin typeface="Aptos" panose="020B0004020202020204" pitchFamily="34" charset="0"/>
            </a:rPr>
            <a:t> Performance</a:t>
          </a:r>
        </a:p>
        <a:p>
          <a:endParaRPr lang="en-US" sz="1800" b="1" dirty="0">
            <a:solidFill>
              <a:schemeClr val="tx1"/>
            </a:solidFill>
            <a:latin typeface="Aptos" panose="020B0004020202020204" pitchFamily="34" charset="0"/>
          </a:endParaRPr>
        </a:p>
        <a:p>
          <a:r>
            <a:rPr lang="en-US" sz="1800" dirty="0">
              <a:solidFill>
                <a:schemeClr val="tx1"/>
              </a:solidFill>
              <a:latin typeface="Aptos" panose="020B0004020202020204" pitchFamily="34" charset="0"/>
            </a:rPr>
            <a:t>Response time</a:t>
          </a:r>
        </a:p>
        <a:p>
          <a:r>
            <a:rPr lang="en-US" sz="1800" dirty="0">
              <a:solidFill>
                <a:schemeClr val="tx1"/>
              </a:solidFill>
              <a:latin typeface="Aptos" panose="020B0004020202020204" pitchFamily="34" charset="0"/>
            </a:rPr>
            <a:t>Degradation over time</a:t>
          </a:r>
          <a:endParaRPr lang="en-IN" sz="1800" dirty="0">
            <a:solidFill>
              <a:schemeClr val="tx1"/>
            </a:solidFill>
            <a:latin typeface="Aptos" panose="020B0004020202020204" pitchFamily="34" charset="0"/>
          </a:endParaRPr>
        </a:p>
      </dgm:t>
    </dgm:pt>
    <dgm:pt modelId="{B21F1159-202C-41DE-AE52-A800D916263B}" type="parTrans" cxnId="{46F81A6A-9104-4A39-9801-05FDF8CA0864}">
      <dgm:prSet/>
      <dgm:spPr/>
      <dgm:t>
        <a:bodyPr/>
        <a:lstStyle/>
        <a:p>
          <a:endParaRPr lang="en-IN"/>
        </a:p>
      </dgm:t>
    </dgm:pt>
    <dgm:pt modelId="{75ADAD99-B21C-4DDE-A408-C3EED6B5505F}" type="sibTrans" cxnId="{46F81A6A-9104-4A39-9801-05FDF8CA0864}">
      <dgm:prSet/>
      <dgm:spPr/>
      <dgm:t>
        <a:bodyPr/>
        <a:lstStyle/>
        <a:p>
          <a:endParaRPr lang="en-IN"/>
        </a:p>
      </dgm:t>
    </dgm:pt>
    <dgm:pt modelId="{BD8C7EE3-F2BB-40E0-8FB9-0532338ED765}" type="pres">
      <dgm:prSet presAssocID="{10113D3A-D729-4F77-BE77-B916DDBCAAAC}" presName="diagram" presStyleCnt="0">
        <dgm:presLayoutVars>
          <dgm:dir/>
          <dgm:resizeHandles val="exact"/>
        </dgm:presLayoutVars>
      </dgm:prSet>
      <dgm:spPr/>
    </dgm:pt>
    <dgm:pt modelId="{A3797298-A3A6-4272-BC7C-B1878C2E1E75}" type="pres">
      <dgm:prSet presAssocID="{BDEA66BF-086F-4CC9-82E3-ED1E018B6562}" presName="node" presStyleLbl="node1" presStyleIdx="0" presStyleCnt="4">
        <dgm:presLayoutVars>
          <dgm:bulletEnabled val="1"/>
        </dgm:presLayoutVars>
      </dgm:prSet>
      <dgm:spPr/>
    </dgm:pt>
    <dgm:pt modelId="{3D54D8AB-BBDF-495C-96E0-FECFF2BFBAE9}" type="pres">
      <dgm:prSet presAssocID="{211BF1BE-4651-42B8-A24A-E883EB73A21C}" presName="sibTrans" presStyleCnt="0"/>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pt>
    <dgm:pt modelId="{E258DC00-DCA2-4D07-AEE1-D4FC6BC6DCD3}" type="pres">
      <dgm:prSet presAssocID="{ECC70AA6-8801-4B7E-9CF4-DFDE9B63BAA6}" presName="node" presStyleLbl="node1" presStyleIdx="1" presStyleCnt="4">
        <dgm:presLayoutVars>
          <dgm:bulletEnabled val="1"/>
        </dgm:presLayoutVars>
      </dgm:prSet>
      <dgm:spPr/>
    </dgm:pt>
    <dgm:pt modelId="{4B4FCC0E-7406-435D-9B82-732E4424EDAC}" type="pres">
      <dgm:prSet presAssocID="{41D5C5A3-72AE-4423-8DE2-539D1C5FEC87}" presName="sibTrans" presStyleCnt="0"/>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pt>
    <dgm:pt modelId="{B841B1CD-3DAA-4D5A-A02D-66028584822B}" type="pres">
      <dgm:prSet presAssocID="{D878CA6E-C3FA-476B-8151-E566160C1762}" presName="node" presStyleLbl="node1" presStyleIdx="2" presStyleCnt="4">
        <dgm:presLayoutVars>
          <dgm:bulletEnabled val="1"/>
        </dgm:presLayoutVars>
      </dgm:prSet>
      <dgm:spPr/>
    </dgm:pt>
    <dgm:pt modelId="{CCB505A5-7692-478C-93BF-3CED1BC096ED}" type="pres">
      <dgm:prSet presAssocID="{1930AC43-4720-4D00-8155-2A69F2934338}" presName="sibTrans" presStyleCnt="0"/>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pt>
    <dgm:pt modelId="{EF47FD9F-4202-4207-A5E9-3AE6844584B8}" type="pres">
      <dgm:prSet presAssocID="{E134ED3A-DCFE-4DB3-BBF9-6F849947A65F}" presName="node" presStyleLbl="node1" presStyleIdx="3" presStyleCnt="4">
        <dgm:presLayoutVars>
          <dgm:bulletEnabled val="1"/>
        </dgm:presLayoutVars>
      </dgm:prSet>
      <dgm:spPr/>
    </dgm:pt>
  </dgm:ptLst>
  <dgm:cxnLst>
    <dgm:cxn modelId="{EE84F604-0F85-480A-BCEF-B03FC5CAB2CB}" type="presOf" srcId="{ECC70AA6-8801-4B7E-9CF4-DFDE9B63BAA6}" destId="{E258DC00-DCA2-4D07-AEE1-D4FC6BC6DCD3}" srcOrd="0" destOrd="0" presId="urn:microsoft.com/office/officeart/2005/8/layout/default"/>
    <dgm:cxn modelId="{B2CA0B23-A8FB-4998-9401-318C8F5A9916}" type="presOf" srcId="{BDEA66BF-086F-4CC9-82E3-ED1E018B6562}" destId="{A3797298-A3A6-4272-BC7C-B1878C2E1E75}" srcOrd="0" destOrd="0" presId="urn:microsoft.com/office/officeart/2005/8/layout/default"/>
    <dgm:cxn modelId="{07959367-219F-4C5E-A88B-9958BA7209F8}" srcId="{10113D3A-D729-4F77-BE77-B916DDBCAAAC}" destId="{BDEA66BF-086F-4CC9-82E3-ED1E018B6562}" srcOrd="0" destOrd="0" parTransId="{612641D9-0203-40E7-A76A-B0C7CA3B85AC}" sibTransId="{211BF1BE-4651-42B8-A24A-E883EB73A21C}"/>
    <dgm:cxn modelId="{919A3C69-B8E5-424F-B52B-1F4D911920EC}" type="presOf" srcId="{D878CA6E-C3FA-476B-8151-E566160C1762}" destId="{B841B1CD-3DAA-4D5A-A02D-66028584822B}" srcOrd="0" destOrd="0" presId="urn:microsoft.com/office/officeart/2005/8/layout/default"/>
    <dgm:cxn modelId="{46F81A6A-9104-4A39-9801-05FDF8CA0864}" srcId="{10113D3A-D729-4F77-BE77-B916DDBCAAAC}" destId="{E134ED3A-DCFE-4DB3-BBF9-6F849947A65F}" srcOrd="3" destOrd="0" parTransId="{B21F1159-202C-41DE-AE52-A800D916263B}" sibTransId="{75ADAD99-B21C-4DDE-A408-C3EED6B5505F}"/>
    <dgm:cxn modelId="{330A4F4E-1B5F-4A1F-9759-CF37395C5D3A}" srcId="{10113D3A-D729-4F77-BE77-B916DDBCAAAC}" destId="{ECC70AA6-8801-4B7E-9CF4-DFDE9B63BAA6}" srcOrd="1" destOrd="0" parTransId="{3B882AEC-928A-46BB-9C68-D86AD9FCE9B9}" sibTransId="{41D5C5A3-72AE-4423-8DE2-539D1C5FEC87}"/>
    <dgm:cxn modelId="{8197D983-3F86-41FD-BF28-AB9A6F6C9466}" type="presOf" srcId="{10113D3A-D729-4F77-BE77-B916DDBCAAAC}" destId="{BD8C7EE3-F2BB-40E0-8FB9-0532338ED765}" srcOrd="0" destOrd="0" presId="urn:microsoft.com/office/officeart/2005/8/layout/default"/>
    <dgm:cxn modelId="{FF4B10B5-CA71-4989-814B-7E1D8FF020B0}" srcId="{10113D3A-D729-4F77-BE77-B916DDBCAAAC}" destId="{D878CA6E-C3FA-476B-8151-E566160C1762}" srcOrd="2" destOrd="0" parTransId="{69D1B718-485C-4E5E-A0AA-FB9C4A5563AD}" sibTransId="{1930AC43-4720-4D00-8155-2A69F2934338}"/>
    <dgm:cxn modelId="{806777EF-211A-4E87-8528-9D66A4635693}" type="presOf" srcId="{E134ED3A-DCFE-4DB3-BBF9-6F849947A65F}" destId="{EF47FD9F-4202-4207-A5E9-3AE6844584B8}" srcOrd="0" destOrd="0" presId="urn:microsoft.com/office/officeart/2005/8/layout/default"/>
    <dgm:cxn modelId="{3CA69048-505F-418E-BB1C-FAEE23CB592D}" type="presParOf" srcId="{BD8C7EE3-F2BB-40E0-8FB9-0532338ED765}" destId="{A3797298-A3A6-4272-BC7C-B1878C2E1E75}" srcOrd="0" destOrd="0" presId="urn:microsoft.com/office/officeart/2005/8/layout/default"/>
    <dgm:cxn modelId="{438F30B0-D381-4ADA-93E7-DE16D9847C7F}" type="presParOf" srcId="{BD8C7EE3-F2BB-40E0-8FB9-0532338ED765}" destId="{3D54D8AB-BBDF-495C-96E0-FECFF2BFBAE9}" srcOrd="1" destOrd="0" presId="urn:microsoft.com/office/officeart/2005/8/layout/default"/>
    <dgm:cxn modelId="{34F68985-BB65-4743-AB21-67C4B254B7BC}" type="presParOf" srcId="{BD8C7EE3-F2BB-40E0-8FB9-0532338ED765}" destId="{E258DC00-DCA2-4D07-AEE1-D4FC6BC6DCD3}" srcOrd="2" destOrd="0" presId="urn:microsoft.com/office/officeart/2005/8/layout/default"/>
    <dgm:cxn modelId="{6AED3F2D-4078-4834-8791-CA2E14A9391B}" type="presParOf" srcId="{BD8C7EE3-F2BB-40E0-8FB9-0532338ED765}" destId="{4B4FCC0E-7406-435D-9B82-732E4424EDAC}" srcOrd="3" destOrd="0" presId="urn:microsoft.com/office/officeart/2005/8/layout/default"/>
    <dgm:cxn modelId="{E369C6CE-EB10-40E8-B922-8B53D91489AA}" type="presParOf" srcId="{BD8C7EE3-F2BB-40E0-8FB9-0532338ED765}" destId="{B841B1CD-3DAA-4D5A-A02D-66028584822B}" srcOrd="4" destOrd="0" presId="urn:microsoft.com/office/officeart/2005/8/layout/default"/>
    <dgm:cxn modelId="{2988B39B-157D-43A9-81FF-51E3BFB30345}" type="presParOf" srcId="{BD8C7EE3-F2BB-40E0-8FB9-0532338ED765}" destId="{CCB505A5-7692-478C-93BF-3CED1BC096ED}" srcOrd="5" destOrd="0" presId="urn:microsoft.com/office/officeart/2005/8/layout/default"/>
    <dgm:cxn modelId="{078CF1DB-5EE6-495F-9234-70D730CDEE1C}" type="presParOf" srcId="{BD8C7EE3-F2BB-40E0-8FB9-0532338ED765}" destId="{EF47FD9F-4202-4207-A5E9-3AE6844584B8}"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1E2A9C4C-F5A0-45CA-85C8-EF10CA06F653}"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IN"/>
        </a:p>
      </dgm:t>
    </dgm:pt>
    <dgm:pt modelId="{81018DBF-779F-44F9-BB26-F8489A276FF5}">
      <dgm:prSet custT="1"/>
      <dgm:spPr>
        <a:solidFill>
          <a:srgbClr val="FEE2E2"/>
        </a:solidFill>
        <a:ln>
          <a:solidFill>
            <a:schemeClr val="bg2">
              <a:lumMod val="10000"/>
            </a:schemeClr>
          </a:solidFill>
        </a:ln>
      </dgm:spPr>
      <dgm:t>
        <a:bodyPr/>
        <a:lstStyle/>
        <a:p>
          <a:r>
            <a:rPr lang="en-US" sz="2000" b="1" dirty="0">
              <a:solidFill>
                <a:schemeClr val="tx1"/>
              </a:solidFill>
              <a:latin typeface="Aptos" panose="020B0004020202020204" pitchFamily="34" charset="0"/>
            </a:rPr>
            <a:t>AI Answers Customer Questions</a:t>
          </a:r>
          <a:endParaRPr lang="en-IN" sz="2000" dirty="0">
            <a:solidFill>
              <a:schemeClr val="tx1"/>
            </a:solidFill>
            <a:latin typeface="Aptos" panose="020B0004020202020204" pitchFamily="34" charset="0"/>
          </a:endParaRPr>
        </a:p>
      </dgm:t>
    </dgm:pt>
    <dgm:pt modelId="{A3A73F65-72A9-4227-9B45-7295771E89E8}" type="parTrans" cxnId="{52899F49-9615-4567-93BF-31E679C7FAE3}">
      <dgm:prSet/>
      <dgm:spPr/>
      <dgm:t>
        <a:bodyPr/>
        <a:lstStyle/>
        <a:p>
          <a:endParaRPr lang="en-IN"/>
        </a:p>
      </dgm:t>
    </dgm:pt>
    <dgm:pt modelId="{FECB004F-C313-4976-96D7-3607DDFAE1B3}" type="sibTrans" cxnId="{52899F49-9615-4567-93BF-31E679C7FAE3}">
      <dgm:prSet/>
      <dgm:spPr/>
      <dgm:t>
        <a:bodyPr/>
        <a:lstStyle/>
        <a:p>
          <a:endParaRPr lang="en-IN"/>
        </a:p>
      </dgm:t>
    </dgm:pt>
    <dgm:pt modelId="{FE3E4F15-FE23-4E1B-ACD0-622DD6A97EBF}">
      <dgm:prSet custT="1"/>
      <dgm:spPr>
        <a:solidFill>
          <a:srgbClr val="FEF3C7"/>
        </a:solidFill>
        <a:ln>
          <a:solidFill>
            <a:schemeClr val="bg2">
              <a:lumMod val="10000"/>
            </a:schemeClr>
          </a:solidFill>
        </a:ln>
      </dgm:spPr>
      <dgm:t>
        <a:bodyPr/>
        <a:lstStyle/>
        <a:p>
          <a:r>
            <a:rPr lang="en-US" sz="1800" b="1" dirty="0">
              <a:solidFill>
                <a:schemeClr val="tx1"/>
              </a:solidFill>
              <a:latin typeface="Aptos" panose="020B0004020202020204" pitchFamily="34" charset="0"/>
            </a:rPr>
            <a:t>No Monitoring</a:t>
          </a:r>
          <a:br>
            <a:rPr lang="en-US" sz="1800" dirty="0">
              <a:solidFill>
                <a:schemeClr val="tx1"/>
              </a:solidFill>
              <a:latin typeface="Aptos" panose="020B0004020202020204" pitchFamily="34" charset="0"/>
            </a:rPr>
          </a:br>
          <a:endParaRPr lang="en-IN" sz="1800" dirty="0">
            <a:solidFill>
              <a:schemeClr val="tx1"/>
            </a:solidFill>
            <a:latin typeface="Aptos" panose="020B0004020202020204" pitchFamily="34" charset="0"/>
          </a:endParaRPr>
        </a:p>
      </dgm:t>
    </dgm:pt>
    <dgm:pt modelId="{F7DFF648-2B6D-4BA0-8B65-7D28BA27D24D}" type="parTrans" cxnId="{C8481D93-FAB7-453C-A409-DAF5483CA83D}">
      <dgm:prSet/>
      <dgm:spPr/>
      <dgm:t>
        <a:bodyPr/>
        <a:lstStyle/>
        <a:p>
          <a:endParaRPr lang="en-IN"/>
        </a:p>
      </dgm:t>
    </dgm:pt>
    <dgm:pt modelId="{4999416B-C55E-47B7-8C3B-592E2B1A482C}" type="sibTrans" cxnId="{C8481D93-FAB7-453C-A409-DAF5483CA83D}">
      <dgm:prSet/>
      <dgm:spPr/>
      <dgm:t>
        <a:bodyPr/>
        <a:lstStyle/>
        <a:p>
          <a:endParaRPr lang="en-IN"/>
        </a:p>
      </dgm:t>
    </dgm:pt>
    <dgm:pt modelId="{C068218F-0FF9-4A1B-85CE-DF5BDE0FB36E}">
      <dgm:prSet custT="1"/>
      <dgm:spPr>
        <a:solidFill>
          <a:srgbClr val="FEF3C7"/>
        </a:solidFill>
        <a:ln>
          <a:solidFill>
            <a:schemeClr val="bg2">
              <a:lumMod val="10000"/>
            </a:schemeClr>
          </a:solidFill>
        </a:ln>
      </dgm:spPr>
      <dgm:t>
        <a:bodyPr/>
        <a:lstStyle/>
        <a:p>
          <a:r>
            <a:rPr lang="en-US" sz="1800" dirty="0">
              <a:solidFill>
                <a:schemeClr val="tx1"/>
              </a:solidFill>
              <a:latin typeface="Aptos" panose="020B0004020202020204" pitchFamily="34" charset="0"/>
            </a:rPr>
            <a:t>Wrong policy answers</a:t>
          </a:r>
          <a:endParaRPr lang="en-IN" sz="1800" dirty="0">
            <a:solidFill>
              <a:schemeClr val="tx1"/>
            </a:solidFill>
            <a:latin typeface="Aptos" panose="020B0004020202020204" pitchFamily="34" charset="0"/>
          </a:endParaRPr>
        </a:p>
      </dgm:t>
    </dgm:pt>
    <dgm:pt modelId="{F4A7D502-AE6A-4BFD-9962-767FE71BE673}" type="parTrans" cxnId="{3BDD48D3-725D-4DB8-9FF1-57EBD885A96F}">
      <dgm:prSet/>
      <dgm:spPr/>
      <dgm:t>
        <a:bodyPr/>
        <a:lstStyle/>
        <a:p>
          <a:endParaRPr lang="en-IN"/>
        </a:p>
      </dgm:t>
    </dgm:pt>
    <dgm:pt modelId="{C57E7487-A5F3-4289-806E-D9065D908443}" type="sibTrans" cxnId="{3BDD48D3-725D-4DB8-9FF1-57EBD885A96F}">
      <dgm:prSet/>
      <dgm:spPr/>
      <dgm:t>
        <a:bodyPr/>
        <a:lstStyle/>
        <a:p>
          <a:endParaRPr lang="en-IN"/>
        </a:p>
      </dgm:t>
    </dgm:pt>
    <dgm:pt modelId="{352B3C76-3C7E-4951-B1FA-8180DAAB322D}">
      <dgm:prSet custT="1"/>
      <dgm:spPr>
        <a:solidFill>
          <a:srgbClr val="FEF3C7"/>
        </a:solidFill>
        <a:ln>
          <a:solidFill>
            <a:schemeClr val="bg2">
              <a:lumMod val="10000"/>
            </a:schemeClr>
          </a:solidFill>
        </a:ln>
      </dgm:spPr>
      <dgm:t>
        <a:bodyPr/>
        <a:lstStyle/>
        <a:p>
          <a:r>
            <a:rPr lang="en-US" sz="1800" dirty="0">
              <a:solidFill>
                <a:schemeClr val="tx1"/>
              </a:solidFill>
              <a:latin typeface="Aptos" panose="020B0004020202020204" pitchFamily="34" charset="0"/>
            </a:rPr>
            <a:t>Slow responses</a:t>
          </a:r>
          <a:endParaRPr lang="en-IN" sz="1800" dirty="0">
            <a:solidFill>
              <a:schemeClr val="tx1"/>
            </a:solidFill>
            <a:latin typeface="Aptos" panose="020B0004020202020204" pitchFamily="34" charset="0"/>
          </a:endParaRPr>
        </a:p>
      </dgm:t>
    </dgm:pt>
    <dgm:pt modelId="{49938D66-CD04-465E-9658-E7DD06423991}" type="parTrans" cxnId="{735B57CE-10C8-4D70-9B60-D22541E5F145}">
      <dgm:prSet/>
      <dgm:spPr/>
      <dgm:t>
        <a:bodyPr/>
        <a:lstStyle/>
        <a:p>
          <a:endParaRPr lang="en-IN"/>
        </a:p>
      </dgm:t>
    </dgm:pt>
    <dgm:pt modelId="{407EA457-F29E-408E-8643-B8DB20F9E0DD}" type="sibTrans" cxnId="{735B57CE-10C8-4D70-9B60-D22541E5F145}">
      <dgm:prSet/>
      <dgm:spPr/>
      <dgm:t>
        <a:bodyPr/>
        <a:lstStyle/>
        <a:p>
          <a:endParaRPr lang="en-IN"/>
        </a:p>
      </dgm:t>
    </dgm:pt>
    <dgm:pt modelId="{3E638B4C-6264-451B-BD4D-64A745F3F057}">
      <dgm:prSet custT="1"/>
      <dgm:spPr>
        <a:solidFill>
          <a:srgbClr val="FEF3C7"/>
        </a:solidFill>
        <a:ln>
          <a:solidFill>
            <a:schemeClr val="bg2">
              <a:lumMod val="10000"/>
            </a:schemeClr>
          </a:solidFill>
        </a:ln>
      </dgm:spPr>
      <dgm:t>
        <a:bodyPr/>
        <a:lstStyle/>
        <a:p>
          <a:r>
            <a:rPr lang="en-US" sz="1800" dirty="0">
              <a:solidFill>
                <a:schemeClr val="tx1"/>
              </a:solidFill>
              <a:latin typeface="Aptos" panose="020B0004020202020204" pitchFamily="34" charset="0"/>
            </a:rPr>
            <a:t>Customer complaints</a:t>
          </a:r>
          <a:endParaRPr lang="en-IN" sz="1800" dirty="0">
            <a:solidFill>
              <a:schemeClr val="tx1"/>
            </a:solidFill>
            <a:latin typeface="Aptos" panose="020B0004020202020204" pitchFamily="34" charset="0"/>
          </a:endParaRPr>
        </a:p>
      </dgm:t>
    </dgm:pt>
    <dgm:pt modelId="{3BBE9D80-B2E0-4C5D-9124-358426F7729D}" type="parTrans" cxnId="{3999B814-3E1F-4A76-9649-65676E593BC3}">
      <dgm:prSet/>
      <dgm:spPr/>
      <dgm:t>
        <a:bodyPr/>
        <a:lstStyle/>
        <a:p>
          <a:endParaRPr lang="en-IN"/>
        </a:p>
      </dgm:t>
    </dgm:pt>
    <dgm:pt modelId="{0FB7AE27-CE1F-486F-8364-F784498D4A7D}" type="sibTrans" cxnId="{3999B814-3E1F-4A76-9649-65676E593BC3}">
      <dgm:prSet/>
      <dgm:spPr/>
      <dgm:t>
        <a:bodyPr/>
        <a:lstStyle/>
        <a:p>
          <a:endParaRPr lang="en-IN"/>
        </a:p>
      </dgm:t>
    </dgm:pt>
    <dgm:pt modelId="{1C420D88-1EDC-4F52-B5DA-9B9C570A534D}">
      <dgm:prSet custT="1"/>
      <dgm:spPr>
        <a:solidFill>
          <a:srgbClr val="D1FAE5"/>
        </a:solidFill>
        <a:ln>
          <a:solidFill>
            <a:schemeClr val="bg2">
              <a:lumMod val="10000"/>
            </a:schemeClr>
          </a:solidFill>
        </a:ln>
      </dgm:spPr>
      <dgm:t>
        <a:bodyPr/>
        <a:lstStyle/>
        <a:p>
          <a:r>
            <a:rPr lang="en-US" sz="1800" b="1" dirty="0">
              <a:solidFill>
                <a:schemeClr val="tx1"/>
              </a:solidFill>
              <a:latin typeface="Aptos" panose="020B0004020202020204" pitchFamily="34" charset="0"/>
            </a:rPr>
            <a:t>Business Impact</a:t>
          </a:r>
        </a:p>
        <a:p>
          <a:endParaRPr lang="en-IN" sz="1800" dirty="0">
            <a:solidFill>
              <a:schemeClr val="tx1"/>
            </a:solidFill>
            <a:latin typeface="Aptos" panose="020B0004020202020204" pitchFamily="34" charset="0"/>
          </a:endParaRPr>
        </a:p>
      </dgm:t>
    </dgm:pt>
    <dgm:pt modelId="{AB52C721-82A8-46F6-8F2A-E1A17E14EDCA}" type="parTrans" cxnId="{486C3123-B044-4A15-9405-A3A708062616}">
      <dgm:prSet/>
      <dgm:spPr/>
      <dgm:t>
        <a:bodyPr/>
        <a:lstStyle/>
        <a:p>
          <a:endParaRPr lang="en-IN"/>
        </a:p>
      </dgm:t>
    </dgm:pt>
    <dgm:pt modelId="{07A33B12-CCA3-41DE-9FAB-3A62A1A0A31F}" type="sibTrans" cxnId="{486C3123-B044-4A15-9405-A3A708062616}">
      <dgm:prSet/>
      <dgm:spPr/>
      <dgm:t>
        <a:bodyPr/>
        <a:lstStyle/>
        <a:p>
          <a:endParaRPr lang="en-IN"/>
        </a:p>
      </dgm:t>
    </dgm:pt>
    <dgm:pt modelId="{73CC5052-1529-467C-AF8C-D72478D3E15E}">
      <dgm:prSet custT="1"/>
      <dgm:spPr>
        <a:solidFill>
          <a:srgbClr val="D1FAE5"/>
        </a:solidFill>
        <a:ln>
          <a:solidFill>
            <a:schemeClr val="bg2">
              <a:lumMod val="10000"/>
            </a:schemeClr>
          </a:solidFill>
        </a:ln>
      </dgm:spPr>
      <dgm:t>
        <a:bodyPr/>
        <a:lstStyle/>
        <a:p>
          <a:r>
            <a:rPr lang="en-US" sz="1800" dirty="0">
              <a:solidFill>
                <a:schemeClr val="tx1"/>
              </a:solidFill>
              <a:latin typeface="Aptos" panose="020B0004020202020204" pitchFamily="34" charset="0"/>
            </a:rPr>
            <a:t>Loss of trust</a:t>
          </a:r>
          <a:endParaRPr lang="en-IN" sz="1800" dirty="0">
            <a:solidFill>
              <a:schemeClr val="tx1"/>
            </a:solidFill>
            <a:latin typeface="Aptos" panose="020B0004020202020204" pitchFamily="34" charset="0"/>
          </a:endParaRPr>
        </a:p>
      </dgm:t>
    </dgm:pt>
    <dgm:pt modelId="{CA82BBAA-4E49-4D30-89E3-BBF7A2BE3BCA}" type="parTrans" cxnId="{9F97DCA0-F657-4B3D-B4DB-FA0B99D1F946}">
      <dgm:prSet/>
      <dgm:spPr/>
      <dgm:t>
        <a:bodyPr/>
        <a:lstStyle/>
        <a:p>
          <a:endParaRPr lang="en-IN"/>
        </a:p>
      </dgm:t>
    </dgm:pt>
    <dgm:pt modelId="{2F0AD8F4-64C0-4FCA-882B-5C89CD60ED53}" type="sibTrans" cxnId="{9F97DCA0-F657-4B3D-B4DB-FA0B99D1F946}">
      <dgm:prSet/>
      <dgm:spPr/>
      <dgm:t>
        <a:bodyPr/>
        <a:lstStyle/>
        <a:p>
          <a:endParaRPr lang="en-IN"/>
        </a:p>
      </dgm:t>
    </dgm:pt>
    <dgm:pt modelId="{62660C40-E079-4326-AB5E-132B8BFCC50E}">
      <dgm:prSet custT="1"/>
      <dgm:spPr>
        <a:solidFill>
          <a:srgbClr val="D1FAE5"/>
        </a:solidFill>
        <a:ln>
          <a:solidFill>
            <a:schemeClr val="bg2">
              <a:lumMod val="10000"/>
            </a:schemeClr>
          </a:solidFill>
        </a:ln>
      </dgm:spPr>
      <dgm:t>
        <a:bodyPr/>
        <a:lstStyle/>
        <a:p>
          <a:r>
            <a:rPr lang="en-US" sz="1800" dirty="0">
              <a:solidFill>
                <a:schemeClr val="tx1"/>
              </a:solidFill>
              <a:latin typeface="Aptos" panose="020B0004020202020204" pitchFamily="34" charset="0"/>
            </a:rPr>
            <a:t>Escalations</a:t>
          </a:r>
          <a:endParaRPr lang="en-IN" sz="1800" dirty="0">
            <a:solidFill>
              <a:schemeClr val="tx1"/>
            </a:solidFill>
            <a:latin typeface="Aptos" panose="020B0004020202020204" pitchFamily="34" charset="0"/>
          </a:endParaRPr>
        </a:p>
      </dgm:t>
    </dgm:pt>
    <dgm:pt modelId="{09C5CBC5-FD2B-433B-9633-F08790A9B394}" type="parTrans" cxnId="{7EDA2D05-A60B-40B8-8CF8-0A1D0F72FA26}">
      <dgm:prSet/>
      <dgm:spPr/>
      <dgm:t>
        <a:bodyPr/>
        <a:lstStyle/>
        <a:p>
          <a:endParaRPr lang="en-IN"/>
        </a:p>
      </dgm:t>
    </dgm:pt>
    <dgm:pt modelId="{8958B17E-CB4C-47E9-A9B7-C22186B8668F}" type="sibTrans" cxnId="{7EDA2D05-A60B-40B8-8CF8-0A1D0F72FA26}">
      <dgm:prSet/>
      <dgm:spPr/>
      <dgm:t>
        <a:bodyPr/>
        <a:lstStyle/>
        <a:p>
          <a:endParaRPr lang="en-IN"/>
        </a:p>
      </dgm:t>
    </dgm:pt>
    <dgm:pt modelId="{82F3EECD-9146-48C8-B2AA-1103AF870067}">
      <dgm:prSet custT="1"/>
      <dgm:spPr>
        <a:solidFill>
          <a:srgbClr val="D1FAE5"/>
        </a:solidFill>
        <a:ln>
          <a:solidFill>
            <a:schemeClr val="bg2">
              <a:lumMod val="10000"/>
            </a:schemeClr>
          </a:solidFill>
        </a:ln>
      </dgm:spPr>
      <dgm:t>
        <a:bodyPr/>
        <a:lstStyle/>
        <a:p>
          <a:r>
            <a:rPr lang="en-US" sz="1800" dirty="0">
              <a:solidFill>
                <a:schemeClr val="tx1"/>
              </a:solidFill>
              <a:latin typeface="Aptos" panose="020B0004020202020204" pitchFamily="34" charset="0"/>
            </a:rPr>
            <a:t>Manual damage control</a:t>
          </a:r>
          <a:endParaRPr lang="en-IN" sz="1800" dirty="0">
            <a:solidFill>
              <a:schemeClr val="tx1"/>
            </a:solidFill>
            <a:latin typeface="Aptos" panose="020B0004020202020204" pitchFamily="34" charset="0"/>
          </a:endParaRPr>
        </a:p>
      </dgm:t>
    </dgm:pt>
    <dgm:pt modelId="{F41CF26E-79C3-444B-B486-D04D409E293C}" type="parTrans" cxnId="{A2B81860-A672-4517-9A60-E6BFD69C4E41}">
      <dgm:prSet/>
      <dgm:spPr/>
      <dgm:t>
        <a:bodyPr/>
        <a:lstStyle/>
        <a:p>
          <a:endParaRPr lang="en-IN"/>
        </a:p>
      </dgm:t>
    </dgm:pt>
    <dgm:pt modelId="{DE92F19F-5A6B-423A-998D-170F09CDBCBE}" type="sibTrans" cxnId="{A2B81860-A672-4517-9A60-E6BFD69C4E41}">
      <dgm:prSet/>
      <dgm:spPr/>
      <dgm:t>
        <a:bodyPr/>
        <a:lstStyle/>
        <a:p>
          <a:endParaRPr lang="en-IN"/>
        </a:p>
      </dgm:t>
    </dgm:pt>
    <dgm:pt modelId="{58171EF7-0C80-43E5-9042-EA11DA9175EC}" type="pres">
      <dgm:prSet presAssocID="{1E2A9C4C-F5A0-45CA-85C8-EF10CA06F653}" presName="Name0" presStyleCnt="0">
        <dgm:presLayoutVars>
          <dgm:dir/>
          <dgm:resizeHandles val="exact"/>
        </dgm:presLayoutVars>
      </dgm:prSet>
      <dgm:spPr/>
    </dgm:pt>
    <dgm:pt modelId="{7A10FD65-2CA9-49F9-B34E-0B55720557C1}" type="pres">
      <dgm:prSet presAssocID="{81018DBF-779F-44F9-BB26-F8489A276FF5}" presName="node" presStyleLbl="node1" presStyleIdx="0" presStyleCnt="3">
        <dgm:presLayoutVars>
          <dgm:bulletEnabled val="1"/>
        </dgm:presLayoutVars>
      </dgm:prSet>
      <dgm:spPr/>
    </dgm:pt>
    <dgm:pt modelId="{9CA8E1C1-862A-4BA9-AE12-DFC2F6AF4118}" type="pres">
      <dgm:prSet presAssocID="{FECB004F-C313-4976-96D7-3607DDFAE1B3}" presName="sibTrans" presStyleLbl="sibTrans2D1" presStyleIdx="0" presStyleCnt="2"/>
      <dgm:spPr/>
    </dgm:pt>
    <dgm:pt modelId="{DD8DB735-91FF-45E3-A818-3910A2FBCBAB}" type="pres">
      <dgm:prSet presAssocID="{FECB004F-C313-4976-96D7-3607DDFAE1B3}" presName="connectorText" presStyleLbl="sibTrans2D1" presStyleIdx="0" presStyleCnt="2"/>
      <dgm:spPr/>
    </dgm:pt>
    <dgm:pt modelId="{2939FDCE-FA49-46D2-B3C6-F1215A428440}" type="pres">
      <dgm:prSet presAssocID="{FE3E4F15-FE23-4E1B-ACD0-622DD6A97EBF}" presName="node" presStyleLbl="node1" presStyleIdx="1" presStyleCnt="3">
        <dgm:presLayoutVars>
          <dgm:bulletEnabled val="1"/>
        </dgm:presLayoutVars>
      </dgm:prSet>
      <dgm:spPr/>
    </dgm:pt>
    <dgm:pt modelId="{08883B24-1898-4C8E-A908-F553066BB2DD}" type="pres">
      <dgm:prSet presAssocID="{4999416B-C55E-47B7-8C3B-592E2B1A482C}" presName="sibTrans" presStyleLbl="sibTrans2D1" presStyleIdx="1" presStyleCnt="2"/>
      <dgm:spPr/>
    </dgm:pt>
    <dgm:pt modelId="{B6738264-ECAC-499D-A3A1-443D1C886E07}" type="pres">
      <dgm:prSet presAssocID="{4999416B-C55E-47B7-8C3B-592E2B1A482C}" presName="connectorText" presStyleLbl="sibTrans2D1" presStyleIdx="1" presStyleCnt="2"/>
      <dgm:spPr/>
    </dgm:pt>
    <dgm:pt modelId="{EEC090F8-03AA-44D5-9E17-280170DFC577}" type="pres">
      <dgm:prSet presAssocID="{1C420D88-1EDC-4F52-B5DA-9B9C570A534D}" presName="node" presStyleLbl="node1" presStyleIdx="2" presStyleCnt="3">
        <dgm:presLayoutVars>
          <dgm:bulletEnabled val="1"/>
        </dgm:presLayoutVars>
      </dgm:prSet>
      <dgm:spPr/>
    </dgm:pt>
  </dgm:ptLst>
  <dgm:cxnLst>
    <dgm:cxn modelId="{7EDA2D05-A60B-40B8-8CF8-0A1D0F72FA26}" srcId="{1C420D88-1EDC-4F52-B5DA-9B9C570A534D}" destId="{62660C40-E079-4326-AB5E-132B8BFCC50E}" srcOrd="1" destOrd="0" parTransId="{09C5CBC5-FD2B-433B-9633-F08790A9B394}" sibTransId="{8958B17E-CB4C-47E9-A9B7-C22186B8668F}"/>
    <dgm:cxn modelId="{450AA912-C21E-4BBF-8D65-C3808BD4234D}" type="presOf" srcId="{3E638B4C-6264-451B-BD4D-64A745F3F057}" destId="{2939FDCE-FA49-46D2-B3C6-F1215A428440}" srcOrd="0" destOrd="3" presId="urn:microsoft.com/office/officeart/2005/8/layout/process1"/>
    <dgm:cxn modelId="{3999B814-3E1F-4A76-9649-65676E593BC3}" srcId="{FE3E4F15-FE23-4E1B-ACD0-622DD6A97EBF}" destId="{3E638B4C-6264-451B-BD4D-64A745F3F057}" srcOrd="2" destOrd="0" parTransId="{3BBE9D80-B2E0-4C5D-9124-358426F7729D}" sibTransId="{0FB7AE27-CE1F-486F-8364-F784498D4A7D}"/>
    <dgm:cxn modelId="{486C3123-B044-4A15-9405-A3A708062616}" srcId="{1E2A9C4C-F5A0-45CA-85C8-EF10CA06F653}" destId="{1C420D88-1EDC-4F52-B5DA-9B9C570A534D}" srcOrd="2" destOrd="0" parTransId="{AB52C721-82A8-46F6-8F2A-E1A17E14EDCA}" sibTransId="{07A33B12-CCA3-41DE-9FAB-3A62A1A0A31F}"/>
    <dgm:cxn modelId="{A0A7DE2A-B9D8-4AFE-A5FE-E13BDCEFDEF4}" type="presOf" srcId="{81018DBF-779F-44F9-BB26-F8489A276FF5}" destId="{7A10FD65-2CA9-49F9-B34E-0B55720557C1}" srcOrd="0" destOrd="0" presId="urn:microsoft.com/office/officeart/2005/8/layout/process1"/>
    <dgm:cxn modelId="{E13B095E-BA82-44C7-A26D-740098881166}" type="presOf" srcId="{82F3EECD-9146-48C8-B2AA-1103AF870067}" destId="{EEC090F8-03AA-44D5-9E17-280170DFC577}" srcOrd="0" destOrd="3" presId="urn:microsoft.com/office/officeart/2005/8/layout/process1"/>
    <dgm:cxn modelId="{A2B81860-A672-4517-9A60-E6BFD69C4E41}" srcId="{1C420D88-1EDC-4F52-B5DA-9B9C570A534D}" destId="{82F3EECD-9146-48C8-B2AA-1103AF870067}" srcOrd="2" destOrd="0" parTransId="{F41CF26E-79C3-444B-B486-D04D409E293C}" sibTransId="{DE92F19F-5A6B-423A-998D-170F09CDBCBE}"/>
    <dgm:cxn modelId="{52899F49-9615-4567-93BF-31E679C7FAE3}" srcId="{1E2A9C4C-F5A0-45CA-85C8-EF10CA06F653}" destId="{81018DBF-779F-44F9-BB26-F8489A276FF5}" srcOrd="0" destOrd="0" parTransId="{A3A73F65-72A9-4227-9B45-7295771E89E8}" sibTransId="{FECB004F-C313-4976-96D7-3607DDFAE1B3}"/>
    <dgm:cxn modelId="{9D12D37B-047F-4A6D-9D7B-B73E6E87D9A1}" type="presOf" srcId="{C068218F-0FF9-4A1B-85CE-DF5BDE0FB36E}" destId="{2939FDCE-FA49-46D2-B3C6-F1215A428440}" srcOrd="0" destOrd="1" presId="urn:microsoft.com/office/officeart/2005/8/layout/process1"/>
    <dgm:cxn modelId="{4E920281-1AD6-4E30-B93B-866B3267FD51}" type="presOf" srcId="{4999416B-C55E-47B7-8C3B-592E2B1A482C}" destId="{B6738264-ECAC-499D-A3A1-443D1C886E07}" srcOrd="1" destOrd="0" presId="urn:microsoft.com/office/officeart/2005/8/layout/process1"/>
    <dgm:cxn modelId="{3291AA86-A08D-4F94-BED1-F7BF9886763C}" type="presOf" srcId="{73CC5052-1529-467C-AF8C-D72478D3E15E}" destId="{EEC090F8-03AA-44D5-9E17-280170DFC577}" srcOrd="0" destOrd="1" presId="urn:microsoft.com/office/officeart/2005/8/layout/process1"/>
    <dgm:cxn modelId="{C8481D93-FAB7-453C-A409-DAF5483CA83D}" srcId="{1E2A9C4C-F5A0-45CA-85C8-EF10CA06F653}" destId="{FE3E4F15-FE23-4E1B-ACD0-622DD6A97EBF}" srcOrd="1" destOrd="0" parTransId="{F7DFF648-2B6D-4BA0-8B65-7D28BA27D24D}" sibTransId="{4999416B-C55E-47B7-8C3B-592E2B1A482C}"/>
    <dgm:cxn modelId="{30022BA0-9A7E-4B8F-BFB7-B148872E103E}" type="presOf" srcId="{352B3C76-3C7E-4951-B1FA-8180DAAB322D}" destId="{2939FDCE-FA49-46D2-B3C6-F1215A428440}" srcOrd="0" destOrd="2" presId="urn:microsoft.com/office/officeart/2005/8/layout/process1"/>
    <dgm:cxn modelId="{9F97DCA0-F657-4B3D-B4DB-FA0B99D1F946}" srcId="{1C420D88-1EDC-4F52-B5DA-9B9C570A534D}" destId="{73CC5052-1529-467C-AF8C-D72478D3E15E}" srcOrd="0" destOrd="0" parTransId="{CA82BBAA-4E49-4D30-89E3-BBF7A2BE3BCA}" sibTransId="{2F0AD8F4-64C0-4FCA-882B-5C89CD60ED53}"/>
    <dgm:cxn modelId="{130B0FA3-D0AF-45B4-B134-E909011AF508}" type="presOf" srcId="{FECB004F-C313-4976-96D7-3607DDFAE1B3}" destId="{9CA8E1C1-862A-4BA9-AE12-DFC2F6AF4118}" srcOrd="0" destOrd="0" presId="urn:microsoft.com/office/officeart/2005/8/layout/process1"/>
    <dgm:cxn modelId="{9573B3A4-B0C2-4BF2-85BA-2789CC757471}" type="presOf" srcId="{FECB004F-C313-4976-96D7-3607DDFAE1B3}" destId="{DD8DB735-91FF-45E3-A818-3910A2FBCBAB}" srcOrd="1" destOrd="0" presId="urn:microsoft.com/office/officeart/2005/8/layout/process1"/>
    <dgm:cxn modelId="{61FC3CA9-32DA-43F5-9144-F0125983D26E}" type="presOf" srcId="{1E2A9C4C-F5A0-45CA-85C8-EF10CA06F653}" destId="{58171EF7-0C80-43E5-9042-EA11DA9175EC}" srcOrd="0" destOrd="0" presId="urn:microsoft.com/office/officeart/2005/8/layout/process1"/>
    <dgm:cxn modelId="{695B2EC3-C83E-450C-B654-8A581BC0731C}" type="presOf" srcId="{1C420D88-1EDC-4F52-B5DA-9B9C570A534D}" destId="{EEC090F8-03AA-44D5-9E17-280170DFC577}" srcOrd="0" destOrd="0" presId="urn:microsoft.com/office/officeart/2005/8/layout/process1"/>
    <dgm:cxn modelId="{1EC05CC6-835F-4A29-9488-F6C3C346E806}" type="presOf" srcId="{4999416B-C55E-47B7-8C3B-592E2B1A482C}" destId="{08883B24-1898-4C8E-A908-F553066BB2DD}" srcOrd="0" destOrd="0" presId="urn:microsoft.com/office/officeart/2005/8/layout/process1"/>
    <dgm:cxn modelId="{B21186C7-2E5A-4F6B-8BCF-96D454AED98B}" type="presOf" srcId="{FE3E4F15-FE23-4E1B-ACD0-622DD6A97EBF}" destId="{2939FDCE-FA49-46D2-B3C6-F1215A428440}" srcOrd="0" destOrd="0" presId="urn:microsoft.com/office/officeart/2005/8/layout/process1"/>
    <dgm:cxn modelId="{CDC401C8-4CCF-495E-80C3-80A2D9AE0E08}" type="presOf" srcId="{62660C40-E079-4326-AB5E-132B8BFCC50E}" destId="{EEC090F8-03AA-44D5-9E17-280170DFC577}" srcOrd="0" destOrd="2" presId="urn:microsoft.com/office/officeart/2005/8/layout/process1"/>
    <dgm:cxn modelId="{735B57CE-10C8-4D70-9B60-D22541E5F145}" srcId="{FE3E4F15-FE23-4E1B-ACD0-622DD6A97EBF}" destId="{352B3C76-3C7E-4951-B1FA-8180DAAB322D}" srcOrd="1" destOrd="0" parTransId="{49938D66-CD04-465E-9658-E7DD06423991}" sibTransId="{407EA457-F29E-408E-8643-B8DB20F9E0DD}"/>
    <dgm:cxn modelId="{3BDD48D3-725D-4DB8-9FF1-57EBD885A96F}" srcId="{FE3E4F15-FE23-4E1B-ACD0-622DD6A97EBF}" destId="{C068218F-0FF9-4A1B-85CE-DF5BDE0FB36E}" srcOrd="0" destOrd="0" parTransId="{F4A7D502-AE6A-4BFD-9962-767FE71BE673}" sibTransId="{C57E7487-A5F3-4289-806E-D9065D908443}"/>
    <dgm:cxn modelId="{F691CE70-0DA2-46AA-AE5B-516E4F282405}" type="presParOf" srcId="{58171EF7-0C80-43E5-9042-EA11DA9175EC}" destId="{7A10FD65-2CA9-49F9-B34E-0B55720557C1}" srcOrd="0" destOrd="0" presId="urn:microsoft.com/office/officeart/2005/8/layout/process1"/>
    <dgm:cxn modelId="{CD477738-81A8-4E4D-8196-F42F2A6F9364}" type="presParOf" srcId="{58171EF7-0C80-43E5-9042-EA11DA9175EC}" destId="{9CA8E1C1-862A-4BA9-AE12-DFC2F6AF4118}" srcOrd="1" destOrd="0" presId="urn:microsoft.com/office/officeart/2005/8/layout/process1"/>
    <dgm:cxn modelId="{323C40B5-61FF-47FE-AC10-853E1E95DDE1}" type="presParOf" srcId="{9CA8E1C1-862A-4BA9-AE12-DFC2F6AF4118}" destId="{DD8DB735-91FF-45E3-A818-3910A2FBCBAB}" srcOrd="0" destOrd="0" presId="urn:microsoft.com/office/officeart/2005/8/layout/process1"/>
    <dgm:cxn modelId="{F939FE75-5494-444C-8C12-1ECCAC133991}" type="presParOf" srcId="{58171EF7-0C80-43E5-9042-EA11DA9175EC}" destId="{2939FDCE-FA49-46D2-B3C6-F1215A428440}" srcOrd="2" destOrd="0" presId="urn:microsoft.com/office/officeart/2005/8/layout/process1"/>
    <dgm:cxn modelId="{A35146C6-5106-49C6-BFC9-4F6CE5D33CAF}" type="presParOf" srcId="{58171EF7-0C80-43E5-9042-EA11DA9175EC}" destId="{08883B24-1898-4C8E-A908-F553066BB2DD}" srcOrd="3" destOrd="0" presId="urn:microsoft.com/office/officeart/2005/8/layout/process1"/>
    <dgm:cxn modelId="{A3B60008-437C-43C0-BD1A-0533401C342A}" type="presParOf" srcId="{08883B24-1898-4C8E-A908-F553066BB2DD}" destId="{B6738264-ECAC-499D-A3A1-443D1C886E07}" srcOrd="0" destOrd="0" presId="urn:microsoft.com/office/officeart/2005/8/layout/process1"/>
    <dgm:cxn modelId="{2F16499B-F116-4021-AE35-2A8E2DDFECD3}" type="presParOf" srcId="{58171EF7-0C80-43E5-9042-EA11DA9175EC}" destId="{EEC090F8-03AA-44D5-9E17-280170DFC577}" srcOrd="4" destOrd="0" presId="urn:microsoft.com/office/officeart/2005/8/layout/process1"/>
  </dgm:cxn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733500A7-5D2E-450A-BC5A-657B88DCF6B9}" type="doc">
      <dgm:prSet loTypeId="urn:microsoft.com/office/officeart/2005/8/layout/default" loCatId="list" qsTypeId="urn:microsoft.com/office/officeart/2005/8/quickstyle/simple1" qsCatId="simple" csTypeId="urn:microsoft.com/office/officeart/2005/8/colors/accent1_2" csCatId="accent1" phldr="1"/>
      <dgm:spPr>
        <a:scene3d>
          <a:camera prst="orthographicFront">
            <a:rot lat="0" lon="0" rev="0"/>
          </a:camera>
          <a:lightRig rig="soft" dir="t">
            <a:rot lat="0" lon="0" rev="0"/>
          </a:lightRig>
        </a:scene3d>
      </dgm:spPr>
      <dgm:t>
        <a:bodyPr/>
        <a:lstStyle/>
        <a:p>
          <a:endParaRPr lang="en-IN"/>
        </a:p>
      </dgm:t>
    </dgm:pt>
    <dgm:pt modelId="{8A016DA5-EEF9-4933-ADD2-F4EED044B27E}">
      <dgm:prSet custT="1"/>
      <dgm:spPr>
        <a:solidFill>
          <a:srgbClr val="FFC000"/>
        </a:solidFill>
        <a:ln>
          <a:noFill/>
        </a:ln>
        <a:effectLst>
          <a:outerShdw blurRad="107950" dist="12700" dir="5400000" algn="ctr">
            <a:srgbClr val="000000"/>
          </a:outerShdw>
        </a:effectLst>
        <a:sp3d contourW="44450" prstMaterial="matte">
          <a:bevelT w="63500" h="63500" prst="artDeco"/>
          <a:contourClr>
            <a:srgbClr val="FFFFFF"/>
          </a:contourClr>
        </a:sp3d>
      </dgm:spPr>
      <dgm:t>
        <a:bodyPr/>
        <a:lstStyle/>
        <a:p>
          <a:r>
            <a:rPr lang="en-US" sz="2400" b="1" i="0" baseline="0" dirty="0">
              <a:solidFill>
                <a:schemeClr val="tx1">
                  <a:lumMod val="95000"/>
                  <a:lumOff val="5000"/>
                </a:schemeClr>
              </a:solidFill>
              <a:latin typeface="Aptos" panose="020B0004020202020204" pitchFamily="34" charset="0"/>
            </a:rPr>
            <a:t>Large models for simple tasks</a:t>
          </a:r>
          <a:endParaRPr lang="en-IN" sz="2400" b="1" dirty="0">
            <a:solidFill>
              <a:schemeClr val="tx1">
                <a:lumMod val="95000"/>
                <a:lumOff val="5000"/>
              </a:schemeClr>
            </a:solidFill>
            <a:latin typeface="Aptos" panose="020B0004020202020204" pitchFamily="34" charset="0"/>
          </a:endParaRPr>
        </a:p>
      </dgm:t>
    </dgm:pt>
    <dgm:pt modelId="{4347A614-3DC7-4492-BDA2-D4180131B08D}" type="parTrans" cxnId="{3143C278-D6FC-4C6E-AB92-E594494B6A55}">
      <dgm:prSet/>
      <dgm:spPr/>
      <dgm:t>
        <a:bodyPr/>
        <a:lstStyle/>
        <a:p>
          <a:endParaRPr lang="en-IN" sz="2400">
            <a:latin typeface="Aptos" panose="020B0004020202020204" pitchFamily="34" charset="0"/>
          </a:endParaRPr>
        </a:p>
      </dgm:t>
    </dgm:pt>
    <dgm:pt modelId="{5FAF177F-4A42-441D-BEBE-8441BB30E93E}" type="sibTrans" cxnId="{3143C278-D6FC-4C6E-AB92-E594494B6A55}">
      <dgm:prSet/>
      <dgm:spPr/>
      <dgm:t>
        <a:bodyPr/>
        <a:lstStyle/>
        <a:p>
          <a:endParaRPr lang="en-IN" sz="2400">
            <a:latin typeface="Aptos" panose="020B0004020202020204" pitchFamily="34" charset="0"/>
          </a:endParaRPr>
        </a:p>
      </dgm:t>
    </dgm:pt>
    <dgm:pt modelId="{41346E4B-8C3C-42D6-BD91-7E5368E23AFF}">
      <dgm:prSet custT="1"/>
      <dgm:spPr>
        <a:solidFill>
          <a:srgbClr val="FFC000"/>
        </a:solidFill>
        <a:ln>
          <a:noFill/>
        </a:ln>
        <a:effectLst>
          <a:outerShdw blurRad="107950" dist="12700" dir="5400000" algn="ctr">
            <a:srgbClr val="000000"/>
          </a:outerShdw>
        </a:effectLst>
        <a:sp3d contourW="44450" prstMaterial="matte">
          <a:bevelT w="63500" h="63500" prst="artDeco"/>
          <a:contourClr>
            <a:srgbClr val="FFFFFF"/>
          </a:contourClr>
        </a:sp3d>
      </dgm:spPr>
      <dgm:t>
        <a:bodyPr/>
        <a:lstStyle/>
        <a:p>
          <a:r>
            <a:rPr lang="en-US" sz="2400" b="1" i="0" baseline="0" dirty="0">
              <a:solidFill>
                <a:schemeClr val="tx1">
                  <a:lumMod val="95000"/>
                  <a:lumOff val="5000"/>
                </a:schemeClr>
              </a:solidFill>
              <a:latin typeface="Aptos" panose="020B0004020202020204" pitchFamily="34" charset="0"/>
            </a:rPr>
            <a:t>Repeating the same work</a:t>
          </a:r>
          <a:endParaRPr lang="en-IN" sz="2400" b="1" dirty="0">
            <a:solidFill>
              <a:schemeClr val="tx1">
                <a:lumMod val="95000"/>
                <a:lumOff val="5000"/>
              </a:schemeClr>
            </a:solidFill>
            <a:latin typeface="Aptos" panose="020B0004020202020204" pitchFamily="34" charset="0"/>
          </a:endParaRPr>
        </a:p>
      </dgm:t>
    </dgm:pt>
    <dgm:pt modelId="{430565E8-2C00-47A5-A0FC-A93FE2C36E7E}" type="parTrans" cxnId="{DBF8FE3C-F846-4F06-81FA-7FC34CD55C1A}">
      <dgm:prSet/>
      <dgm:spPr/>
      <dgm:t>
        <a:bodyPr/>
        <a:lstStyle/>
        <a:p>
          <a:endParaRPr lang="en-IN" sz="2400">
            <a:latin typeface="Aptos" panose="020B0004020202020204" pitchFamily="34" charset="0"/>
          </a:endParaRPr>
        </a:p>
      </dgm:t>
    </dgm:pt>
    <dgm:pt modelId="{CD617170-6C9D-4541-BA34-D6CC3698FCED}" type="sibTrans" cxnId="{DBF8FE3C-F846-4F06-81FA-7FC34CD55C1A}">
      <dgm:prSet/>
      <dgm:spPr/>
      <dgm:t>
        <a:bodyPr/>
        <a:lstStyle/>
        <a:p>
          <a:endParaRPr lang="en-IN" sz="2400">
            <a:latin typeface="Aptos" panose="020B0004020202020204" pitchFamily="34" charset="0"/>
          </a:endParaRPr>
        </a:p>
      </dgm:t>
    </dgm:pt>
    <dgm:pt modelId="{9206FDF7-6DEA-41BE-8454-02CD4C369ED8}">
      <dgm:prSet custT="1"/>
      <dgm:spPr>
        <a:solidFill>
          <a:srgbClr val="FFC000"/>
        </a:solidFill>
        <a:ln>
          <a:noFill/>
        </a:ln>
        <a:effectLst>
          <a:outerShdw blurRad="107950" dist="12700" dir="5400000" algn="ctr">
            <a:srgbClr val="000000"/>
          </a:outerShdw>
        </a:effectLst>
        <a:sp3d contourW="44450" prstMaterial="matte">
          <a:bevelT w="63500" h="63500" prst="artDeco"/>
          <a:contourClr>
            <a:srgbClr val="FFFFFF"/>
          </a:contourClr>
        </a:sp3d>
      </dgm:spPr>
      <dgm:t>
        <a:bodyPr/>
        <a:lstStyle/>
        <a:p>
          <a:r>
            <a:rPr lang="en-US" sz="2400" b="1" i="0" baseline="0" dirty="0">
              <a:solidFill>
                <a:schemeClr val="tx1">
                  <a:lumMod val="95000"/>
                  <a:lumOff val="5000"/>
                </a:schemeClr>
              </a:solidFill>
              <a:latin typeface="Aptos" panose="020B0004020202020204" pitchFamily="34" charset="0"/>
            </a:rPr>
            <a:t>Sending too much data</a:t>
          </a:r>
          <a:endParaRPr lang="en-IN" sz="2400" b="1" dirty="0">
            <a:solidFill>
              <a:schemeClr val="tx1">
                <a:lumMod val="95000"/>
                <a:lumOff val="5000"/>
              </a:schemeClr>
            </a:solidFill>
            <a:latin typeface="Aptos" panose="020B0004020202020204" pitchFamily="34" charset="0"/>
          </a:endParaRPr>
        </a:p>
      </dgm:t>
    </dgm:pt>
    <dgm:pt modelId="{D7B9B915-7EB7-4DF1-91A2-0633BAB4EA09}" type="parTrans" cxnId="{8D108000-0484-427A-85AC-28C82E81F789}">
      <dgm:prSet/>
      <dgm:spPr/>
      <dgm:t>
        <a:bodyPr/>
        <a:lstStyle/>
        <a:p>
          <a:endParaRPr lang="en-IN" sz="2400">
            <a:latin typeface="Aptos" panose="020B0004020202020204" pitchFamily="34" charset="0"/>
          </a:endParaRPr>
        </a:p>
      </dgm:t>
    </dgm:pt>
    <dgm:pt modelId="{1CFCBED5-3D8F-493C-9238-21E801E11098}" type="sibTrans" cxnId="{8D108000-0484-427A-85AC-28C82E81F789}">
      <dgm:prSet/>
      <dgm:spPr/>
      <dgm:t>
        <a:bodyPr/>
        <a:lstStyle/>
        <a:p>
          <a:endParaRPr lang="en-IN" sz="2400">
            <a:latin typeface="Aptos" panose="020B0004020202020204" pitchFamily="34" charset="0"/>
          </a:endParaRPr>
        </a:p>
      </dgm:t>
    </dgm:pt>
    <dgm:pt modelId="{8C131A2E-E01E-4F4A-86FC-5EE98DD34E66}">
      <dgm:prSet custT="1"/>
      <dgm:spPr>
        <a:solidFill>
          <a:srgbClr val="FFC000"/>
        </a:solidFill>
        <a:ln>
          <a:noFill/>
        </a:ln>
        <a:effectLst>
          <a:outerShdw blurRad="107950" dist="12700" dir="5400000" algn="ctr">
            <a:srgbClr val="000000"/>
          </a:outerShdw>
        </a:effectLst>
        <a:sp3d contourW="44450" prstMaterial="matte">
          <a:bevelT w="63500" h="63500" prst="artDeco"/>
          <a:contourClr>
            <a:srgbClr val="FFFFFF"/>
          </a:contourClr>
        </a:sp3d>
      </dgm:spPr>
      <dgm:t>
        <a:bodyPr/>
        <a:lstStyle/>
        <a:p>
          <a:r>
            <a:rPr lang="en-US" sz="2400" b="1" i="0" baseline="0" dirty="0">
              <a:solidFill>
                <a:schemeClr val="tx1">
                  <a:lumMod val="95000"/>
                  <a:lumOff val="5000"/>
                </a:schemeClr>
              </a:solidFill>
              <a:latin typeface="Aptos" panose="020B0004020202020204" pitchFamily="34" charset="0"/>
            </a:rPr>
            <a:t>Over-complicated prompts</a:t>
          </a:r>
          <a:endParaRPr lang="en-IN" sz="2400" b="1" dirty="0">
            <a:solidFill>
              <a:schemeClr val="tx1">
                <a:lumMod val="95000"/>
                <a:lumOff val="5000"/>
              </a:schemeClr>
            </a:solidFill>
            <a:latin typeface="Aptos" panose="020B0004020202020204" pitchFamily="34" charset="0"/>
          </a:endParaRPr>
        </a:p>
      </dgm:t>
    </dgm:pt>
    <dgm:pt modelId="{BEF0B22B-122B-4FCF-9AA2-7F9E952899F9}" type="parTrans" cxnId="{3F40D2B5-1D85-4985-A4C6-B47CBD9FD20F}">
      <dgm:prSet/>
      <dgm:spPr/>
      <dgm:t>
        <a:bodyPr/>
        <a:lstStyle/>
        <a:p>
          <a:endParaRPr lang="en-IN" sz="2400">
            <a:latin typeface="Aptos" panose="020B0004020202020204" pitchFamily="34" charset="0"/>
          </a:endParaRPr>
        </a:p>
      </dgm:t>
    </dgm:pt>
    <dgm:pt modelId="{F453D86E-6B59-4C9E-813C-DDB65B8DD8F5}" type="sibTrans" cxnId="{3F40D2B5-1D85-4985-A4C6-B47CBD9FD20F}">
      <dgm:prSet/>
      <dgm:spPr/>
      <dgm:t>
        <a:bodyPr/>
        <a:lstStyle/>
        <a:p>
          <a:endParaRPr lang="en-IN" sz="2400">
            <a:latin typeface="Aptos" panose="020B0004020202020204" pitchFamily="34" charset="0"/>
          </a:endParaRPr>
        </a:p>
      </dgm:t>
    </dgm:pt>
    <dgm:pt modelId="{2D8ED978-F219-4D81-9D93-64986C291430}">
      <dgm:prSet custT="1"/>
      <dgm:spPr>
        <a:solidFill>
          <a:srgbClr val="FFC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IN" sz="2400" b="1" i="0" baseline="0" dirty="0">
              <a:solidFill>
                <a:schemeClr val="tx1">
                  <a:lumMod val="95000"/>
                  <a:lumOff val="5000"/>
                </a:schemeClr>
              </a:solidFill>
              <a:latin typeface="Aptos" panose="020B0004020202020204" pitchFamily="34" charset="0"/>
            </a:rPr>
            <a:t>Unclear Success Criteria</a:t>
          </a:r>
        </a:p>
      </dgm:t>
    </dgm:pt>
    <dgm:pt modelId="{314D4112-C0CC-4BFA-AFA3-65B7C1E1C608}" type="parTrans" cxnId="{EB078B20-E2DD-466D-916A-08D41D25AFC8}">
      <dgm:prSet/>
      <dgm:spPr/>
      <dgm:t>
        <a:bodyPr/>
        <a:lstStyle/>
        <a:p>
          <a:endParaRPr lang="en-IN"/>
        </a:p>
      </dgm:t>
    </dgm:pt>
    <dgm:pt modelId="{FEEA07FF-8F0F-4950-A5CC-24498ED8EB95}" type="sibTrans" cxnId="{EB078B20-E2DD-466D-916A-08D41D25AFC8}">
      <dgm:prSet/>
      <dgm:spPr/>
      <dgm:t>
        <a:bodyPr/>
        <a:lstStyle/>
        <a:p>
          <a:endParaRPr lang="en-IN"/>
        </a:p>
      </dgm:t>
    </dgm:pt>
    <dgm:pt modelId="{4C9FEA13-B3BD-4A4C-969F-77AF5FDFC897}" type="pres">
      <dgm:prSet presAssocID="{733500A7-5D2E-450A-BC5A-657B88DCF6B9}" presName="diagram" presStyleCnt="0">
        <dgm:presLayoutVars>
          <dgm:dir/>
          <dgm:resizeHandles val="exact"/>
        </dgm:presLayoutVars>
      </dgm:prSet>
      <dgm:spPr/>
    </dgm:pt>
    <dgm:pt modelId="{F029CBF0-41A0-445C-822A-0B2580028697}" type="pres">
      <dgm:prSet presAssocID="{8A016DA5-EEF9-4933-ADD2-F4EED044B27E}" presName="node" presStyleLbl="node1" presStyleIdx="0" presStyleCnt="5" custLinFactNeighborX="-9032" custLinFactNeighborY="2515">
        <dgm:presLayoutVars>
          <dgm:bulletEnabled val="1"/>
        </dgm:presLayoutVars>
      </dgm:prSet>
      <dgm:spPr/>
    </dgm:pt>
    <dgm:pt modelId="{D2AF07DB-1CCF-4D45-B982-3680DA21DF69}" type="pres">
      <dgm:prSet presAssocID="{5FAF177F-4A42-441D-BEBE-8441BB30E93E}" presName="sibTrans" presStyleCnt="0"/>
      <dgm:spPr>
        <a:ln>
          <a:noFill/>
        </a:ln>
        <a:effectLst>
          <a:outerShdw blurRad="107950" dist="12700" dir="5400000" algn="ctr">
            <a:srgbClr val="000000"/>
          </a:outerShdw>
        </a:effectLst>
        <a:sp3d contourW="44450" prstMaterial="matte">
          <a:bevelT w="63500" h="63500" prst="artDeco"/>
          <a:contourClr>
            <a:srgbClr val="FFFFFF"/>
          </a:contourClr>
        </a:sp3d>
      </dgm:spPr>
    </dgm:pt>
    <dgm:pt modelId="{25DC3139-46CC-48CD-B900-192C23E79116}" type="pres">
      <dgm:prSet presAssocID="{41346E4B-8C3C-42D6-BD91-7E5368E23AFF}" presName="node" presStyleLbl="node1" presStyleIdx="1" presStyleCnt="5" custLinFactNeighborX="4528" custLinFactNeighborY="-424">
        <dgm:presLayoutVars>
          <dgm:bulletEnabled val="1"/>
        </dgm:presLayoutVars>
      </dgm:prSet>
      <dgm:spPr/>
    </dgm:pt>
    <dgm:pt modelId="{1BCD2B8F-CC63-4733-A41C-692D3F1FC914}" type="pres">
      <dgm:prSet presAssocID="{CD617170-6C9D-4541-BA34-D6CC3698FCED}" presName="sibTrans" presStyleCnt="0"/>
      <dgm:spPr>
        <a:ln>
          <a:noFill/>
        </a:ln>
        <a:effectLst>
          <a:outerShdw blurRad="107950" dist="12700" dir="5400000" algn="ctr">
            <a:srgbClr val="000000"/>
          </a:outerShdw>
        </a:effectLst>
        <a:sp3d contourW="44450" prstMaterial="matte">
          <a:bevelT w="63500" h="63500" prst="artDeco"/>
          <a:contourClr>
            <a:srgbClr val="FFFFFF"/>
          </a:contourClr>
        </a:sp3d>
      </dgm:spPr>
    </dgm:pt>
    <dgm:pt modelId="{F85BAE58-78DF-45AD-83C8-FDC796BDF38E}" type="pres">
      <dgm:prSet presAssocID="{9206FDF7-6DEA-41BE-8454-02CD4C369ED8}" presName="node" presStyleLbl="node1" presStyleIdx="2" presStyleCnt="5" custLinFactX="-83574" custLinFactY="9262" custLinFactNeighborX="-100000" custLinFactNeighborY="100000">
        <dgm:presLayoutVars>
          <dgm:bulletEnabled val="1"/>
        </dgm:presLayoutVars>
      </dgm:prSet>
      <dgm:spPr/>
    </dgm:pt>
    <dgm:pt modelId="{2D4069D3-281C-44E8-8A02-A9CD78A4A244}" type="pres">
      <dgm:prSet presAssocID="{1CFCBED5-3D8F-493C-9238-21E801E11098}" presName="sibTrans" presStyleCnt="0"/>
      <dgm:spPr>
        <a:ln>
          <a:noFill/>
        </a:ln>
        <a:effectLst>
          <a:outerShdw blurRad="107950" dist="12700" dir="5400000" algn="ctr">
            <a:srgbClr val="000000"/>
          </a:outerShdw>
        </a:effectLst>
        <a:sp3d contourW="44450" prstMaterial="matte">
          <a:bevelT w="63500" h="63500" prst="artDeco"/>
          <a:contourClr>
            <a:srgbClr val="FFFFFF"/>
          </a:contourClr>
        </a:sp3d>
      </dgm:spPr>
    </dgm:pt>
    <dgm:pt modelId="{0C7A59A6-D200-4C35-90A9-04C5CCDF0D1F}" type="pres">
      <dgm:prSet presAssocID="{2D8ED978-F219-4D81-9D93-64986C291430}" presName="node" presStyleLbl="node1" presStyleIdx="3" presStyleCnt="5" custLinFactX="37338" custLinFactNeighborX="100000" custLinFactNeighborY="-6947">
        <dgm:presLayoutVars>
          <dgm:bulletEnabled val="1"/>
        </dgm:presLayoutVars>
      </dgm:prSet>
      <dgm:spPr/>
    </dgm:pt>
    <dgm:pt modelId="{821FC66F-9813-4796-AA1F-2EADB858C7A9}" type="pres">
      <dgm:prSet presAssocID="{FEEA07FF-8F0F-4950-A5CC-24498ED8EB95}" presName="sibTrans" presStyleCnt="0"/>
      <dgm:spPr/>
    </dgm:pt>
    <dgm:pt modelId="{8338B5DD-9514-4B70-8B2A-93B66EAB177E}" type="pres">
      <dgm:prSet presAssocID="{8C131A2E-E01E-4F4A-86FC-5EE98DD34E66}" presName="node" presStyleLbl="node1" presStyleIdx="4" presStyleCnt="5" custLinFactX="78182" custLinFactY="-14936" custLinFactNeighborX="100000" custLinFactNeighborY="-100000">
        <dgm:presLayoutVars>
          <dgm:bulletEnabled val="1"/>
        </dgm:presLayoutVars>
      </dgm:prSet>
      <dgm:spPr/>
    </dgm:pt>
  </dgm:ptLst>
  <dgm:cxnLst>
    <dgm:cxn modelId="{8D108000-0484-427A-85AC-28C82E81F789}" srcId="{733500A7-5D2E-450A-BC5A-657B88DCF6B9}" destId="{9206FDF7-6DEA-41BE-8454-02CD4C369ED8}" srcOrd="2" destOrd="0" parTransId="{D7B9B915-7EB7-4DF1-91A2-0633BAB4EA09}" sibTransId="{1CFCBED5-3D8F-493C-9238-21E801E11098}"/>
    <dgm:cxn modelId="{EB078B20-E2DD-466D-916A-08D41D25AFC8}" srcId="{733500A7-5D2E-450A-BC5A-657B88DCF6B9}" destId="{2D8ED978-F219-4D81-9D93-64986C291430}" srcOrd="3" destOrd="0" parTransId="{314D4112-C0CC-4BFA-AFA3-65B7C1E1C608}" sibTransId="{FEEA07FF-8F0F-4950-A5CC-24498ED8EB95}"/>
    <dgm:cxn modelId="{E6AD6622-342D-45F8-9C18-196D61882421}" type="presOf" srcId="{8C131A2E-E01E-4F4A-86FC-5EE98DD34E66}" destId="{8338B5DD-9514-4B70-8B2A-93B66EAB177E}" srcOrd="0" destOrd="0" presId="urn:microsoft.com/office/officeart/2005/8/layout/default"/>
    <dgm:cxn modelId="{DBF8FE3C-F846-4F06-81FA-7FC34CD55C1A}" srcId="{733500A7-5D2E-450A-BC5A-657B88DCF6B9}" destId="{41346E4B-8C3C-42D6-BD91-7E5368E23AFF}" srcOrd="1" destOrd="0" parTransId="{430565E8-2C00-47A5-A0FC-A93FE2C36E7E}" sibTransId="{CD617170-6C9D-4541-BA34-D6CC3698FCED}"/>
    <dgm:cxn modelId="{C35AA46C-D0AF-4A99-BBB9-353EE3673041}" type="presOf" srcId="{733500A7-5D2E-450A-BC5A-657B88DCF6B9}" destId="{4C9FEA13-B3BD-4A4C-969F-77AF5FDFC897}" srcOrd="0" destOrd="0" presId="urn:microsoft.com/office/officeart/2005/8/layout/default"/>
    <dgm:cxn modelId="{0A5D116D-46D6-44D0-B02F-5C26CC0F6215}" type="presOf" srcId="{8A016DA5-EEF9-4933-ADD2-F4EED044B27E}" destId="{F029CBF0-41A0-445C-822A-0B2580028697}" srcOrd="0" destOrd="0" presId="urn:microsoft.com/office/officeart/2005/8/layout/default"/>
    <dgm:cxn modelId="{6B5C294E-BC89-40CA-9349-F40C16505F36}" type="presOf" srcId="{2D8ED978-F219-4D81-9D93-64986C291430}" destId="{0C7A59A6-D200-4C35-90A9-04C5CCDF0D1F}" srcOrd="0" destOrd="0" presId="urn:microsoft.com/office/officeart/2005/8/layout/default"/>
    <dgm:cxn modelId="{3143C278-D6FC-4C6E-AB92-E594494B6A55}" srcId="{733500A7-5D2E-450A-BC5A-657B88DCF6B9}" destId="{8A016DA5-EEF9-4933-ADD2-F4EED044B27E}" srcOrd="0" destOrd="0" parTransId="{4347A614-3DC7-4492-BDA2-D4180131B08D}" sibTransId="{5FAF177F-4A42-441D-BEBE-8441BB30E93E}"/>
    <dgm:cxn modelId="{3F40D2B5-1D85-4985-A4C6-B47CBD9FD20F}" srcId="{733500A7-5D2E-450A-BC5A-657B88DCF6B9}" destId="{8C131A2E-E01E-4F4A-86FC-5EE98DD34E66}" srcOrd="4" destOrd="0" parTransId="{BEF0B22B-122B-4FCF-9AA2-7F9E952899F9}" sibTransId="{F453D86E-6B59-4C9E-813C-DDB65B8DD8F5}"/>
    <dgm:cxn modelId="{FEADF5B6-9FAC-4FA6-AFAB-90E6CD13EBB6}" type="presOf" srcId="{9206FDF7-6DEA-41BE-8454-02CD4C369ED8}" destId="{F85BAE58-78DF-45AD-83C8-FDC796BDF38E}" srcOrd="0" destOrd="0" presId="urn:microsoft.com/office/officeart/2005/8/layout/default"/>
    <dgm:cxn modelId="{DAD223D2-F0C5-4710-B175-BF6C61837435}" type="presOf" srcId="{41346E4B-8C3C-42D6-BD91-7E5368E23AFF}" destId="{25DC3139-46CC-48CD-B900-192C23E79116}" srcOrd="0" destOrd="0" presId="urn:microsoft.com/office/officeart/2005/8/layout/default"/>
    <dgm:cxn modelId="{AE4EFE69-7DA0-4C8A-8CA6-D1B078F038BF}" type="presParOf" srcId="{4C9FEA13-B3BD-4A4C-969F-77AF5FDFC897}" destId="{F029CBF0-41A0-445C-822A-0B2580028697}" srcOrd="0" destOrd="0" presId="urn:microsoft.com/office/officeart/2005/8/layout/default"/>
    <dgm:cxn modelId="{9715A5F4-BEE8-4F46-B9CC-E54535D8A0C7}" type="presParOf" srcId="{4C9FEA13-B3BD-4A4C-969F-77AF5FDFC897}" destId="{D2AF07DB-1CCF-4D45-B982-3680DA21DF69}" srcOrd="1" destOrd="0" presId="urn:microsoft.com/office/officeart/2005/8/layout/default"/>
    <dgm:cxn modelId="{C459FD2B-3B0F-4B51-9644-0E224D7BAC6C}" type="presParOf" srcId="{4C9FEA13-B3BD-4A4C-969F-77AF5FDFC897}" destId="{25DC3139-46CC-48CD-B900-192C23E79116}" srcOrd="2" destOrd="0" presId="urn:microsoft.com/office/officeart/2005/8/layout/default"/>
    <dgm:cxn modelId="{CB5E2684-9E53-404A-A1F7-7C5F5EC6FEDE}" type="presParOf" srcId="{4C9FEA13-B3BD-4A4C-969F-77AF5FDFC897}" destId="{1BCD2B8F-CC63-4733-A41C-692D3F1FC914}" srcOrd="3" destOrd="0" presId="urn:microsoft.com/office/officeart/2005/8/layout/default"/>
    <dgm:cxn modelId="{E05B8D4C-18BB-4CAF-BFA8-B55AF817A285}" type="presParOf" srcId="{4C9FEA13-B3BD-4A4C-969F-77AF5FDFC897}" destId="{F85BAE58-78DF-45AD-83C8-FDC796BDF38E}" srcOrd="4" destOrd="0" presId="urn:microsoft.com/office/officeart/2005/8/layout/default"/>
    <dgm:cxn modelId="{62A7D3B0-2580-427B-AB0F-F84E3FF0D4B9}" type="presParOf" srcId="{4C9FEA13-B3BD-4A4C-969F-77AF5FDFC897}" destId="{2D4069D3-281C-44E8-8A02-A9CD78A4A244}" srcOrd="5" destOrd="0" presId="urn:microsoft.com/office/officeart/2005/8/layout/default"/>
    <dgm:cxn modelId="{0FB12C9B-13CB-4F4D-8722-D5064F5CA83D}" type="presParOf" srcId="{4C9FEA13-B3BD-4A4C-969F-77AF5FDFC897}" destId="{0C7A59A6-D200-4C35-90A9-04C5CCDF0D1F}" srcOrd="6" destOrd="0" presId="urn:microsoft.com/office/officeart/2005/8/layout/default"/>
    <dgm:cxn modelId="{39F7F8CB-AE2B-449C-AF89-6C0432105347}" type="presParOf" srcId="{4C9FEA13-B3BD-4A4C-969F-77AF5FDFC897}" destId="{821FC66F-9813-4796-AA1F-2EADB858C7A9}" srcOrd="7" destOrd="0" presId="urn:microsoft.com/office/officeart/2005/8/layout/default"/>
    <dgm:cxn modelId="{7F5EFAC2-12D7-481C-AC70-8896A94BCADF}" type="presParOf" srcId="{4C9FEA13-B3BD-4A4C-969F-77AF5FDFC897}" destId="{8338B5DD-9514-4B70-8B2A-93B66EAB177E}"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03376D09-6299-421E-BBA8-8DEFBCDE6045}" type="doc">
      <dgm:prSet loTypeId="urn:microsoft.com/office/officeart/2005/8/layout/vList5" loCatId="list" qsTypeId="urn:microsoft.com/office/officeart/2005/8/quickstyle/simple1" qsCatId="simple" csTypeId="urn:microsoft.com/office/officeart/2005/8/colors/accent1_2" csCatId="accent1" phldr="1"/>
      <dgm:spPr>
        <a:scene3d>
          <a:camera prst="orthographicFront">
            <a:rot lat="0" lon="0" rev="0"/>
          </a:camera>
          <a:lightRig rig="soft" dir="t">
            <a:rot lat="0" lon="0" rev="0"/>
          </a:lightRig>
        </a:scene3d>
      </dgm:spPr>
      <dgm:t>
        <a:bodyPr/>
        <a:lstStyle/>
        <a:p>
          <a:endParaRPr lang="en-IN"/>
        </a:p>
      </dgm:t>
    </dgm:pt>
    <dgm:pt modelId="{BADB54B2-AA3B-4C67-8CCD-3498A20060E6}">
      <dgm:prSet custT="1"/>
      <dgm:spPr>
        <a:solidFill>
          <a:srgbClr val="FFC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IN" sz="2000" b="1" dirty="0">
              <a:solidFill>
                <a:schemeClr val="tx1"/>
              </a:solidFill>
              <a:latin typeface="Aptos" panose="020B0004020202020204" pitchFamily="34" charset="0"/>
            </a:rPr>
            <a:t>Long prompts</a:t>
          </a:r>
        </a:p>
      </dgm:t>
    </dgm:pt>
    <dgm:pt modelId="{3683E52C-DCDF-4C08-93B0-792F71742520}" type="parTrans" cxnId="{F115D3DE-DDC9-4520-ABDA-39AB5BC139DC}">
      <dgm:prSet/>
      <dgm:spPr/>
      <dgm:t>
        <a:bodyPr/>
        <a:lstStyle/>
        <a:p>
          <a:endParaRPr lang="en-IN"/>
        </a:p>
      </dgm:t>
    </dgm:pt>
    <dgm:pt modelId="{AAEF7CCF-55C9-4280-AAFF-B9B7FF819EE3}" type="sibTrans" cxnId="{F115D3DE-DDC9-4520-ABDA-39AB5BC139DC}">
      <dgm:prSet/>
      <dgm:spPr/>
      <dgm:t>
        <a:bodyPr/>
        <a:lstStyle/>
        <a:p>
          <a:endParaRPr lang="en-IN"/>
        </a:p>
      </dgm:t>
    </dgm:pt>
    <dgm:pt modelId="{CDEDACB1-D169-4631-80AE-4269BF1E89E8}">
      <dgm:prSet custT="1"/>
      <dgm:spPr>
        <a:solidFill>
          <a:srgbClr val="92D05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IN" sz="2000" b="1" dirty="0">
              <a:solidFill>
                <a:schemeClr val="tx1"/>
              </a:solidFill>
              <a:latin typeface="Aptos" panose="020B0004020202020204" pitchFamily="34" charset="0"/>
            </a:rPr>
            <a:t>Over-detailed responses</a:t>
          </a:r>
        </a:p>
      </dgm:t>
    </dgm:pt>
    <dgm:pt modelId="{33AA05DD-D445-4A1F-AB75-E374EA72BF02}" type="parTrans" cxnId="{489DB48C-A49C-4D10-96D5-4F31B54E05F8}">
      <dgm:prSet/>
      <dgm:spPr/>
      <dgm:t>
        <a:bodyPr/>
        <a:lstStyle/>
        <a:p>
          <a:endParaRPr lang="en-IN"/>
        </a:p>
      </dgm:t>
    </dgm:pt>
    <dgm:pt modelId="{8991AD28-A679-4756-A03E-B41226562A6A}" type="sibTrans" cxnId="{489DB48C-A49C-4D10-96D5-4F31B54E05F8}">
      <dgm:prSet/>
      <dgm:spPr/>
      <dgm:t>
        <a:bodyPr/>
        <a:lstStyle/>
        <a:p>
          <a:endParaRPr lang="en-IN"/>
        </a:p>
      </dgm:t>
    </dgm:pt>
    <dgm:pt modelId="{661112E4-DBB8-4186-BCAB-FCE709167224}">
      <dgm:prSet custT="1"/>
      <dgm:spPr>
        <a:solidFill>
          <a:schemeClr val="accent4">
            <a:lumMod val="40000"/>
            <a:lumOff val="6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IN" sz="2000" b="1" dirty="0">
              <a:solidFill>
                <a:schemeClr val="tx1"/>
              </a:solidFill>
              <a:latin typeface="Aptos" panose="020B0004020202020204" pitchFamily="34" charset="0"/>
            </a:rPr>
            <a:t>Large models for simple tasks</a:t>
          </a:r>
        </a:p>
      </dgm:t>
    </dgm:pt>
    <dgm:pt modelId="{A5CC1C68-948B-4C06-89C8-1E7A64A9DCA0}" type="parTrans" cxnId="{A07D2714-1D17-4E7D-A496-878EF6B79036}">
      <dgm:prSet/>
      <dgm:spPr/>
      <dgm:t>
        <a:bodyPr/>
        <a:lstStyle/>
        <a:p>
          <a:endParaRPr lang="en-IN"/>
        </a:p>
      </dgm:t>
    </dgm:pt>
    <dgm:pt modelId="{14FC3B7A-2F03-4BAB-B243-59AB0A089766}" type="sibTrans" cxnId="{A07D2714-1D17-4E7D-A496-878EF6B79036}">
      <dgm:prSet/>
      <dgm:spPr/>
      <dgm:t>
        <a:bodyPr/>
        <a:lstStyle/>
        <a:p>
          <a:endParaRPr lang="en-IN"/>
        </a:p>
      </dgm:t>
    </dgm:pt>
    <dgm:pt modelId="{4636BA8B-87A6-4022-BD57-6E46833B94F7}">
      <dgm:prSet custT="1"/>
      <dgm:spPr>
        <a:solidFill>
          <a:srgbClr val="7030A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IN" sz="2000" b="1" dirty="0">
              <a:solidFill>
                <a:schemeClr val="tx1"/>
              </a:solidFill>
              <a:latin typeface="Aptos" panose="020B0004020202020204" pitchFamily="34" charset="0"/>
            </a:rPr>
            <a:t>Too many users at once</a:t>
          </a:r>
        </a:p>
      </dgm:t>
    </dgm:pt>
    <dgm:pt modelId="{0E3FE238-93A1-4F78-9482-87C652AD353E}" type="parTrans" cxnId="{E406B383-2705-4487-A2A3-D64A1D0C25F5}">
      <dgm:prSet/>
      <dgm:spPr/>
      <dgm:t>
        <a:bodyPr/>
        <a:lstStyle/>
        <a:p>
          <a:endParaRPr lang="en-IN"/>
        </a:p>
      </dgm:t>
    </dgm:pt>
    <dgm:pt modelId="{9F3D3B8C-41DF-414C-ABE4-7376637CD975}" type="sibTrans" cxnId="{E406B383-2705-4487-A2A3-D64A1D0C25F5}">
      <dgm:prSet/>
      <dgm:spPr/>
      <dgm:t>
        <a:bodyPr/>
        <a:lstStyle/>
        <a:p>
          <a:endParaRPr lang="en-IN"/>
        </a:p>
      </dgm:t>
    </dgm:pt>
    <dgm:pt modelId="{E5B8F75B-51ED-4F58-BF7F-7F8DB5FF2B07}" type="pres">
      <dgm:prSet presAssocID="{03376D09-6299-421E-BBA8-8DEFBCDE6045}" presName="Name0" presStyleCnt="0">
        <dgm:presLayoutVars>
          <dgm:dir/>
          <dgm:animLvl val="lvl"/>
          <dgm:resizeHandles val="exact"/>
        </dgm:presLayoutVars>
      </dgm:prSet>
      <dgm:spPr/>
    </dgm:pt>
    <dgm:pt modelId="{EC63F096-5988-4FE5-A485-FFC06E06CA93}" type="pres">
      <dgm:prSet presAssocID="{BADB54B2-AA3B-4C67-8CCD-3498A20060E6}" presName="linNode" presStyleCnt="0"/>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pt>
    <dgm:pt modelId="{5220348E-C0AB-4E74-AD63-AE59C8795C8F}" type="pres">
      <dgm:prSet presAssocID="{BADB54B2-AA3B-4C67-8CCD-3498A20060E6}" presName="parentText" presStyleLbl="node1" presStyleIdx="0" presStyleCnt="4" custScaleX="193885">
        <dgm:presLayoutVars>
          <dgm:chMax val="1"/>
          <dgm:bulletEnabled val="1"/>
        </dgm:presLayoutVars>
      </dgm:prSet>
      <dgm:spPr/>
    </dgm:pt>
    <dgm:pt modelId="{C09F91EE-3FE4-4265-97EA-303FF80E4CEC}" type="pres">
      <dgm:prSet presAssocID="{AAEF7CCF-55C9-4280-AAFF-B9B7FF819EE3}" presName="sp" presStyleCnt="0"/>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pt>
    <dgm:pt modelId="{7B0B3408-C289-4C70-839E-4F77B0F64FA2}" type="pres">
      <dgm:prSet presAssocID="{CDEDACB1-D169-4631-80AE-4269BF1E89E8}" presName="linNode" presStyleCnt="0"/>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pt>
    <dgm:pt modelId="{4B2857D7-1521-453A-A3B6-4ADC6245FBDD}" type="pres">
      <dgm:prSet presAssocID="{CDEDACB1-D169-4631-80AE-4269BF1E89E8}" presName="parentText" presStyleLbl="node1" presStyleIdx="1" presStyleCnt="4" custScaleX="194817">
        <dgm:presLayoutVars>
          <dgm:chMax val="1"/>
          <dgm:bulletEnabled val="1"/>
        </dgm:presLayoutVars>
      </dgm:prSet>
      <dgm:spPr/>
    </dgm:pt>
    <dgm:pt modelId="{1B64422B-1241-4D16-9AFE-21188DB45651}" type="pres">
      <dgm:prSet presAssocID="{8991AD28-A679-4756-A03E-B41226562A6A}" presName="sp" presStyleCnt="0"/>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pt>
    <dgm:pt modelId="{147D8805-A3AE-448E-B09A-B5070B07D30D}" type="pres">
      <dgm:prSet presAssocID="{661112E4-DBB8-4186-BCAB-FCE709167224}" presName="linNode" presStyleCnt="0"/>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pt>
    <dgm:pt modelId="{D80E0C7B-DBB1-4F04-AEDF-25ED3CB214C3}" type="pres">
      <dgm:prSet presAssocID="{661112E4-DBB8-4186-BCAB-FCE709167224}" presName="parentText" presStyleLbl="node1" presStyleIdx="2" presStyleCnt="4" custScaleX="193768">
        <dgm:presLayoutVars>
          <dgm:chMax val="1"/>
          <dgm:bulletEnabled val="1"/>
        </dgm:presLayoutVars>
      </dgm:prSet>
      <dgm:spPr/>
    </dgm:pt>
    <dgm:pt modelId="{0DAF77D3-DEFD-4542-A077-1537E3984A92}" type="pres">
      <dgm:prSet presAssocID="{14FC3B7A-2F03-4BAB-B243-59AB0A089766}" presName="sp" presStyleCnt="0"/>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pt>
    <dgm:pt modelId="{0508DB5F-BA09-487F-B814-2DAF4993C70F}" type="pres">
      <dgm:prSet presAssocID="{4636BA8B-87A6-4022-BD57-6E46833B94F7}" presName="linNode" presStyleCnt="0"/>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pt>
    <dgm:pt modelId="{D1C3962B-95F2-46B2-8EEC-50EE4C2F4BE1}" type="pres">
      <dgm:prSet presAssocID="{4636BA8B-87A6-4022-BD57-6E46833B94F7}" presName="parentText" presStyleLbl="node1" presStyleIdx="3" presStyleCnt="4" custScaleX="193768">
        <dgm:presLayoutVars>
          <dgm:chMax val="1"/>
          <dgm:bulletEnabled val="1"/>
        </dgm:presLayoutVars>
      </dgm:prSet>
      <dgm:spPr/>
    </dgm:pt>
  </dgm:ptLst>
  <dgm:cxnLst>
    <dgm:cxn modelId="{A07D2714-1D17-4E7D-A496-878EF6B79036}" srcId="{03376D09-6299-421E-BBA8-8DEFBCDE6045}" destId="{661112E4-DBB8-4186-BCAB-FCE709167224}" srcOrd="2" destOrd="0" parTransId="{A5CC1C68-948B-4C06-89C8-1E7A64A9DCA0}" sibTransId="{14FC3B7A-2F03-4BAB-B243-59AB0A089766}"/>
    <dgm:cxn modelId="{64340234-3CDD-4DA1-ACCC-AA2F2B2C9058}" type="presOf" srcId="{4636BA8B-87A6-4022-BD57-6E46833B94F7}" destId="{D1C3962B-95F2-46B2-8EEC-50EE4C2F4BE1}" srcOrd="0" destOrd="0" presId="urn:microsoft.com/office/officeart/2005/8/layout/vList5"/>
    <dgm:cxn modelId="{B21AEC41-4C51-4BED-A280-E4A1640D4442}" type="presOf" srcId="{03376D09-6299-421E-BBA8-8DEFBCDE6045}" destId="{E5B8F75B-51ED-4F58-BF7F-7F8DB5FF2B07}" srcOrd="0" destOrd="0" presId="urn:microsoft.com/office/officeart/2005/8/layout/vList5"/>
    <dgm:cxn modelId="{C1343D73-BE7C-4432-B0C3-05F5A9FCE267}" type="presOf" srcId="{CDEDACB1-D169-4631-80AE-4269BF1E89E8}" destId="{4B2857D7-1521-453A-A3B6-4ADC6245FBDD}" srcOrd="0" destOrd="0" presId="urn:microsoft.com/office/officeart/2005/8/layout/vList5"/>
    <dgm:cxn modelId="{E406B383-2705-4487-A2A3-D64A1D0C25F5}" srcId="{03376D09-6299-421E-BBA8-8DEFBCDE6045}" destId="{4636BA8B-87A6-4022-BD57-6E46833B94F7}" srcOrd="3" destOrd="0" parTransId="{0E3FE238-93A1-4F78-9482-87C652AD353E}" sibTransId="{9F3D3B8C-41DF-414C-ABE4-7376637CD975}"/>
    <dgm:cxn modelId="{489DB48C-A49C-4D10-96D5-4F31B54E05F8}" srcId="{03376D09-6299-421E-BBA8-8DEFBCDE6045}" destId="{CDEDACB1-D169-4631-80AE-4269BF1E89E8}" srcOrd="1" destOrd="0" parTransId="{33AA05DD-D445-4A1F-AB75-E374EA72BF02}" sibTransId="{8991AD28-A679-4756-A03E-B41226562A6A}"/>
    <dgm:cxn modelId="{B811DC8C-BCB4-44AE-A974-6DF01F54463D}" type="presOf" srcId="{661112E4-DBB8-4186-BCAB-FCE709167224}" destId="{D80E0C7B-DBB1-4F04-AEDF-25ED3CB214C3}" srcOrd="0" destOrd="0" presId="urn:microsoft.com/office/officeart/2005/8/layout/vList5"/>
    <dgm:cxn modelId="{784AF39C-598F-4DA9-BDC8-70EAF11C10BE}" type="presOf" srcId="{BADB54B2-AA3B-4C67-8CCD-3498A20060E6}" destId="{5220348E-C0AB-4E74-AD63-AE59C8795C8F}" srcOrd="0" destOrd="0" presId="urn:microsoft.com/office/officeart/2005/8/layout/vList5"/>
    <dgm:cxn modelId="{F115D3DE-DDC9-4520-ABDA-39AB5BC139DC}" srcId="{03376D09-6299-421E-BBA8-8DEFBCDE6045}" destId="{BADB54B2-AA3B-4C67-8CCD-3498A20060E6}" srcOrd="0" destOrd="0" parTransId="{3683E52C-DCDF-4C08-93B0-792F71742520}" sibTransId="{AAEF7CCF-55C9-4280-AAFF-B9B7FF819EE3}"/>
    <dgm:cxn modelId="{6319A961-B97B-4BD0-A238-F9D3762FC04D}" type="presParOf" srcId="{E5B8F75B-51ED-4F58-BF7F-7F8DB5FF2B07}" destId="{EC63F096-5988-4FE5-A485-FFC06E06CA93}" srcOrd="0" destOrd="0" presId="urn:microsoft.com/office/officeart/2005/8/layout/vList5"/>
    <dgm:cxn modelId="{2CA81F0D-1983-45AB-941B-AE2B5A947B84}" type="presParOf" srcId="{EC63F096-5988-4FE5-A485-FFC06E06CA93}" destId="{5220348E-C0AB-4E74-AD63-AE59C8795C8F}" srcOrd="0" destOrd="0" presId="urn:microsoft.com/office/officeart/2005/8/layout/vList5"/>
    <dgm:cxn modelId="{17CEAF29-830F-42B4-9FC7-65E42C978B81}" type="presParOf" srcId="{E5B8F75B-51ED-4F58-BF7F-7F8DB5FF2B07}" destId="{C09F91EE-3FE4-4265-97EA-303FF80E4CEC}" srcOrd="1" destOrd="0" presId="urn:microsoft.com/office/officeart/2005/8/layout/vList5"/>
    <dgm:cxn modelId="{0C11D604-35FB-4461-BAE0-E46D52FAD9FD}" type="presParOf" srcId="{E5B8F75B-51ED-4F58-BF7F-7F8DB5FF2B07}" destId="{7B0B3408-C289-4C70-839E-4F77B0F64FA2}" srcOrd="2" destOrd="0" presId="urn:microsoft.com/office/officeart/2005/8/layout/vList5"/>
    <dgm:cxn modelId="{72023FF1-ABFB-4831-A03A-0AD4964F8A8B}" type="presParOf" srcId="{7B0B3408-C289-4C70-839E-4F77B0F64FA2}" destId="{4B2857D7-1521-453A-A3B6-4ADC6245FBDD}" srcOrd="0" destOrd="0" presId="urn:microsoft.com/office/officeart/2005/8/layout/vList5"/>
    <dgm:cxn modelId="{4225C74B-1AD5-4035-BD42-A844ADA97208}" type="presParOf" srcId="{E5B8F75B-51ED-4F58-BF7F-7F8DB5FF2B07}" destId="{1B64422B-1241-4D16-9AFE-21188DB45651}" srcOrd="3" destOrd="0" presId="urn:microsoft.com/office/officeart/2005/8/layout/vList5"/>
    <dgm:cxn modelId="{2BA8B8C2-20D6-4E0C-97AA-B362AB6C9D81}" type="presParOf" srcId="{E5B8F75B-51ED-4F58-BF7F-7F8DB5FF2B07}" destId="{147D8805-A3AE-448E-B09A-B5070B07D30D}" srcOrd="4" destOrd="0" presId="urn:microsoft.com/office/officeart/2005/8/layout/vList5"/>
    <dgm:cxn modelId="{D488EEB6-85CB-4A70-9A49-AD9DC03A1BD2}" type="presParOf" srcId="{147D8805-A3AE-448E-B09A-B5070B07D30D}" destId="{D80E0C7B-DBB1-4F04-AEDF-25ED3CB214C3}" srcOrd="0" destOrd="0" presId="urn:microsoft.com/office/officeart/2005/8/layout/vList5"/>
    <dgm:cxn modelId="{7856EA35-5AA6-4D92-941F-4E2413B6EF99}" type="presParOf" srcId="{E5B8F75B-51ED-4F58-BF7F-7F8DB5FF2B07}" destId="{0DAF77D3-DEFD-4542-A077-1537E3984A92}" srcOrd="5" destOrd="0" presId="urn:microsoft.com/office/officeart/2005/8/layout/vList5"/>
    <dgm:cxn modelId="{7172C167-EC8D-40C9-959C-761C528A0919}" type="presParOf" srcId="{E5B8F75B-51ED-4F58-BF7F-7F8DB5FF2B07}" destId="{0508DB5F-BA09-487F-B814-2DAF4993C70F}" srcOrd="6" destOrd="0" presId="urn:microsoft.com/office/officeart/2005/8/layout/vList5"/>
    <dgm:cxn modelId="{7C610C9D-2540-4970-99EA-FE0DD0A0C5B7}" type="presParOf" srcId="{0508DB5F-BA09-487F-B814-2DAF4993C70F}" destId="{D1C3962B-95F2-46B2-8EEC-50EE4C2F4BE1}"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B315EC2-F785-4D34-8B57-C2227312BBB5}" type="doc">
      <dgm:prSet loTypeId="urn:microsoft.com/office/officeart/2005/8/layout/radial2" loCatId="relationship" qsTypeId="urn:microsoft.com/office/officeart/2005/8/quickstyle/simple5" qsCatId="simple" csTypeId="urn:microsoft.com/office/officeart/2005/8/colors/colorful1" csCatId="colorful" phldr="1"/>
      <dgm:spPr/>
      <dgm:t>
        <a:bodyPr/>
        <a:lstStyle/>
        <a:p>
          <a:endParaRPr lang="en-IN"/>
        </a:p>
      </dgm:t>
    </dgm:pt>
    <dgm:pt modelId="{83FA1999-8667-42F3-9B81-7F69D96862F8}">
      <dgm:prSet custT="1"/>
      <dgm:spPr/>
      <dgm:t>
        <a:bodyPr/>
        <a:lstStyle/>
        <a:p>
          <a:r>
            <a:rPr lang="en-IN" sz="1800" dirty="0">
              <a:latin typeface="Aptos" panose="020B0004020202020204" pitchFamily="34" charset="0"/>
            </a:rPr>
            <a:t>requests may fail</a:t>
          </a:r>
        </a:p>
      </dgm:t>
    </dgm:pt>
    <dgm:pt modelId="{1119D812-32EB-41B8-B1BE-E97098A09DA6}" type="parTrans" cxnId="{EC24DEBE-1FED-4AD7-A73F-2FB44D227BA7}">
      <dgm:prSet/>
      <dgm:spPr/>
      <dgm:t>
        <a:bodyPr/>
        <a:lstStyle/>
        <a:p>
          <a:endParaRPr lang="en-IN"/>
        </a:p>
      </dgm:t>
    </dgm:pt>
    <dgm:pt modelId="{68E01A55-9DB4-4DA9-904A-AC3AE70A021D}" type="sibTrans" cxnId="{EC24DEBE-1FED-4AD7-A73F-2FB44D227BA7}">
      <dgm:prSet/>
      <dgm:spPr/>
      <dgm:t>
        <a:bodyPr/>
        <a:lstStyle/>
        <a:p>
          <a:endParaRPr lang="en-IN"/>
        </a:p>
      </dgm:t>
    </dgm:pt>
    <dgm:pt modelId="{B80B3E85-10DD-4AFE-B308-E52B83FA4648}">
      <dgm:prSet custT="1"/>
      <dgm:spPr/>
      <dgm:t>
        <a:bodyPr/>
        <a:lstStyle/>
        <a:p>
          <a:r>
            <a:rPr lang="en-US" sz="1800" dirty="0">
              <a:latin typeface="Aptos" panose="020B0004020202020204" pitchFamily="34" charset="0"/>
            </a:rPr>
            <a:t>data may be missing </a:t>
          </a:r>
          <a:endParaRPr lang="en-IN" sz="1800" dirty="0">
            <a:latin typeface="Aptos" panose="020B0004020202020204" pitchFamily="34" charset="0"/>
          </a:endParaRPr>
        </a:p>
      </dgm:t>
    </dgm:pt>
    <dgm:pt modelId="{FD60104D-E9BD-4FDD-9C06-DFE21482F44B}" type="parTrans" cxnId="{A9E1C35C-6363-4D95-9B97-73A341A36480}">
      <dgm:prSet/>
      <dgm:spPr/>
      <dgm:t>
        <a:bodyPr/>
        <a:lstStyle/>
        <a:p>
          <a:endParaRPr lang="en-IN"/>
        </a:p>
      </dgm:t>
    </dgm:pt>
    <dgm:pt modelId="{4BDD7325-94F9-4751-AA7E-061DFC28A1D6}" type="sibTrans" cxnId="{A9E1C35C-6363-4D95-9B97-73A341A36480}">
      <dgm:prSet/>
      <dgm:spPr/>
      <dgm:t>
        <a:bodyPr/>
        <a:lstStyle/>
        <a:p>
          <a:endParaRPr lang="en-IN"/>
        </a:p>
      </dgm:t>
    </dgm:pt>
    <dgm:pt modelId="{5ABA6D50-14C2-4803-9DDB-714A28A8C75C}">
      <dgm:prSet custT="1"/>
      <dgm:spPr/>
      <dgm:t>
        <a:bodyPr/>
        <a:lstStyle/>
        <a:p>
          <a:r>
            <a:rPr lang="en-US" sz="1800" dirty="0">
              <a:latin typeface="Aptos" panose="020B0004020202020204" pitchFamily="34" charset="0"/>
            </a:rPr>
            <a:t>systems may slow down or stop</a:t>
          </a:r>
          <a:endParaRPr lang="en-IN" sz="1800" dirty="0">
            <a:latin typeface="Aptos" panose="020B0004020202020204" pitchFamily="34" charset="0"/>
          </a:endParaRPr>
        </a:p>
      </dgm:t>
    </dgm:pt>
    <dgm:pt modelId="{DD23E32B-08A4-4CB7-96FE-4CDCD9661808}" type="parTrans" cxnId="{BBB9B1D3-6295-45C6-94F3-BD3F8FFE3350}">
      <dgm:prSet/>
      <dgm:spPr/>
      <dgm:t>
        <a:bodyPr/>
        <a:lstStyle/>
        <a:p>
          <a:endParaRPr lang="en-IN"/>
        </a:p>
      </dgm:t>
    </dgm:pt>
    <dgm:pt modelId="{5D1484E1-4B4F-4926-AB5D-1C230BAA95CD}" type="sibTrans" cxnId="{BBB9B1D3-6295-45C6-94F3-BD3F8FFE3350}">
      <dgm:prSet/>
      <dgm:spPr/>
      <dgm:t>
        <a:bodyPr/>
        <a:lstStyle/>
        <a:p>
          <a:endParaRPr lang="en-IN"/>
        </a:p>
      </dgm:t>
    </dgm:pt>
    <dgm:pt modelId="{71CF9FFF-0480-4840-8CDA-460ABC9BAF27}" type="pres">
      <dgm:prSet presAssocID="{3B315EC2-F785-4D34-8B57-C2227312BBB5}" presName="composite" presStyleCnt="0">
        <dgm:presLayoutVars>
          <dgm:chMax val="5"/>
          <dgm:dir/>
          <dgm:animLvl val="ctr"/>
          <dgm:resizeHandles val="exact"/>
        </dgm:presLayoutVars>
      </dgm:prSet>
      <dgm:spPr/>
    </dgm:pt>
    <dgm:pt modelId="{9FA7BF97-7B04-4522-866D-EBAB2C73F17B}" type="pres">
      <dgm:prSet presAssocID="{3B315EC2-F785-4D34-8B57-C2227312BBB5}" presName="cycle" presStyleCnt="0"/>
      <dgm:spPr/>
    </dgm:pt>
    <dgm:pt modelId="{88A80538-9328-424A-9DBF-48FEFA10E9CA}" type="pres">
      <dgm:prSet presAssocID="{3B315EC2-F785-4D34-8B57-C2227312BBB5}" presName="centerShape" presStyleCnt="0"/>
      <dgm:spPr/>
    </dgm:pt>
    <dgm:pt modelId="{49E0BF49-056E-48FC-9BE4-A3DDFDB212C2}" type="pres">
      <dgm:prSet presAssocID="{3B315EC2-F785-4D34-8B57-C2227312BBB5}" presName="connSite" presStyleLbl="node1" presStyleIdx="0" presStyleCnt="4"/>
      <dgm:spPr/>
    </dgm:pt>
    <dgm:pt modelId="{EF2761BA-47E0-41D0-B3F3-F224D9AF71C1}" type="pres">
      <dgm:prSet presAssocID="{3B315EC2-F785-4D34-8B57-C2227312BBB5}" presName="visible" presStyleLbl="node1" presStyleIdx="0" presStyleCnt="4"/>
      <dgm:spPr/>
    </dgm:pt>
    <dgm:pt modelId="{0720006E-6C8D-4EBC-BB76-C3EFCC8357A6}" type="pres">
      <dgm:prSet presAssocID="{1119D812-32EB-41B8-B1BE-E97098A09DA6}" presName="Name25" presStyleLbl="parChTrans1D1" presStyleIdx="0" presStyleCnt="3"/>
      <dgm:spPr/>
    </dgm:pt>
    <dgm:pt modelId="{7C5882DB-217D-432A-86F1-30EA90BEC5B6}" type="pres">
      <dgm:prSet presAssocID="{83FA1999-8667-42F3-9B81-7F69D96862F8}" presName="node" presStyleCnt="0"/>
      <dgm:spPr/>
    </dgm:pt>
    <dgm:pt modelId="{AF6042F0-018B-46C5-A4D7-2350172E7632}" type="pres">
      <dgm:prSet presAssocID="{83FA1999-8667-42F3-9B81-7F69D96862F8}" presName="parentNode" presStyleLbl="node1" presStyleIdx="1" presStyleCnt="4">
        <dgm:presLayoutVars>
          <dgm:chMax val="1"/>
          <dgm:bulletEnabled val="1"/>
        </dgm:presLayoutVars>
      </dgm:prSet>
      <dgm:spPr/>
    </dgm:pt>
    <dgm:pt modelId="{F73F4B7A-5D8A-45D7-8D26-90424962EEFB}" type="pres">
      <dgm:prSet presAssocID="{83FA1999-8667-42F3-9B81-7F69D96862F8}" presName="childNode" presStyleLbl="revTx" presStyleIdx="0" presStyleCnt="0">
        <dgm:presLayoutVars>
          <dgm:bulletEnabled val="1"/>
        </dgm:presLayoutVars>
      </dgm:prSet>
      <dgm:spPr/>
    </dgm:pt>
    <dgm:pt modelId="{C045F99C-141D-49C0-9678-68136CE17035}" type="pres">
      <dgm:prSet presAssocID="{FD60104D-E9BD-4FDD-9C06-DFE21482F44B}" presName="Name25" presStyleLbl="parChTrans1D1" presStyleIdx="1" presStyleCnt="3"/>
      <dgm:spPr/>
    </dgm:pt>
    <dgm:pt modelId="{A630EF34-F629-4C48-9617-07FB9C33B10D}" type="pres">
      <dgm:prSet presAssocID="{B80B3E85-10DD-4AFE-B308-E52B83FA4648}" presName="node" presStyleCnt="0"/>
      <dgm:spPr/>
    </dgm:pt>
    <dgm:pt modelId="{3AEFB481-D5D8-431B-ABB1-573590375E42}" type="pres">
      <dgm:prSet presAssocID="{B80B3E85-10DD-4AFE-B308-E52B83FA4648}" presName="parentNode" presStyleLbl="node1" presStyleIdx="2" presStyleCnt="4">
        <dgm:presLayoutVars>
          <dgm:chMax val="1"/>
          <dgm:bulletEnabled val="1"/>
        </dgm:presLayoutVars>
      </dgm:prSet>
      <dgm:spPr/>
    </dgm:pt>
    <dgm:pt modelId="{A7EB91B0-4DB6-428E-BC08-1A5CBEE03F7F}" type="pres">
      <dgm:prSet presAssocID="{B80B3E85-10DD-4AFE-B308-E52B83FA4648}" presName="childNode" presStyleLbl="revTx" presStyleIdx="0" presStyleCnt="0">
        <dgm:presLayoutVars>
          <dgm:bulletEnabled val="1"/>
        </dgm:presLayoutVars>
      </dgm:prSet>
      <dgm:spPr/>
    </dgm:pt>
    <dgm:pt modelId="{DCA0D016-05D0-4850-B323-E78A3691059C}" type="pres">
      <dgm:prSet presAssocID="{DD23E32B-08A4-4CB7-96FE-4CDCD9661808}" presName="Name25" presStyleLbl="parChTrans1D1" presStyleIdx="2" presStyleCnt="3"/>
      <dgm:spPr/>
    </dgm:pt>
    <dgm:pt modelId="{BA968CA2-2B1F-4562-BC51-1FF651733B6A}" type="pres">
      <dgm:prSet presAssocID="{5ABA6D50-14C2-4803-9DDB-714A28A8C75C}" presName="node" presStyleCnt="0"/>
      <dgm:spPr/>
    </dgm:pt>
    <dgm:pt modelId="{0E60B2A1-1953-49A7-9FDA-D43AD9713B31}" type="pres">
      <dgm:prSet presAssocID="{5ABA6D50-14C2-4803-9DDB-714A28A8C75C}" presName="parentNode" presStyleLbl="node1" presStyleIdx="3" presStyleCnt="4" custScaleX="131443" custScaleY="108105">
        <dgm:presLayoutVars>
          <dgm:chMax val="1"/>
          <dgm:bulletEnabled val="1"/>
        </dgm:presLayoutVars>
      </dgm:prSet>
      <dgm:spPr/>
    </dgm:pt>
    <dgm:pt modelId="{CFC2FCD5-F20C-4C5F-8CFC-C3A2FA0DB0DC}" type="pres">
      <dgm:prSet presAssocID="{5ABA6D50-14C2-4803-9DDB-714A28A8C75C}" presName="childNode" presStyleLbl="revTx" presStyleIdx="0" presStyleCnt="0">
        <dgm:presLayoutVars>
          <dgm:bulletEnabled val="1"/>
        </dgm:presLayoutVars>
      </dgm:prSet>
      <dgm:spPr/>
    </dgm:pt>
  </dgm:ptLst>
  <dgm:cxnLst>
    <dgm:cxn modelId="{A74CB63F-0CBB-4139-AF85-4E04DAA5FD5B}" type="presOf" srcId="{1119D812-32EB-41B8-B1BE-E97098A09DA6}" destId="{0720006E-6C8D-4EBC-BB76-C3EFCC8357A6}" srcOrd="0" destOrd="0" presId="urn:microsoft.com/office/officeart/2005/8/layout/radial2"/>
    <dgm:cxn modelId="{A9E1C35C-6363-4D95-9B97-73A341A36480}" srcId="{3B315EC2-F785-4D34-8B57-C2227312BBB5}" destId="{B80B3E85-10DD-4AFE-B308-E52B83FA4648}" srcOrd="1" destOrd="0" parTransId="{FD60104D-E9BD-4FDD-9C06-DFE21482F44B}" sibTransId="{4BDD7325-94F9-4751-AA7E-061DFC28A1D6}"/>
    <dgm:cxn modelId="{712DBE41-08A1-44FE-89A5-845AE4F52621}" type="presOf" srcId="{DD23E32B-08A4-4CB7-96FE-4CDCD9661808}" destId="{DCA0D016-05D0-4850-B323-E78A3691059C}" srcOrd="0" destOrd="0" presId="urn:microsoft.com/office/officeart/2005/8/layout/radial2"/>
    <dgm:cxn modelId="{9249AE49-1B40-4BE3-B09F-507F4BD4C3E4}" type="presOf" srcId="{FD60104D-E9BD-4FDD-9C06-DFE21482F44B}" destId="{C045F99C-141D-49C0-9678-68136CE17035}" srcOrd="0" destOrd="0" presId="urn:microsoft.com/office/officeart/2005/8/layout/radial2"/>
    <dgm:cxn modelId="{A96AB899-78B9-4182-8FE5-7C485ED467B5}" type="presOf" srcId="{83FA1999-8667-42F3-9B81-7F69D96862F8}" destId="{AF6042F0-018B-46C5-A4D7-2350172E7632}" srcOrd="0" destOrd="0" presId="urn:microsoft.com/office/officeart/2005/8/layout/radial2"/>
    <dgm:cxn modelId="{F20A3AA6-BC9F-40B4-85E5-905E279187C4}" type="presOf" srcId="{3B315EC2-F785-4D34-8B57-C2227312BBB5}" destId="{71CF9FFF-0480-4840-8CDA-460ABC9BAF27}" srcOrd="0" destOrd="0" presId="urn:microsoft.com/office/officeart/2005/8/layout/radial2"/>
    <dgm:cxn modelId="{EC24DEBE-1FED-4AD7-A73F-2FB44D227BA7}" srcId="{3B315EC2-F785-4D34-8B57-C2227312BBB5}" destId="{83FA1999-8667-42F3-9B81-7F69D96862F8}" srcOrd="0" destOrd="0" parTransId="{1119D812-32EB-41B8-B1BE-E97098A09DA6}" sibTransId="{68E01A55-9DB4-4DA9-904A-AC3AE70A021D}"/>
    <dgm:cxn modelId="{BBB9B1D3-6295-45C6-94F3-BD3F8FFE3350}" srcId="{3B315EC2-F785-4D34-8B57-C2227312BBB5}" destId="{5ABA6D50-14C2-4803-9DDB-714A28A8C75C}" srcOrd="2" destOrd="0" parTransId="{DD23E32B-08A4-4CB7-96FE-4CDCD9661808}" sibTransId="{5D1484E1-4B4F-4926-AB5D-1C230BAA95CD}"/>
    <dgm:cxn modelId="{C67809F0-FE84-43EB-8A9B-F582B9D2BFD5}" type="presOf" srcId="{B80B3E85-10DD-4AFE-B308-E52B83FA4648}" destId="{3AEFB481-D5D8-431B-ABB1-573590375E42}" srcOrd="0" destOrd="0" presId="urn:microsoft.com/office/officeart/2005/8/layout/radial2"/>
    <dgm:cxn modelId="{273B6BF4-433A-4E33-AC60-BFBA4B98EFC1}" type="presOf" srcId="{5ABA6D50-14C2-4803-9DDB-714A28A8C75C}" destId="{0E60B2A1-1953-49A7-9FDA-D43AD9713B31}" srcOrd="0" destOrd="0" presId="urn:microsoft.com/office/officeart/2005/8/layout/radial2"/>
    <dgm:cxn modelId="{0FD24F63-A4E9-4356-B40E-4F730EF96B80}" type="presParOf" srcId="{71CF9FFF-0480-4840-8CDA-460ABC9BAF27}" destId="{9FA7BF97-7B04-4522-866D-EBAB2C73F17B}" srcOrd="0" destOrd="0" presId="urn:microsoft.com/office/officeart/2005/8/layout/radial2"/>
    <dgm:cxn modelId="{AD096CB6-DDD1-489D-A05C-7096A0A8BDAC}" type="presParOf" srcId="{9FA7BF97-7B04-4522-866D-EBAB2C73F17B}" destId="{88A80538-9328-424A-9DBF-48FEFA10E9CA}" srcOrd="0" destOrd="0" presId="urn:microsoft.com/office/officeart/2005/8/layout/radial2"/>
    <dgm:cxn modelId="{AA986427-374E-491C-A9F6-03E4338BEA69}" type="presParOf" srcId="{88A80538-9328-424A-9DBF-48FEFA10E9CA}" destId="{49E0BF49-056E-48FC-9BE4-A3DDFDB212C2}" srcOrd="0" destOrd="0" presId="urn:microsoft.com/office/officeart/2005/8/layout/radial2"/>
    <dgm:cxn modelId="{845F0869-EFE3-408A-93F8-BF8522578534}" type="presParOf" srcId="{88A80538-9328-424A-9DBF-48FEFA10E9CA}" destId="{EF2761BA-47E0-41D0-B3F3-F224D9AF71C1}" srcOrd="1" destOrd="0" presId="urn:microsoft.com/office/officeart/2005/8/layout/radial2"/>
    <dgm:cxn modelId="{ED612B95-B962-4F45-AEEF-E6F6866901AB}" type="presParOf" srcId="{9FA7BF97-7B04-4522-866D-EBAB2C73F17B}" destId="{0720006E-6C8D-4EBC-BB76-C3EFCC8357A6}" srcOrd="1" destOrd="0" presId="urn:microsoft.com/office/officeart/2005/8/layout/radial2"/>
    <dgm:cxn modelId="{19BE396E-F109-46A2-B8F2-447843608AA2}" type="presParOf" srcId="{9FA7BF97-7B04-4522-866D-EBAB2C73F17B}" destId="{7C5882DB-217D-432A-86F1-30EA90BEC5B6}" srcOrd="2" destOrd="0" presId="urn:microsoft.com/office/officeart/2005/8/layout/radial2"/>
    <dgm:cxn modelId="{E77E10AA-F4EA-4743-B1B1-3BD60820FDF7}" type="presParOf" srcId="{7C5882DB-217D-432A-86F1-30EA90BEC5B6}" destId="{AF6042F0-018B-46C5-A4D7-2350172E7632}" srcOrd="0" destOrd="0" presId="urn:microsoft.com/office/officeart/2005/8/layout/radial2"/>
    <dgm:cxn modelId="{2F3CF30D-ACE0-4C30-BA70-2AC61D48E147}" type="presParOf" srcId="{7C5882DB-217D-432A-86F1-30EA90BEC5B6}" destId="{F73F4B7A-5D8A-45D7-8D26-90424962EEFB}" srcOrd="1" destOrd="0" presId="urn:microsoft.com/office/officeart/2005/8/layout/radial2"/>
    <dgm:cxn modelId="{E2B54E85-D0AC-4D4F-99B4-BED37F05B2D9}" type="presParOf" srcId="{9FA7BF97-7B04-4522-866D-EBAB2C73F17B}" destId="{C045F99C-141D-49C0-9678-68136CE17035}" srcOrd="3" destOrd="0" presId="urn:microsoft.com/office/officeart/2005/8/layout/radial2"/>
    <dgm:cxn modelId="{1CA1764A-EAFF-411F-959F-375AB9EC9408}" type="presParOf" srcId="{9FA7BF97-7B04-4522-866D-EBAB2C73F17B}" destId="{A630EF34-F629-4C48-9617-07FB9C33B10D}" srcOrd="4" destOrd="0" presId="urn:microsoft.com/office/officeart/2005/8/layout/radial2"/>
    <dgm:cxn modelId="{FC49F71F-EF07-4E37-BF61-179B785CB5C7}" type="presParOf" srcId="{A630EF34-F629-4C48-9617-07FB9C33B10D}" destId="{3AEFB481-D5D8-431B-ABB1-573590375E42}" srcOrd="0" destOrd="0" presId="urn:microsoft.com/office/officeart/2005/8/layout/radial2"/>
    <dgm:cxn modelId="{CB060F67-054B-406E-B60E-04AA73C3A5BD}" type="presParOf" srcId="{A630EF34-F629-4C48-9617-07FB9C33B10D}" destId="{A7EB91B0-4DB6-428E-BC08-1A5CBEE03F7F}" srcOrd="1" destOrd="0" presId="urn:microsoft.com/office/officeart/2005/8/layout/radial2"/>
    <dgm:cxn modelId="{31E3F5B4-C7F8-4C69-A884-724B7891D5FD}" type="presParOf" srcId="{9FA7BF97-7B04-4522-866D-EBAB2C73F17B}" destId="{DCA0D016-05D0-4850-B323-E78A3691059C}" srcOrd="5" destOrd="0" presId="urn:microsoft.com/office/officeart/2005/8/layout/radial2"/>
    <dgm:cxn modelId="{9C5A0C35-E729-4039-AE38-89C18A89AE6A}" type="presParOf" srcId="{9FA7BF97-7B04-4522-866D-EBAB2C73F17B}" destId="{BA968CA2-2B1F-4562-BC51-1FF651733B6A}" srcOrd="6" destOrd="0" presId="urn:microsoft.com/office/officeart/2005/8/layout/radial2"/>
    <dgm:cxn modelId="{464310F7-592A-416E-A8B7-F58518BF66C2}" type="presParOf" srcId="{BA968CA2-2B1F-4562-BC51-1FF651733B6A}" destId="{0E60B2A1-1953-49A7-9FDA-D43AD9713B31}" srcOrd="0" destOrd="0" presId="urn:microsoft.com/office/officeart/2005/8/layout/radial2"/>
    <dgm:cxn modelId="{5DAD6E33-F177-44C5-8BBE-4C7187B8F912}" type="presParOf" srcId="{BA968CA2-2B1F-4562-BC51-1FF651733B6A}" destId="{CFC2FCD5-F20C-4C5F-8CFC-C3A2FA0DB0DC}" srcOrd="1" destOrd="0" presId="urn:microsoft.com/office/officeart/2005/8/layout/radial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F87C1973-F6A8-42FC-825B-6F160DBB1E77}" type="doc">
      <dgm:prSet loTypeId="urn:microsoft.com/office/officeart/2005/8/layout/matrix2" loCatId="matrix" qsTypeId="urn:microsoft.com/office/officeart/2005/8/quickstyle/simple1" qsCatId="simple" csTypeId="urn:microsoft.com/office/officeart/2005/8/colors/colorful1" csCatId="colorful" phldr="1"/>
      <dgm:spPr>
        <a:scene3d>
          <a:camera prst="orthographicFront">
            <a:rot lat="0" lon="0" rev="0"/>
          </a:camera>
          <a:lightRig rig="soft" dir="t">
            <a:rot lat="0" lon="0" rev="0"/>
          </a:lightRig>
        </a:scene3d>
      </dgm:spPr>
      <dgm:t>
        <a:bodyPr/>
        <a:lstStyle/>
        <a:p>
          <a:endParaRPr lang="en-IN"/>
        </a:p>
      </dgm:t>
    </dgm:pt>
    <dgm:pt modelId="{68272382-CB8F-4D6C-9FE2-786E8B178C3D}">
      <dgm:prSet/>
      <dgm:spPr>
        <a:solidFill>
          <a:srgbClr val="FF0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IN" b="1" dirty="0">
              <a:latin typeface="Aptos" panose="020B0004020202020204" pitchFamily="34" charset="0"/>
            </a:rPr>
            <a:t>Failed response</a:t>
          </a:r>
        </a:p>
      </dgm:t>
    </dgm:pt>
    <dgm:pt modelId="{4141F6D8-5742-4F84-9414-A7B3E006DF6A}" type="parTrans" cxnId="{93E8EEC6-9FB2-4AB7-AF18-F20CAD8BCC97}">
      <dgm:prSet/>
      <dgm:spPr/>
      <dgm:t>
        <a:bodyPr/>
        <a:lstStyle/>
        <a:p>
          <a:endParaRPr lang="en-IN"/>
        </a:p>
      </dgm:t>
    </dgm:pt>
    <dgm:pt modelId="{74622759-8E47-44F7-B103-148D2A2F9A0A}" type="sibTrans" cxnId="{93E8EEC6-9FB2-4AB7-AF18-F20CAD8BCC97}">
      <dgm:prSet/>
      <dgm:spPr/>
      <dgm:t>
        <a:bodyPr/>
        <a:lstStyle/>
        <a:p>
          <a:endParaRPr lang="en-IN"/>
        </a:p>
      </dgm:t>
    </dgm:pt>
    <dgm:pt modelId="{AB576A79-DBD5-45A6-8CA6-B0AC4EE88B67}">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IN" b="1" dirty="0">
              <a:latin typeface="Aptos" panose="020B0004020202020204" pitchFamily="34" charset="0"/>
            </a:rPr>
            <a:t>Missing data</a:t>
          </a:r>
        </a:p>
      </dgm:t>
    </dgm:pt>
    <dgm:pt modelId="{4CE33C90-B571-461F-B77B-9D40A6BFA909}" type="parTrans" cxnId="{2BD9CBA1-D795-45CA-8DE3-58B2B122741F}">
      <dgm:prSet/>
      <dgm:spPr/>
      <dgm:t>
        <a:bodyPr/>
        <a:lstStyle/>
        <a:p>
          <a:endParaRPr lang="en-IN"/>
        </a:p>
      </dgm:t>
    </dgm:pt>
    <dgm:pt modelId="{C817BBF7-6063-4161-AA0D-B3250570058C}" type="sibTrans" cxnId="{2BD9CBA1-D795-45CA-8DE3-58B2B122741F}">
      <dgm:prSet/>
      <dgm:spPr/>
      <dgm:t>
        <a:bodyPr/>
        <a:lstStyle/>
        <a:p>
          <a:endParaRPr lang="en-IN"/>
        </a:p>
      </dgm:t>
    </dgm:pt>
    <dgm:pt modelId="{28BFB5B0-2DD7-42A0-B018-01E940B922E8}">
      <dgm:prSet/>
      <dgm:spPr>
        <a:solidFill>
          <a:srgbClr val="7030A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IN" b="1" dirty="0">
              <a:latin typeface="Aptos" panose="020B0004020202020204" pitchFamily="34" charset="0"/>
            </a:rPr>
            <a:t>Timeout</a:t>
          </a:r>
        </a:p>
      </dgm:t>
    </dgm:pt>
    <dgm:pt modelId="{4325068A-8852-44FF-A6B9-2282BAD1E85F}" type="parTrans" cxnId="{485D7F0B-89EA-451F-9C16-BDF71D3A30BA}">
      <dgm:prSet/>
      <dgm:spPr/>
      <dgm:t>
        <a:bodyPr/>
        <a:lstStyle/>
        <a:p>
          <a:endParaRPr lang="en-IN"/>
        </a:p>
      </dgm:t>
    </dgm:pt>
    <dgm:pt modelId="{B533F62B-7B13-40B7-9D9F-93919058F5D4}" type="sibTrans" cxnId="{485D7F0B-89EA-451F-9C16-BDF71D3A30BA}">
      <dgm:prSet/>
      <dgm:spPr/>
      <dgm:t>
        <a:bodyPr/>
        <a:lstStyle/>
        <a:p>
          <a:endParaRPr lang="en-IN"/>
        </a:p>
      </dgm:t>
    </dgm:pt>
    <dgm:pt modelId="{375FE666-9E41-4AD9-845D-5BBDAE002392}">
      <dgm:prSet/>
      <dgm:spPr>
        <a:solidFill>
          <a:srgbClr val="FFC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IN" b="1" dirty="0">
              <a:latin typeface="Aptos" panose="020B0004020202020204" pitchFamily="34" charset="0"/>
            </a:rPr>
            <a:t>Unexpected output</a:t>
          </a:r>
        </a:p>
      </dgm:t>
    </dgm:pt>
    <dgm:pt modelId="{08168C08-31DE-4BF6-BC0A-4C6E68DA3972}" type="parTrans" cxnId="{A70D2C11-8B9A-4727-AC97-CF3DDB138E73}">
      <dgm:prSet/>
      <dgm:spPr/>
      <dgm:t>
        <a:bodyPr/>
        <a:lstStyle/>
        <a:p>
          <a:endParaRPr lang="en-IN"/>
        </a:p>
      </dgm:t>
    </dgm:pt>
    <dgm:pt modelId="{B810E47F-4C33-4362-A485-6B8133AFD97E}" type="sibTrans" cxnId="{A70D2C11-8B9A-4727-AC97-CF3DDB138E73}">
      <dgm:prSet/>
      <dgm:spPr/>
      <dgm:t>
        <a:bodyPr/>
        <a:lstStyle/>
        <a:p>
          <a:endParaRPr lang="en-IN"/>
        </a:p>
      </dgm:t>
    </dgm:pt>
    <dgm:pt modelId="{05D4E741-B2D7-4F39-8242-02ABA7C5E797}" type="pres">
      <dgm:prSet presAssocID="{F87C1973-F6A8-42FC-825B-6F160DBB1E77}" presName="matrix" presStyleCnt="0">
        <dgm:presLayoutVars>
          <dgm:chMax val="1"/>
          <dgm:dir/>
          <dgm:resizeHandles val="exact"/>
        </dgm:presLayoutVars>
      </dgm:prSet>
      <dgm:spPr/>
    </dgm:pt>
    <dgm:pt modelId="{702552F5-5286-4B7B-B9E6-128F63285454}" type="pres">
      <dgm:prSet presAssocID="{F87C1973-F6A8-42FC-825B-6F160DBB1E77}" presName="axisShape" presStyleLbl="bgShp" presStyleIdx="0" presStyleCnt="1"/>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pt>
    <dgm:pt modelId="{E3076196-D95B-41BF-AAEC-FB66593EE619}" type="pres">
      <dgm:prSet presAssocID="{F87C1973-F6A8-42FC-825B-6F160DBB1E77}" presName="rect1" presStyleLbl="node1" presStyleIdx="0" presStyleCnt="4">
        <dgm:presLayoutVars>
          <dgm:chMax val="0"/>
          <dgm:chPref val="0"/>
          <dgm:bulletEnabled val="1"/>
        </dgm:presLayoutVars>
      </dgm:prSet>
      <dgm:spPr/>
    </dgm:pt>
    <dgm:pt modelId="{0294A6B9-8B48-46B9-BB53-C9922F18334D}" type="pres">
      <dgm:prSet presAssocID="{F87C1973-F6A8-42FC-825B-6F160DBB1E77}" presName="rect2" presStyleLbl="node1" presStyleIdx="1" presStyleCnt="4">
        <dgm:presLayoutVars>
          <dgm:chMax val="0"/>
          <dgm:chPref val="0"/>
          <dgm:bulletEnabled val="1"/>
        </dgm:presLayoutVars>
      </dgm:prSet>
      <dgm:spPr/>
    </dgm:pt>
    <dgm:pt modelId="{AC97F800-E666-4B1A-B1C8-FD57F14D6E24}" type="pres">
      <dgm:prSet presAssocID="{F87C1973-F6A8-42FC-825B-6F160DBB1E77}" presName="rect3" presStyleLbl="node1" presStyleIdx="2" presStyleCnt="4">
        <dgm:presLayoutVars>
          <dgm:chMax val="0"/>
          <dgm:chPref val="0"/>
          <dgm:bulletEnabled val="1"/>
        </dgm:presLayoutVars>
      </dgm:prSet>
      <dgm:spPr/>
    </dgm:pt>
    <dgm:pt modelId="{543ED3E5-51F2-4F1F-B4F4-B8FA3035604A}" type="pres">
      <dgm:prSet presAssocID="{F87C1973-F6A8-42FC-825B-6F160DBB1E77}" presName="rect4" presStyleLbl="node1" presStyleIdx="3" presStyleCnt="4">
        <dgm:presLayoutVars>
          <dgm:chMax val="0"/>
          <dgm:chPref val="0"/>
          <dgm:bulletEnabled val="1"/>
        </dgm:presLayoutVars>
      </dgm:prSet>
      <dgm:spPr/>
    </dgm:pt>
  </dgm:ptLst>
  <dgm:cxnLst>
    <dgm:cxn modelId="{485D7F0B-89EA-451F-9C16-BDF71D3A30BA}" srcId="{F87C1973-F6A8-42FC-825B-6F160DBB1E77}" destId="{28BFB5B0-2DD7-42A0-B018-01E940B922E8}" srcOrd="2" destOrd="0" parTransId="{4325068A-8852-44FF-A6B9-2282BAD1E85F}" sibTransId="{B533F62B-7B13-40B7-9D9F-93919058F5D4}"/>
    <dgm:cxn modelId="{A70D2C11-8B9A-4727-AC97-CF3DDB138E73}" srcId="{F87C1973-F6A8-42FC-825B-6F160DBB1E77}" destId="{375FE666-9E41-4AD9-845D-5BBDAE002392}" srcOrd="3" destOrd="0" parTransId="{08168C08-31DE-4BF6-BC0A-4C6E68DA3972}" sibTransId="{B810E47F-4C33-4362-A485-6B8133AFD97E}"/>
    <dgm:cxn modelId="{239DB248-05A2-4F5C-ADD2-008DE73256D4}" type="presOf" srcId="{68272382-CB8F-4D6C-9FE2-786E8B178C3D}" destId="{E3076196-D95B-41BF-AAEC-FB66593EE619}" srcOrd="0" destOrd="0" presId="urn:microsoft.com/office/officeart/2005/8/layout/matrix2"/>
    <dgm:cxn modelId="{2BD9CBA1-D795-45CA-8DE3-58B2B122741F}" srcId="{F87C1973-F6A8-42FC-825B-6F160DBB1E77}" destId="{AB576A79-DBD5-45A6-8CA6-B0AC4EE88B67}" srcOrd="1" destOrd="0" parTransId="{4CE33C90-B571-461F-B77B-9D40A6BFA909}" sibTransId="{C817BBF7-6063-4161-AA0D-B3250570058C}"/>
    <dgm:cxn modelId="{9500C2AE-9278-43E6-93C1-213D09007407}" type="presOf" srcId="{375FE666-9E41-4AD9-845D-5BBDAE002392}" destId="{543ED3E5-51F2-4F1F-B4F4-B8FA3035604A}" srcOrd="0" destOrd="0" presId="urn:microsoft.com/office/officeart/2005/8/layout/matrix2"/>
    <dgm:cxn modelId="{068696B6-09F2-4D80-870C-1FD4F39D73A1}" type="presOf" srcId="{F87C1973-F6A8-42FC-825B-6F160DBB1E77}" destId="{05D4E741-B2D7-4F39-8242-02ABA7C5E797}" srcOrd="0" destOrd="0" presId="urn:microsoft.com/office/officeart/2005/8/layout/matrix2"/>
    <dgm:cxn modelId="{881A5FBF-AEA9-4D15-AFC9-5F9FCB7CF7D2}" type="presOf" srcId="{AB576A79-DBD5-45A6-8CA6-B0AC4EE88B67}" destId="{0294A6B9-8B48-46B9-BB53-C9922F18334D}" srcOrd="0" destOrd="0" presId="urn:microsoft.com/office/officeart/2005/8/layout/matrix2"/>
    <dgm:cxn modelId="{93E8EEC6-9FB2-4AB7-AF18-F20CAD8BCC97}" srcId="{F87C1973-F6A8-42FC-825B-6F160DBB1E77}" destId="{68272382-CB8F-4D6C-9FE2-786E8B178C3D}" srcOrd="0" destOrd="0" parTransId="{4141F6D8-5742-4F84-9414-A7B3E006DF6A}" sibTransId="{74622759-8E47-44F7-B103-148D2A2F9A0A}"/>
    <dgm:cxn modelId="{5A8F7BEE-791C-4793-AB2F-669E240DF392}" type="presOf" srcId="{28BFB5B0-2DD7-42A0-B018-01E940B922E8}" destId="{AC97F800-E666-4B1A-B1C8-FD57F14D6E24}" srcOrd="0" destOrd="0" presId="urn:microsoft.com/office/officeart/2005/8/layout/matrix2"/>
    <dgm:cxn modelId="{384BE629-039F-40C7-B72F-5DB633582EE9}" type="presParOf" srcId="{05D4E741-B2D7-4F39-8242-02ABA7C5E797}" destId="{702552F5-5286-4B7B-B9E6-128F63285454}" srcOrd="0" destOrd="0" presId="urn:microsoft.com/office/officeart/2005/8/layout/matrix2"/>
    <dgm:cxn modelId="{3DD68FE9-7822-4DF7-B185-37C821103458}" type="presParOf" srcId="{05D4E741-B2D7-4F39-8242-02ABA7C5E797}" destId="{E3076196-D95B-41BF-AAEC-FB66593EE619}" srcOrd="1" destOrd="0" presId="urn:microsoft.com/office/officeart/2005/8/layout/matrix2"/>
    <dgm:cxn modelId="{302051CB-2DB5-4BBF-95BA-838A5D208B3C}" type="presParOf" srcId="{05D4E741-B2D7-4F39-8242-02ABA7C5E797}" destId="{0294A6B9-8B48-46B9-BB53-C9922F18334D}" srcOrd="2" destOrd="0" presId="urn:microsoft.com/office/officeart/2005/8/layout/matrix2"/>
    <dgm:cxn modelId="{2AC04803-F076-4228-AC8E-B62B04DC92D8}" type="presParOf" srcId="{05D4E741-B2D7-4F39-8242-02ABA7C5E797}" destId="{AC97F800-E666-4B1A-B1C8-FD57F14D6E24}" srcOrd="3" destOrd="0" presId="urn:microsoft.com/office/officeart/2005/8/layout/matrix2"/>
    <dgm:cxn modelId="{F8EC5601-2552-411E-A760-F8EE3A19CAFF}" type="presParOf" srcId="{05D4E741-B2D7-4F39-8242-02ABA7C5E797}" destId="{543ED3E5-51F2-4F1F-B4F4-B8FA3035604A}" srcOrd="4" destOrd="0" presId="urn:microsoft.com/office/officeart/2005/8/layout/matrix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2D0CDBCC-372E-4045-B072-29587DA1272E}" type="doc">
      <dgm:prSet loTypeId="urn:microsoft.com/office/officeart/2005/8/layout/process1" loCatId="process" qsTypeId="urn:microsoft.com/office/officeart/2005/8/quickstyle/simple1" qsCatId="simple" csTypeId="urn:microsoft.com/office/officeart/2005/8/colors/accent1_2" csCatId="accent1" phldr="1"/>
      <dgm:spPr>
        <a:scene3d>
          <a:camera prst="orthographicFront">
            <a:rot lat="0" lon="0" rev="0"/>
          </a:camera>
          <a:lightRig rig="soft" dir="t">
            <a:rot lat="0" lon="0" rev="0"/>
          </a:lightRig>
        </a:scene3d>
      </dgm:spPr>
      <dgm:t>
        <a:bodyPr/>
        <a:lstStyle/>
        <a:p>
          <a:endParaRPr lang="en-IN"/>
        </a:p>
      </dgm:t>
    </dgm:pt>
    <dgm:pt modelId="{84694A73-262C-4872-A68C-4210E1C8EDD9}">
      <dgm:prSet/>
      <dgm:spPr>
        <a:solidFill>
          <a:srgbClr val="FFC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dirty="0"/>
            <a:t>small problems grow</a:t>
          </a:r>
          <a:endParaRPr lang="en-IN" dirty="0"/>
        </a:p>
      </dgm:t>
    </dgm:pt>
    <dgm:pt modelId="{C07842E1-108B-4679-87B0-F6DCCB2CB09B}" type="parTrans" cxnId="{1EF4C380-2616-4DF6-8BC0-D94B70C114D3}">
      <dgm:prSet/>
      <dgm:spPr/>
      <dgm:t>
        <a:bodyPr/>
        <a:lstStyle/>
        <a:p>
          <a:endParaRPr lang="en-IN"/>
        </a:p>
      </dgm:t>
    </dgm:pt>
    <dgm:pt modelId="{377A2A7E-13FB-4BC8-8860-526A585C2C1D}" type="sibTrans" cxnId="{1EF4C380-2616-4DF6-8BC0-D94B70C114D3}">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n-IN"/>
        </a:p>
      </dgm:t>
    </dgm:pt>
    <dgm:pt modelId="{32799885-0CA0-44D8-85FC-5249DEC7D405}">
      <dgm:prSet/>
      <dgm:spPr>
        <a:solidFill>
          <a:srgbClr val="FFC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a:t>Repeated Failures </a:t>
          </a:r>
          <a:endParaRPr lang="en-IN"/>
        </a:p>
      </dgm:t>
    </dgm:pt>
    <dgm:pt modelId="{9B740082-9710-4D95-9D51-D01230D0F142}" type="parTrans" cxnId="{FE418A1F-BA4B-4CC1-9199-CE0F1715E621}">
      <dgm:prSet/>
      <dgm:spPr/>
      <dgm:t>
        <a:bodyPr/>
        <a:lstStyle/>
        <a:p>
          <a:endParaRPr lang="en-IN"/>
        </a:p>
      </dgm:t>
    </dgm:pt>
    <dgm:pt modelId="{480A724B-C69F-4D0F-8B86-BACDAF2A4BF2}" type="sibTrans" cxnId="{FE418A1F-BA4B-4CC1-9199-CE0F1715E621}">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n-IN"/>
        </a:p>
      </dgm:t>
    </dgm:pt>
    <dgm:pt modelId="{192C5B6B-7291-46C3-B9AF-FF7031B9ACB5}">
      <dgm:prSet/>
      <dgm:spPr>
        <a:solidFill>
          <a:srgbClr val="FFC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a:t>users get confused</a:t>
          </a:r>
          <a:endParaRPr lang="en-IN"/>
        </a:p>
      </dgm:t>
    </dgm:pt>
    <dgm:pt modelId="{8BC62F6C-6DB5-42C2-AF45-C4B3F6FB6D1A}" type="parTrans" cxnId="{F291B725-FE02-45E3-B638-7E01BAF54AA3}">
      <dgm:prSet/>
      <dgm:spPr/>
      <dgm:t>
        <a:bodyPr/>
        <a:lstStyle/>
        <a:p>
          <a:endParaRPr lang="en-IN"/>
        </a:p>
      </dgm:t>
    </dgm:pt>
    <dgm:pt modelId="{D7A5E883-518D-4430-9E70-8D847E6F2ACB}" type="sibTrans" cxnId="{F291B725-FE02-45E3-B638-7E01BAF54AA3}">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n-IN"/>
        </a:p>
      </dgm:t>
    </dgm:pt>
    <dgm:pt modelId="{78998735-D5F1-4169-BEFB-6614EBCD636A}">
      <dgm:prSet/>
      <dgm:spPr>
        <a:solidFill>
          <a:srgbClr val="FF0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dirty="0"/>
            <a:t>trust disappears</a:t>
          </a:r>
          <a:endParaRPr lang="en-IN" dirty="0"/>
        </a:p>
      </dgm:t>
    </dgm:pt>
    <dgm:pt modelId="{2427537D-113B-46E1-B800-A1D4AB959D38}" type="parTrans" cxnId="{60CA3B5B-F930-4A07-88B1-A33C0A9D9FAF}">
      <dgm:prSet/>
      <dgm:spPr/>
      <dgm:t>
        <a:bodyPr/>
        <a:lstStyle/>
        <a:p>
          <a:endParaRPr lang="en-IN"/>
        </a:p>
      </dgm:t>
    </dgm:pt>
    <dgm:pt modelId="{2F393135-8A2B-4D52-BE67-1BD30C213AF6}" type="sibTrans" cxnId="{60CA3B5B-F930-4A07-88B1-A33C0A9D9FAF}">
      <dgm:prSet/>
      <dgm:spPr/>
      <dgm:t>
        <a:bodyPr/>
        <a:lstStyle/>
        <a:p>
          <a:endParaRPr lang="en-IN"/>
        </a:p>
      </dgm:t>
    </dgm:pt>
    <dgm:pt modelId="{86B2E74D-CB6F-4680-A870-88F1B54F7AEE}" type="pres">
      <dgm:prSet presAssocID="{2D0CDBCC-372E-4045-B072-29587DA1272E}" presName="Name0" presStyleCnt="0">
        <dgm:presLayoutVars>
          <dgm:dir/>
          <dgm:resizeHandles val="exact"/>
        </dgm:presLayoutVars>
      </dgm:prSet>
      <dgm:spPr/>
    </dgm:pt>
    <dgm:pt modelId="{4A61C73D-7A31-4796-A05B-3D70E1C4E211}" type="pres">
      <dgm:prSet presAssocID="{84694A73-262C-4872-A68C-4210E1C8EDD9}" presName="node" presStyleLbl="node1" presStyleIdx="0" presStyleCnt="4">
        <dgm:presLayoutVars>
          <dgm:bulletEnabled val="1"/>
        </dgm:presLayoutVars>
      </dgm:prSet>
      <dgm:spPr/>
    </dgm:pt>
    <dgm:pt modelId="{BFD70932-A942-4347-93A1-AB84237110F8}" type="pres">
      <dgm:prSet presAssocID="{377A2A7E-13FB-4BC8-8860-526A585C2C1D}" presName="sibTrans" presStyleLbl="sibTrans2D1" presStyleIdx="0" presStyleCnt="3"/>
      <dgm:spPr/>
    </dgm:pt>
    <dgm:pt modelId="{99834F15-6030-41EC-BDA2-0F7A170B5C61}" type="pres">
      <dgm:prSet presAssocID="{377A2A7E-13FB-4BC8-8860-526A585C2C1D}" presName="connectorText" presStyleLbl="sibTrans2D1" presStyleIdx="0" presStyleCnt="3"/>
      <dgm:spPr/>
    </dgm:pt>
    <dgm:pt modelId="{9513B99C-0963-4C7A-80D4-D24B5FEA1F23}" type="pres">
      <dgm:prSet presAssocID="{32799885-0CA0-44D8-85FC-5249DEC7D405}" presName="node" presStyleLbl="node1" presStyleIdx="1" presStyleCnt="4">
        <dgm:presLayoutVars>
          <dgm:bulletEnabled val="1"/>
        </dgm:presLayoutVars>
      </dgm:prSet>
      <dgm:spPr/>
    </dgm:pt>
    <dgm:pt modelId="{4B7A3A72-9F9A-4BFE-9F2E-598491F5AE78}" type="pres">
      <dgm:prSet presAssocID="{480A724B-C69F-4D0F-8B86-BACDAF2A4BF2}" presName="sibTrans" presStyleLbl="sibTrans2D1" presStyleIdx="1" presStyleCnt="3"/>
      <dgm:spPr/>
    </dgm:pt>
    <dgm:pt modelId="{59E8C3EC-0B8E-4664-AA08-37BB70D5E66D}" type="pres">
      <dgm:prSet presAssocID="{480A724B-C69F-4D0F-8B86-BACDAF2A4BF2}" presName="connectorText" presStyleLbl="sibTrans2D1" presStyleIdx="1" presStyleCnt="3"/>
      <dgm:spPr/>
    </dgm:pt>
    <dgm:pt modelId="{1E02696F-1D6C-4EF9-8404-1A337F3EA6E9}" type="pres">
      <dgm:prSet presAssocID="{192C5B6B-7291-46C3-B9AF-FF7031B9ACB5}" presName="node" presStyleLbl="node1" presStyleIdx="2" presStyleCnt="4">
        <dgm:presLayoutVars>
          <dgm:bulletEnabled val="1"/>
        </dgm:presLayoutVars>
      </dgm:prSet>
      <dgm:spPr/>
    </dgm:pt>
    <dgm:pt modelId="{BDEDCA1F-D91B-47C2-9B40-8F95250060D3}" type="pres">
      <dgm:prSet presAssocID="{D7A5E883-518D-4430-9E70-8D847E6F2ACB}" presName="sibTrans" presStyleLbl="sibTrans2D1" presStyleIdx="2" presStyleCnt="3"/>
      <dgm:spPr/>
    </dgm:pt>
    <dgm:pt modelId="{5507BF5E-872E-4CE8-93CF-057126D907AA}" type="pres">
      <dgm:prSet presAssocID="{D7A5E883-518D-4430-9E70-8D847E6F2ACB}" presName="connectorText" presStyleLbl="sibTrans2D1" presStyleIdx="2" presStyleCnt="3"/>
      <dgm:spPr/>
    </dgm:pt>
    <dgm:pt modelId="{431C2B1E-91A8-4B4F-9AF1-A019713C2D8C}" type="pres">
      <dgm:prSet presAssocID="{78998735-D5F1-4169-BEFB-6614EBCD636A}" presName="node" presStyleLbl="node1" presStyleIdx="3" presStyleCnt="4">
        <dgm:presLayoutVars>
          <dgm:bulletEnabled val="1"/>
        </dgm:presLayoutVars>
      </dgm:prSet>
      <dgm:spPr/>
    </dgm:pt>
  </dgm:ptLst>
  <dgm:cxnLst>
    <dgm:cxn modelId="{FE418A1F-BA4B-4CC1-9199-CE0F1715E621}" srcId="{2D0CDBCC-372E-4045-B072-29587DA1272E}" destId="{32799885-0CA0-44D8-85FC-5249DEC7D405}" srcOrd="1" destOrd="0" parTransId="{9B740082-9710-4D95-9D51-D01230D0F142}" sibTransId="{480A724B-C69F-4D0F-8B86-BACDAF2A4BF2}"/>
    <dgm:cxn modelId="{F291B725-FE02-45E3-B638-7E01BAF54AA3}" srcId="{2D0CDBCC-372E-4045-B072-29587DA1272E}" destId="{192C5B6B-7291-46C3-B9AF-FF7031B9ACB5}" srcOrd="2" destOrd="0" parTransId="{8BC62F6C-6DB5-42C2-AF45-C4B3F6FB6D1A}" sibTransId="{D7A5E883-518D-4430-9E70-8D847E6F2ACB}"/>
    <dgm:cxn modelId="{9014FC25-FE61-4184-BE2F-8A3436E631EF}" type="presOf" srcId="{377A2A7E-13FB-4BC8-8860-526A585C2C1D}" destId="{99834F15-6030-41EC-BDA2-0F7A170B5C61}" srcOrd="1" destOrd="0" presId="urn:microsoft.com/office/officeart/2005/8/layout/process1"/>
    <dgm:cxn modelId="{D6304233-0A2A-4CE9-BCB7-E36F598A8172}" type="presOf" srcId="{2D0CDBCC-372E-4045-B072-29587DA1272E}" destId="{86B2E74D-CB6F-4680-A870-88F1B54F7AEE}" srcOrd="0" destOrd="0" presId="urn:microsoft.com/office/officeart/2005/8/layout/process1"/>
    <dgm:cxn modelId="{EFC2703D-F084-4D25-83A9-44348789C2A2}" type="presOf" srcId="{480A724B-C69F-4D0F-8B86-BACDAF2A4BF2}" destId="{4B7A3A72-9F9A-4BFE-9F2E-598491F5AE78}" srcOrd="0" destOrd="0" presId="urn:microsoft.com/office/officeart/2005/8/layout/process1"/>
    <dgm:cxn modelId="{60CA3B5B-F930-4A07-88B1-A33C0A9D9FAF}" srcId="{2D0CDBCC-372E-4045-B072-29587DA1272E}" destId="{78998735-D5F1-4169-BEFB-6614EBCD636A}" srcOrd="3" destOrd="0" parTransId="{2427537D-113B-46E1-B800-A1D4AB959D38}" sibTransId="{2F393135-8A2B-4D52-BE67-1BD30C213AF6}"/>
    <dgm:cxn modelId="{C49BD241-3AE5-4595-A4AE-3001012D2BF7}" type="presOf" srcId="{32799885-0CA0-44D8-85FC-5249DEC7D405}" destId="{9513B99C-0963-4C7A-80D4-D24B5FEA1F23}" srcOrd="0" destOrd="0" presId="urn:microsoft.com/office/officeart/2005/8/layout/process1"/>
    <dgm:cxn modelId="{1FF58170-3D97-49D6-8728-039C126298B2}" type="presOf" srcId="{480A724B-C69F-4D0F-8B86-BACDAF2A4BF2}" destId="{59E8C3EC-0B8E-4664-AA08-37BB70D5E66D}" srcOrd="1" destOrd="0" presId="urn:microsoft.com/office/officeart/2005/8/layout/process1"/>
    <dgm:cxn modelId="{D9B6B252-9F85-4F97-983D-F189D8DD08BC}" type="presOf" srcId="{84694A73-262C-4872-A68C-4210E1C8EDD9}" destId="{4A61C73D-7A31-4796-A05B-3D70E1C4E211}" srcOrd="0" destOrd="0" presId="urn:microsoft.com/office/officeart/2005/8/layout/process1"/>
    <dgm:cxn modelId="{5CAADD53-7E29-4B77-8DE8-DA4A23242BED}" type="presOf" srcId="{D7A5E883-518D-4430-9E70-8D847E6F2ACB}" destId="{BDEDCA1F-D91B-47C2-9B40-8F95250060D3}" srcOrd="0" destOrd="0" presId="urn:microsoft.com/office/officeart/2005/8/layout/process1"/>
    <dgm:cxn modelId="{1EF4C380-2616-4DF6-8BC0-D94B70C114D3}" srcId="{2D0CDBCC-372E-4045-B072-29587DA1272E}" destId="{84694A73-262C-4872-A68C-4210E1C8EDD9}" srcOrd="0" destOrd="0" parTransId="{C07842E1-108B-4679-87B0-F6DCCB2CB09B}" sibTransId="{377A2A7E-13FB-4BC8-8860-526A585C2C1D}"/>
    <dgm:cxn modelId="{3A72EC80-A158-4064-9637-D675BC9C5684}" type="presOf" srcId="{377A2A7E-13FB-4BC8-8860-526A585C2C1D}" destId="{BFD70932-A942-4347-93A1-AB84237110F8}" srcOrd="0" destOrd="0" presId="urn:microsoft.com/office/officeart/2005/8/layout/process1"/>
    <dgm:cxn modelId="{6B9C689E-DF8E-4FA9-A8E6-0B04F9A5EB13}" type="presOf" srcId="{78998735-D5F1-4169-BEFB-6614EBCD636A}" destId="{431C2B1E-91A8-4B4F-9AF1-A019713C2D8C}" srcOrd="0" destOrd="0" presId="urn:microsoft.com/office/officeart/2005/8/layout/process1"/>
    <dgm:cxn modelId="{797F50C2-C093-43BE-AF17-DAE7BD0A5EDD}" type="presOf" srcId="{D7A5E883-518D-4430-9E70-8D847E6F2ACB}" destId="{5507BF5E-872E-4CE8-93CF-057126D907AA}" srcOrd="1" destOrd="0" presId="urn:microsoft.com/office/officeart/2005/8/layout/process1"/>
    <dgm:cxn modelId="{BBF302E5-D7A8-4DFB-BB21-D4F8B36F6FFA}" type="presOf" srcId="{192C5B6B-7291-46C3-B9AF-FF7031B9ACB5}" destId="{1E02696F-1D6C-4EF9-8404-1A337F3EA6E9}" srcOrd="0" destOrd="0" presId="urn:microsoft.com/office/officeart/2005/8/layout/process1"/>
    <dgm:cxn modelId="{8F890D55-3F7B-4323-86AF-10335914D076}" type="presParOf" srcId="{86B2E74D-CB6F-4680-A870-88F1B54F7AEE}" destId="{4A61C73D-7A31-4796-A05B-3D70E1C4E211}" srcOrd="0" destOrd="0" presId="urn:microsoft.com/office/officeart/2005/8/layout/process1"/>
    <dgm:cxn modelId="{69A89431-4102-4CA0-9B83-789BA7FA9AFC}" type="presParOf" srcId="{86B2E74D-CB6F-4680-A870-88F1B54F7AEE}" destId="{BFD70932-A942-4347-93A1-AB84237110F8}" srcOrd="1" destOrd="0" presId="urn:microsoft.com/office/officeart/2005/8/layout/process1"/>
    <dgm:cxn modelId="{067C81F2-A452-4D4A-8607-CC5B00D58EFC}" type="presParOf" srcId="{BFD70932-A942-4347-93A1-AB84237110F8}" destId="{99834F15-6030-41EC-BDA2-0F7A170B5C61}" srcOrd="0" destOrd="0" presId="urn:microsoft.com/office/officeart/2005/8/layout/process1"/>
    <dgm:cxn modelId="{5AF04203-8DC9-4365-BF23-8B98DCC2F2D5}" type="presParOf" srcId="{86B2E74D-CB6F-4680-A870-88F1B54F7AEE}" destId="{9513B99C-0963-4C7A-80D4-D24B5FEA1F23}" srcOrd="2" destOrd="0" presId="urn:microsoft.com/office/officeart/2005/8/layout/process1"/>
    <dgm:cxn modelId="{C6EA0F41-0A40-4756-8E5F-703BBE213D00}" type="presParOf" srcId="{86B2E74D-CB6F-4680-A870-88F1B54F7AEE}" destId="{4B7A3A72-9F9A-4BFE-9F2E-598491F5AE78}" srcOrd="3" destOrd="0" presId="urn:microsoft.com/office/officeart/2005/8/layout/process1"/>
    <dgm:cxn modelId="{4E2FAE07-01F9-48D0-8097-02103DFED6D7}" type="presParOf" srcId="{4B7A3A72-9F9A-4BFE-9F2E-598491F5AE78}" destId="{59E8C3EC-0B8E-4664-AA08-37BB70D5E66D}" srcOrd="0" destOrd="0" presId="urn:microsoft.com/office/officeart/2005/8/layout/process1"/>
    <dgm:cxn modelId="{26512087-5160-4B69-9712-8FE9778B8272}" type="presParOf" srcId="{86B2E74D-CB6F-4680-A870-88F1B54F7AEE}" destId="{1E02696F-1D6C-4EF9-8404-1A337F3EA6E9}" srcOrd="4" destOrd="0" presId="urn:microsoft.com/office/officeart/2005/8/layout/process1"/>
    <dgm:cxn modelId="{4238A952-2831-4BE4-9151-72E59B4D2F64}" type="presParOf" srcId="{86B2E74D-CB6F-4680-A870-88F1B54F7AEE}" destId="{BDEDCA1F-D91B-47C2-9B40-8F95250060D3}" srcOrd="5" destOrd="0" presId="urn:microsoft.com/office/officeart/2005/8/layout/process1"/>
    <dgm:cxn modelId="{335EB879-D6D4-4700-B56B-4F746B5F015F}" type="presParOf" srcId="{BDEDCA1F-D91B-47C2-9B40-8F95250060D3}" destId="{5507BF5E-872E-4CE8-93CF-057126D907AA}" srcOrd="0" destOrd="0" presId="urn:microsoft.com/office/officeart/2005/8/layout/process1"/>
    <dgm:cxn modelId="{E100C3DE-14C9-4019-BD66-750900E79810}" type="presParOf" srcId="{86B2E74D-CB6F-4680-A870-88F1B54F7AEE}" destId="{431C2B1E-91A8-4B4F-9AF1-A019713C2D8C}"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F485C24E-35EE-469F-A4B8-A63DD42703E2}"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D2E5C022-7E88-4340-AFE7-D7864F5024CF}">
      <dgm:prSet custT="1"/>
      <dgm:spPr>
        <a:solidFill>
          <a:srgbClr val="7030A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2400" dirty="0">
              <a:latin typeface="Aptos" panose="020B0004020202020204" pitchFamily="34" charset="0"/>
            </a:rPr>
            <a:t>agreeing on how prompts are written</a:t>
          </a:r>
          <a:endParaRPr lang="en-IN" sz="2400" dirty="0">
            <a:latin typeface="Aptos" panose="020B0004020202020204" pitchFamily="34" charset="0"/>
          </a:endParaRPr>
        </a:p>
      </dgm:t>
    </dgm:pt>
    <dgm:pt modelId="{B5A85470-B8C2-47F6-8A62-791E1DE81450}" type="parTrans" cxnId="{AD23CA24-7C4A-4764-9FB0-6234530BDA0C}">
      <dgm:prSet/>
      <dgm:spPr/>
      <dgm:t>
        <a:bodyPr/>
        <a:lstStyle/>
        <a:p>
          <a:endParaRPr lang="en-IN" sz="2000"/>
        </a:p>
      </dgm:t>
    </dgm:pt>
    <dgm:pt modelId="{69B12EDF-AE64-40AC-9CFE-5BE1851BB513}" type="sibTrans" cxnId="{AD23CA24-7C4A-4764-9FB0-6234530BDA0C}">
      <dgm:prSet/>
      <dgm:spPr/>
      <dgm:t>
        <a:bodyPr/>
        <a:lstStyle/>
        <a:p>
          <a:endParaRPr lang="en-IN" sz="2000"/>
        </a:p>
      </dgm:t>
    </dgm:pt>
    <dgm:pt modelId="{F7E3987E-77BB-454D-B81E-78ACFAB2C22A}">
      <dgm:prSet custT="1"/>
      <dgm:spPr>
        <a:solidFill>
          <a:srgbClr val="00B05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2400" dirty="0">
              <a:latin typeface="Aptos" panose="020B0004020202020204" pitchFamily="34" charset="0"/>
            </a:rPr>
            <a:t>reusing prompts that already work</a:t>
          </a:r>
          <a:endParaRPr lang="en-IN" sz="2400" dirty="0">
            <a:latin typeface="Aptos" panose="020B0004020202020204" pitchFamily="34" charset="0"/>
          </a:endParaRPr>
        </a:p>
      </dgm:t>
    </dgm:pt>
    <dgm:pt modelId="{06E5B658-D233-44B0-B3A2-A36154C47927}" type="parTrans" cxnId="{CE2054FC-5951-48A9-8393-BD9D770B9CD4}">
      <dgm:prSet/>
      <dgm:spPr/>
      <dgm:t>
        <a:bodyPr/>
        <a:lstStyle/>
        <a:p>
          <a:endParaRPr lang="en-IN" sz="2000"/>
        </a:p>
      </dgm:t>
    </dgm:pt>
    <dgm:pt modelId="{8A1157FE-C641-4945-8687-33370BEFA133}" type="sibTrans" cxnId="{CE2054FC-5951-48A9-8393-BD9D770B9CD4}">
      <dgm:prSet/>
      <dgm:spPr/>
      <dgm:t>
        <a:bodyPr/>
        <a:lstStyle/>
        <a:p>
          <a:endParaRPr lang="en-IN" sz="2000"/>
        </a:p>
      </dgm:t>
    </dgm:pt>
    <dgm:pt modelId="{6FE63095-BC65-44CF-843A-5D8A4A663A55}">
      <dgm:prSet custT="1"/>
      <dgm:spPr>
        <a:solidFill>
          <a:schemeClr val="accent1">
            <a:lumMod val="60000"/>
            <a:lumOff val="4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2400" dirty="0">
              <a:latin typeface="Aptos" panose="020B0004020202020204" pitchFamily="34" charset="0"/>
            </a:rPr>
            <a:t>keeping AI behavior predictable</a:t>
          </a:r>
          <a:endParaRPr lang="en-IN" sz="2400" dirty="0">
            <a:latin typeface="Aptos" panose="020B0004020202020204" pitchFamily="34" charset="0"/>
          </a:endParaRPr>
        </a:p>
      </dgm:t>
    </dgm:pt>
    <dgm:pt modelId="{1BCB93AB-86A7-4E12-AC41-CBE427A6342A}" type="parTrans" cxnId="{FE671F7A-5A31-43D2-AD7C-8259C979B838}">
      <dgm:prSet/>
      <dgm:spPr/>
      <dgm:t>
        <a:bodyPr/>
        <a:lstStyle/>
        <a:p>
          <a:endParaRPr lang="en-IN" sz="2000"/>
        </a:p>
      </dgm:t>
    </dgm:pt>
    <dgm:pt modelId="{322772F5-D232-4C68-93AC-19BA62F8C205}" type="sibTrans" cxnId="{FE671F7A-5A31-43D2-AD7C-8259C979B838}">
      <dgm:prSet/>
      <dgm:spPr/>
      <dgm:t>
        <a:bodyPr/>
        <a:lstStyle/>
        <a:p>
          <a:endParaRPr lang="en-IN" sz="2000"/>
        </a:p>
      </dgm:t>
    </dgm:pt>
    <dgm:pt modelId="{AC19FF4B-01C7-45BA-9024-D9114FA3E931}" type="pres">
      <dgm:prSet presAssocID="{F485C24E-35EE-469F-A4B8-A63DD42703E2}" presName="diagram" presStyleCnt="0">
        <dgm:presLayoutVars>
          <dgm:dir/>
          <dgm:resizeHandles val="exact"/>
        </dgm:presLayoutVars>
      </dgm:prSet>
      <dgm:spPr/>
    </dgm:pt>
    <dgm:pt modelId="{65BC249C-19CE-418B-98AD-77E4B9734356}" type="pres">
      <dgm:prSet presAssocID="{D2E5C022-7E88-4340-AFE7-D7864F5024CF}" presName="node" presStyleLbl="node1" presStyleIdx="0" presStyleCnt="3">
        <dgm:presLayoutVars>
          <dgm:bulletEnabled val="1"/>
        </dgm:presLayoutVars>
      </dgm:prSet>
      <dgm:spPr/>
    </dgm:pt>
    <dgm:pt modelId="{8F7884CF-1744-40EF-88D5-061A8156805B}" type="pres">
      <dgm:prSet presAssocID="{69B12EDF-AE64-40AC-9CFE-5BE1851BB513}" presName="sibTrans" presStyleCnt="0"/>
      <dgm:spPr/>
    </dgm:pt>
    <dgm:pt modelId="{79CDE65A-9516-4695-BE80-442E781F0797}" type="pres">
      <dgm:prSet presAssocID="{F7E3987E-77BB-454D-B81E-78ACFAB2C22A}" presName="node" presStyleLbl="node1" presStyleIdx="1" presStyleCnt="3">
        <dgm:presLayoutVars>
          <dgm:bulletEnabled val="1"/>
        </dgm:presLayoutVars>
      </dgm:prSet>
      <dgm:spPr/>
    </dgm:pt>
    <dgm:pt modelId="{12900988-25F9-4571-9C26-43F876609EF5}" type="pres">
      <dgm:prSet presAssocID="{8A1157FE-C641-4945-8687-33370BEFA133}" presName="sibTrans" presStyleCnt="0"/>
      <dgm:spPr/>
    </dgm:pt>
    <dgm:pt modelId="{8BA7C899-0344-43AA-BE40-FCEC56B45185}" type="pres">
      <dgm:prSet presAssocID="{6FE63095-BC65-44CF-843A-5D8A4A663A55}" presName="node" presStyleLbl="node1" presStyleIdx="2" presStyleCnt="3">
        <dgm:presLayoutVars>
          <dgm:bulletEnabled val="1"/>
        </dgm:presLayoutVars>
      </dgm:prSet>
      <dgm:spPr/>
    </dgm:pt>
  </dgm:ptLst>
  <dgm:cxnLst>
    <dgm:cxn modelId="{F6094716-9784-48B5-A5AA-932B38341BED}" type="presOf" srcId="{F485C24E-35EE-469F-A4B8-A63DD42703E2}" destId="{AC19FF4B-01C7-45BA-9024-D9114FA3E931}" srcOrd="0" destOrd="0" presId="urn:microsoft.com/office/officeart/2005/8/layout/default"/>
    <dgm:cxn modelId="{AD23CA24-7C4A-4764-9FB0-6234530BDA0C}" srcId="{F485C24E-35EE-469F-A4B8-A63DD42703E2}" destId="{D2E5C022-7E88-4340-AFE7-D7864F5024CF}" srcOrd="0" destOrd="0" parTransId="{B5A85470-B8C2-47F6-8A62-791E1DE81450}" sibTransId="{69B12EDF-AE64-40AC-9CFE-5BE1851BB513}"/>
    <dgm:cxn modelId="{1ACF202F-F081-4A00-846D-991D57F632FB}" type="presOf" srcId="{D2E5C022-7E88-4340-AFE7-D7864F5024CF}" destId="{65BC249C-19CE-418B-98AD-77E4B9734356}" srcOrd="0" destOrd="0" presId="urn:microsoft.com/office/officeart/2005/8/layout/default"/>
    <dgm:cxn modelId="{658AA83A-851A-4F43-AE2E-E0804E8B42C8}" type="presOf" srcId="{6FE63095-BC65-44CF-843A-5D8A4A663A55}" destId="{8BA7C899-0344-43AA-BE40-FCEC56B45185}" srcOrd="0" destOrd="0" presId="urn:microsoft.com/office/officeart/2005/8/layout/default"/>
    <dgm:cxn modelId="{FE671F7A-5A31-43D2-AD7C-8259C979B838}" srcId="{F485C24E-35EE-469F-A4B8-A63DD42703E2}" destId="{6FE63095-BC65-44CF-843A-5D8A4A663A55}" srcOrd="2" destOrd="0" parTransId="{1BCB93AB-86A7-4E12-AC41-CBE427A6342A}" sibTransId="{322772F5-D232-4C68-93AC-19BA62F8C205}"/>
    <dgm:cxn modelId="{8CC470DB-A6F1-45B2-AE30-9ABDD76F3C54}" type="presOf" srcId="{F7E3987E-77BB-454D-B81E-78ACFAB2C22A}" destId="{79CDE65A-9516-4695-BE80-442E781F0797}" srcOrd="0" destOrd="0" presId="urn:microsoft.com/office/officeart/2005/8/layout/default"/>
    <dgm:cxn modelId="{CE2054FC-5951-48A9-8393-BD9D770B9CD4}" srcId="{F485C24E-35EE-469F-A4B8-A63DD42703E2}" destId="{F7E3987E-77BB-454D-B81E-78ACFAB2C22A}" srcOrd="1" destOrd="0" parTransId="{06E5B658-D233-44B0-B3A2-A36154C47927}" sibTransId="{8A1157FE-C641-4945-8687-33370BEFA133}"/>
    <dgm:cxn modelId="{8EA4F8C3-14F2-4C3A-B4EE-B48AC038BF8C}" type="presParOf" srcId="{AC19FF4B-01C7-45BA-9024-D9114FA3E931}" destId="{65BC249C-19CE-418B-98AD-77E4B9734356}" srcOrd="0" destOrd="0" presId="urn:microsoft.com/office/officeart/2005/8/layout/default"/>
    <dgm:cxn modelId="{A64AE0D1-14E2-471B-8AD9-2B91A9722AE5}" type="presParOf" srcId="{AC19FF4B-01C7-45BA-9024-D9114FA3E931}" destId="{8F7884CF-1744-40EF-88D5-061A8156805B}" srcOrd="1" destOrd="0" presId="urn:microsoft.com/office/officeart/2005/8/layout/default"/>
    <dgm:cxn modelId="{5145A641-CBFC-4D10-B0B4-F1371E80A15B}" type="presParOf" srcId="{AC19FF4B-01C7-45BA-9024-D9114FA3E931}" destId="{79CDE65A-9516-4695-BE80-442E781F0797}" srcOrd="2" destOrd="0" presId="urn:microsoft.com/office/officeart/2005/8/layout/default"/>
    <dgm:cxn modelId="{D2D5802F-2F86-41C4-B74B-51AC65E6E107}" type="presParOf" srcId="{AC19FF4B-01C7-45BA-9024-D9114FA3E931}" destId="{12900988-25F9-4571-9C26-43F876609EF5}" srcOrd="3" destOrd="0" presId="urn:microsoft.com/office/officeart/2005/8/layout/default"/>
    <dgm:cxn modelId="{CC132132-9E4E-452D-9D65-EB8E531A7C11}" type="presParOf" srcId="{AC19FF4B-01C7-45BA-9024-D9114FA3E931}" destId="{8BA7C899-0344-43AA-BE40-FCEC56B45185}"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321881-FA80-4351-A698-DEA1C1943D3D}">
      <dsp:nvSpPr>
        <dsp:cNvPr id="0" name=""/>
        <dsp:cNvSpPr/>
      </dsp:nvSpPr>
      <dsp:spPr>
        <a:xfrm>
          <a:off x="0" y="7045"/>
          <a:ext cx="4116208" cy="400139"/>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0" kern="1200" baseline="0" dirty="0"/>
            <a:t>Tone matters </a:t>
          </a:r>
          <a:endParaRPr lang="en-IN" sz="1800" kern="1200" dirty="0"/>
        </a:p>
      </dsp:txBody>
      <dsp:txXfrm>
        <a:off x="0" y="7045"/>
        <a:ext cx="4116208" cy="400139"/>
      </dsp:txXfrm>
    </dsp:sp>
    <dsp:sp modelId="{05119927-9207-4A4C-B05D-0AD24B08B29C}">
      <dsp:nvSpPr>
        <dsp:cNvPr id="0" name=""/>
        <dsp:cNvSpPr/>
      </dsp:nvSpPr>
      <dsp:spPr>
        <a:xfrm>
          <a:off x="0" y="459025"/>
          <a:ext cx="4116208" cy="400139"/>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0" kern="1200" baseline="0"/>
            <a:t>Format matters</a:t>
          </a:r>
          <a:endParaRPr lang="en-IN" sz="1800" kern="1200"/>
        </a:p>
      </dsp:txBody>
      <dsp:txXfrm>
        <a:off x="0" y="459025"/>
        <a:ext cx="4116208" cy="400139"/>
      </dsp:txXfrm>
    </dsp:sp>
    <dsp:sp modelId="{CC7347C5-96B9-44B5-B183-E8BBD7692F20}">
      <dsp:nvSpPr>
        <dsp:cNvPr id="0" name=""/>
        <dsp:cNvSpPr/>
      </dsp:nvSpPr>
      <dsp:spPr>
        <a:xfrm>
          <a:off x="0" y="911005"/>
          <a:ext cx="4116208" cy="400139"/>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0" kern="1200" baseline="0" dirty="0"/>
            <a:t>Consistency matters</a:t>
          </a:r>
          <a:endParaRPr lang="en-IN" sz="1800" kern="1200" dirty="0"/>
        </a:p>
      </dsp:txBody>
      <dsp:txXfrm>
        <a:off x="0" y="911005"/>
        <a:ext cx="4116208" cy="40013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A2D0DA-D607-4CA5-BE7A-2B87AA0B6DE8}">
      <dsp:nvSpPr>
        <dsp:cNvPr id="0" name=""/>
        <dsp:cNvSpPr/>
      </dsp:nvSpPr>
      <dsp:spPr>
        <a:xfrm>
          <a:off x="667561" y="0"/>
          <a:ext cx="7565698" cy="219080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81151F-C507-4DA3-93D0-C6056FCFBBFC}">
      <dsp:nvSpPr>
        <dsp:cNvPr id="0" name=""/>
        <dsp:cNvSpPr/>
      </dsp:nvSpPr>
      <dsp:spPr>
        <a:xfrm>
          <a:off x="3911" y="657242"/>
          <a:ext cx="1710192" cy="87632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AI often jumps straight to an answer</a:t>
          </a:r>
          <a:endParaRPr lang="en-IN" sz="1500" kern="1200" dirty="0"/>
        </a:p>
      </dsp:txBody>
      <dsp:txXfrm>
        <a:off x="46690" y="700021"/>
        <a:ext cx="1624634" cy="790765"/>
      </dsp:txXfrm>
    </dsp:sp>
    <dsp:sp modelId="{FA0A6814-FAE7-42B5-A46F-B18CA34A2EEB}">
      <dsp:nvSpPr>
        <dsp:cNvPr id="0" name=""/>
        <dsp:cNvSpPr/>
      </dsp:nvSpPr>
      <dsp:spPr>
        <a:xfrm>
          <a:off x="1799613" y="657242"/>
          <a:ext cx="1710192" cy="87632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Chain-of-thought guides AI to think through a problem</a:t>
          </a:r>
          <a:endParaRPr lang="en-IN" sz="1500" kern="1200" dirty="0"/>
        </a:p>
      </dsp:txBody>
      <dsp:txXfrm>
        <a:off x="1842392" y="700021"/>
        <a:ext cx="1624634" cy="790765"/>
      </dsp:txXfrm>
    </dsp:sp>
    <dsp:sp modelId="{6813C577-1621-4A11-AB12-5C4C6263E268}">
      <dsp:nvSpPr>
        <dsp:cNvPr id="0" name=""/>
        <dsp:cNvSpPr/>
      </dsp:nvSpPr>
      <dsp:spPr>
        <a:xfrm>
          <a:off x="3595314" y="657242"/>
          <a:ext cx="1710192" cy="87632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dirty="0"/>
            <a:t>Reasoning steps are connected one after another</a:t>
          </a:r>
        </a:p>
      </dsp:txBody>
      <dsp:txXfrm>
        <a:off x="3638093" y="700021"/>
        <a:ext cx="1624634" cy="790765"/>
      </dsp:txXfrm>
    </dsp:sp>
    <dsp:sp modelId="{CF98CF53-C70E-48F8-A233-8E3070312F89}">
      <dsp:nvSpPr>
        <dsp:cNvPr id="0" name=""/>
        <dsp:cNvSpPr/>
      </dsp:nvSpPr>
      <dsp:spPr>
        <a:xfrm>
          <a:off x="5391016" y="657242"/>
          <a:ext cx="1710192" cy="87632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Each step leads naturally to the next</a:t>
          </a:r>
          <a:endParaRPr lang="en-IN" sz="1500" kern="1200"/>
        </a:p>
      </dsp:txBody>
      <dsp:txXfrm>
        <a:off x="5433795" y="700021"/>
        <a:ext cx="1624634" cy="790765"/>
      </dsp:txXfrm>
    </dsp:sp>
    <dsp:sp modelId="{15D92461-CC1D-4B18-BF86-CFB662F34ED1}">
      <dsp:nvSpPr>
        <dsp:cNvPr id="0" name=""/>
        <dsp:cNvSpPr/>
      </dsp:nvSpPr>
      <dsp:spPr>
        <a:xfrm>
          <a:off x="7186718" y="657242"/>
          <a:ext cx="1710192" cy="87632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This makes the final answer logically sound.</a:t>
          </a:r>
          <a:endParaRPr lang="en-IN" sz="1500" kern="1200" dirty="0"/>
        </a:p>
      </dsp:txBody>
      <dsp:txXfrm>
        <a:off x="7229497" y="700021"/>
        <a:ext cx="1624634" cy="79076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A6C9BC-74F6-44D5-9B26-679099F13EE5}">
      <dsp:nvSpPr>
        <dsp:cNvPr id="0" name=""/>
        <dsp:cNvSpPr/>
      </dsp:nvSpPr>
      <dsp:spPr>
        <a:xfrm>
          <a:off x="1820391" y="0"/>
          <a:ext cx="2738585" cy="2738585"/>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0C3FB8-8D00-4610-9370-3C176FD1FB8A}">
      <dsp:nvSpPr>
        <dsp:cNvPr id="0" name=""/>
        <dsp:cNvSpPr/>
      </dsp:nvSpPr>
      <dsp:spPr>
        <a:xfrm>
          <a:off x="2080557" y="260165"/>
          <a:ext cx="1068048" cy="106804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Problems involve multiple conditions</a:t>
          </a:r>
          <a:endParaRPr lang="en-IN" sz="1100" kern="1200" dirty="0"/>
        </a:p>
      </dsp:txBody>
      <dsp:txXfrm>
        <a:off x="2132695" y="312303"/>
        <a:ext cx="963772" cy="963772"/>
      </dsp:txXfrm>
    </dsp:sp>
    <dsp:sp modelId="{D50C654E-8D15-4A8A-BD04-A84B276B5EA4}">
      <dsp:nvSpPr>
        <dsp:cNvPr id="0" name=""/>
        <dsp:cNvSpPr/>
      </dsp:nvSpPr>
      <dsp:spPr>
        <a:xfrm>
          <a:off x="3230762" y="260165"/>
          <a:ext cx="1068048" cy="106804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Decisions and comparisons are complex</a:t>
          </a:r>
          <a:endParaRPr lang="en-IN" sz="1100" kern="1200"/>
        </a:p>
      </dsp:txBody>
      <dsp:txXfrm>
        <a:off x="3282900" y="312303"/>
        <a:ext cx="963772" cy="963772"/>
      </dsp:txXfrm>
    </dsp:sp>
    <dsp:sp modelId="{07D66A17-0577-4F9E-B1EE-9A47A93456B7}">
      <dsp:nvSpPr>
        <dsp:cNvPr id="0" name=""/>
        <dsp:cNvSpPr/>
      </dsp:nvSpPr>
      <dsp:spPr>
        <a:xfrm>
          <a:off x="2080557" y="1410371"/>
          <a:ext cx="1068048" cy="106804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Logic matters more than speed</a:t>
          </a:r>
          <a:endParaRPr lang="en-IN" sz="1100" kern="1200" dirty="0"/>
        </a:p>
      </dsp:txBody>
      <dsp:txXfrm>
        <a:off x="2132695" y="1462509"/>
        <a:ext cx="963772" cy="963772"/>
      </dsp:txXfrm>
    </dsp:sp>
    <dsp:sp modelId="{38AD81D8-1D74-4D15-875C-E1D5461177B5}">
      <dsp:nvSpPr>
        <dsp:cNvPr id="0" name=""/>
        <dsp:cNvSpPr/>
      </dsp:nvSpPr>
      <dsp:spPr>
        <a:xfrm>
          <a:off x="3230762" y="1410371"/>
          <a:ext cx="1068048" cy="106804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Skipping reasoning introduces hidden assumptions.</a:t>
          </a:r>
          <a:endParaRPr lang="en-IN" sz="1100" kern="1200" dirty="0"/>
        </a:p>
      </dsp:txBody>
      <dsp:txXfrm>
        <a:off x="3282900" y="1462509"/>
        <a:ext cx="963772" cy="96377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DB8848-D450-4E39-B7BD-30517E26EA05}">
      <dsp:nvSpPr>
        <dsp:cNvPr id="0" name=""/>
        <dsp:cNvSpPr/>
      </dsp:nvSpPr>
      <dsp:spPr>
        <a:xfrm>
          <a:off x="0" y="343625"/>
          <a:ext cx="9801945" cy="504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B7E204F-9E25-436E-8245-07E40FBAD661}">
      <dsp:nvSpPr>
        <dsp:cNvPr id="0" name=""/>
        <dsp:cNvSpPr/>
      </dsp:nvSpPr>
      <dsp:spPr>
        <a:xfrm>
          <a:off x="490097" y="48425"/>
          <a:ext cx="6861361" cy="590400"/>
        </a:xfrm>
        <a:prstGeom prst="roundRect">
          <a:avLst/>
        </a:prstGeom>
        <a:solidFill>
          <a:srgbClr val="38BDF8"/>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43" tIns="0" rIns="259343" bIns="0"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mn-lt"/>
            </a:rPr>
            <a:t>Understanding code</a:t>
          </a:r>
          <a:br>
            <a:rPr lang="en-US" sz="1600" kern="1200" dirty="0">
              <a:latin typeface="+mn-lt"/>
            </a:rPr>
          </a:br>
          <a:r>
            <a:rPr lang="en-US" sz="1600" kern="1200" dirty="0">
              <a:latin typeface="+mn-lt"/>
            </a:rPr>
            <a:t>“Explain what this code does in simple words.”</a:t>
          </a:r>
          <a:endParaRPr lang="en-IN" sz="1600" kern="1200" dirty="0">
            <a:latin typeface="+mn-lt"/>
          </a:endParaRPr>
        </a:p>
      </dsp:txBody>
      <dsp:txXfrm>
        <a:off x="518918" y="77246"/>
        <a:ext cx="6803719" cy="532758"/>
      </dsp:txXfrm>
    </dsp:sp>
    <dsp:sp modelId="{AC75C90C-0908-422D-993D-4CEBD23CAA8D}">
      <dsp:nvSpPr>
        <dsp:cNvPr id="0" name=""/>
        <dsp:cNvSpPr/>
      </dsp:nvSpPr>
      <dsp:spPr>
        <a:xfrm>
          <a:off x="0" y="1250825"/>
          <a:ext cx="9801945" cy="504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E6C3724-5211-4FD7-B79B-67DBB590DA10}">
      <dsp:nvSpPr>
        <dsp:cNvPr id="0" name=""/>
        <dsp:cNvSpPr/>
      </dsp:nvSpPr>
      <dsp:spPr>
        <a:xfrm>
          <a:off x="490097" y="955625"/>
          <a:ext cx="6861361" cy="590400"/>
        </a:xfrm>
        <a:prstGeom prst="roundRect">
          <a:avLst/>
        </a:prstGeom>
        <a:solidFill>
          <a:srgbClr val="38BDF8"/>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43" tIns="0" rIns="259343" bIns="0"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mj-lt"/>
            </a:rPr>
            <a:t>Debugging</a:t>
          </a:r>
          <a:br>
            <a:rPr lang="en-US" sz="1600" kern="1200" dirty="0"/>
          </a:br>
          <a:r>
            <a:rPr lang="en-US" sz="1600" kern="1200" dirty="0"/>
            <a:t>“This code gives an error. Explain why and how to fix it.”</a:t>
          </a:r>
          <a:endParaRPr lang="en-IN" sz="1600" kern="1200" dirty="0"/>
        </a:p>
      </dsp:txBody>
      <dsp:txXfrm>
        <a:off x="518918" y="984446"/>
        <a:ext cx="6803719" cy="532758"/>
      </dsp:txXfrm>
    </dsp:sp>
    <dsp:sp modelId="{46CAF00E-7610-4DBC-8103-B33FEB1DF65C}">
      <dsp:nvSpPr>
        <dsp:cNvPr id="0" name=""/>
        <dsp:cNvSpPr/>
      </dsp:nvSpPr>
      <dsp:spPr>
        <a:xfrm>
          <a:off x="0" y="2158026"/>
          <a:ext cx="9801945" cy="504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80A2C6F-4187-4042-88E4-F2014F49DCA6}">
      <dsp:nvSpPr>
        <dsp:cNvPr id="0" name=""/>
        <dsp:cNvSpPr/>
      </dsp:nvSpPr>
      <dsp:spPr>
        <a:xfrm>
          <a:off x="490097" y="1862826"/>
          <a:ext cx="6861361" cy="590400"/>
        </a:xfrm>
        <a:prstGeom prst="roundRect">
          <a:avLst/>
        </a:prstGeom>
        <a:solidFill>
          <a:srgbClr val="38BDF8"/>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43" tIns="0" rIns="259343" bIns="0"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mj-lt"/>
            </a:rPr>
            <a:t>Learning concepts</a:t>
          </a:r>
          <a:br>
            <a:rPr lang="en-US" sz="1600" kern="1200" dirty="0"/>
          </a:br>
          <a:r>
            <a:rPr lang="en-US" sz="1600" kern="1200" dirty="0"/>
            <a:t>“Explain this programming idea like I’m a beginner.”</a:t>
          </a:r>
          <a:endParaRPr lang="en-IN" sz="1600" kern="1200" dirty="0"/>
        </a:p>
      </dsp:txBody>
      <dsp:txXfrm>
        <a:off x="518918" y="1891647"/>
        <a:ext cx="6803719" cy="532758"/>
      </dsp:txXfrm>
    </dsp:sp>
    <dsp:sp modelId="{36F67A29-8F07-46A9-8655-8EB8B8DD6577}">
      <dsp:nvSpPr>
        <dsp:cNvPr id="0" name=""/>
        <dsp:cNvSpPr/>
      </dsp:nvSpPr>
      <dsp:spPr>
        <a:xfrm>
          <a:off x="0" y="3065226"/>
          <a:ext cx="9801945" cy="504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6CA7943-4F9D-4102-9E52-56B69C2AFCE3}">
      <dsp:nvSpPr>
        <dsp:cNvPr id="0" name=""/>
        <dsp:cNvSpPr/>
      </dsp:nvSpPr>
      <dsp:spPr>
        <a:xfrm>
          <a:off x="490097" y="2770026"/>
          <a:ext cx="6861361" cy="590400"/>
        </a:xfrm>
        <a:prstGeom prst="roundRect">
          <a:avLst/>
        </a:prstGeom>
        <a:solidFill>
          <a:srgbClr val="38BDF8"/>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43" tIns="0" rIns="259343" bIns="0"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mj-lt"/>
            </a:rPr>
            <a:t>Generating examples</a:t>
          </a:r>
          <a:br>
            <a:rPr lang="en-US" sz="1600" kern="1200" dirty="0"/>
          </a:br>
          <a:r>
            <a:rPr lang="en-US" sz="1600" kern="1200" dirty="0"/>
            <a:t>“Give a simple example of this logic.”</a:t>
          </a:r>
          <a:endParaRPr lang="en-IN" sz="1600" kern="1200" dirty="0"/>
        </a:p>
      </dsp:txBody>
      <dsp:txXfrm>
        <a:off x="518918" y="2798847"/>
        <a:ext cx="6803719" cy="532758"/>
      </dsp:txXfrm>
    </dsp:sp>
    <dsp:sp modelId="{35DF5B22-867F-462B-B565-122D2E4254C3}">
      <dsp:nvSpPr>
        <dsp:cNvPr id="0" name=""/>
        <dsp:cNvSpPr/>
      </dsp:nvSpPr>
      <dsp:spPr>
        <a:xfrm>
          <a:off x="0" y="3972426"/>
          <a:ext cx="9801945" cy="504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2C5F4BC-B930-41D4-95CD-A150542F6A5C}">
      <dsp:nvSpPr>
        <dsp:cNvPr id="0" name=""/>
        <dsp:cNvSpPr/>
      </dsp:nvSpPr>
      <dsp:spPr>
        <a:xfrm>
          <a:off x="490097" y="3677226"/>
          <a:ext cx="6861361" cy="590400"/>
        </a:xfrm>
        <a:prstGeom prst="roundRect">
          <a:avLst/>
        </a:prstGeom>
        <a:solidFill>
          <a:srgbClr val="38BDF8"/>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43" tIns="0" rIns="259343" bIns="0"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mj-lt"/>
            </a:rPr>
            <a:t>Improving code</a:t>
          </a:r>
          <a:br>
            <a:rPr lang="en-US" sz="1600" kern="1200" dirty="0"/>
          </a:br>
          <a:r>
            <a:rPr lang="en-US" sz="1600" kern="1200" dirty="0"/>
            <a:t>“Make this code cleaner and easier to read.”</a:t>
          </a:r>
          <a:endParaRPr lang="en-IN" sz="1600" kern="1200" dirty="0"/>
        </a:p>
      </dsp:txBody>
      <dsp:txXfrm>
        <a:off x="518918" y="3706047"/>
        <a:ext cx="6803719" cy="53275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6F267C-4B3D-44BA-9C52-77A512A1B6A2}">
      <dsp:nvSpPr>
        <dsp:cNvPr id="0" name=""/>
        <dsp:cNvSpPr/>
      </dsp:nvSpPr>
      <dsp:spPr>
        <a:xfrm>
          <a:off x="0" y="309739"/>
          <a:ext cx="10515600" cy="4788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B1D7C82-6918-488B-B12F-B951E629910A}">
      <dsp:nvSpPr>
        <dsp:cNvPr id="0" name=""/>
        <dsp:cNvSpPr/>
      </dsp:nvSpPr>
      <dsp:spPr>
        <a:xfrm>
          <a:off x="525780" y="29299"/>
          <a:ext cx="7360920" cy="560880"/>
        </a:xfrm>
        <a:prstGeom prst="roundRect">
          <a:avLst/>
        </a:prstGeom>
        <a:solidFill>
          <a:srgbClr val="38BDF8"/>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711200">
            <a:lnSpc>
              <a:spcPct val="90000"/>
            </a:lnSpc>
            <a:spcBef>
              <a:spcPct val="0"/>
            </a:spcBef>
            <a:spcAft>
              <a:spcPct val="35000"/>
            </a:spcAft>
            <a:buNone/>
          </a:pPr>
          <a:r>
            <a:rPr lang="en-IN" sz="1600" b="1" kern="1200" dirty="0"/>
            <a:t>Simplifying topics</a:t>
          </a:r>
        </a:p>
        <a:p>
          <a:pPr marL="0" lvl="0" indent="0" algn="l" defTabSz="711200">
            <a:lnSpc>
              <a:spcPct val="90000"/>
            </a:lnSpc>
            <a:spcBef>
              <a:spcPct val="0"/>
            </a:spcBef>
            <a:spcAft>
              <a:spcPct val="35000"/>
            </a:spcAft>
            <a:buNone/>
          </a:pPr>
          <a:r>
            <a:rPr lang="en-IN" sz="1600" kern="1200" dirty="0"/>
            <a:t>“Explain this in simple words.”</a:t>
          </a:r>
          <a:endParaRPr lang="en-IN" sz="1800" kern="1200" dirty="0"/>
        </a:p>
      </dsp:txBody>
      <dsp:txXfrm>
        <a:off x="553160" y="56679"/>
        <a:ext cx="7306160" cy="506120"/>
      </dsp:txXfrm>
    </dsp:sp>
    <dsp:sp modelId="{80483D3B-13A9-4F3B-A2A2-72993EB9534E}">
      <dsp:nvSpPr>
        <dsp:cNvPr id="0" name=""/>
        <dsp:cNvSpPr/>
      </dsp:nvSpPr>
      <dsp:spPr>
        <a:xfrm>
          <a:off x="0" y="1171579"/>
          <a:ext cx="10515600" cy="4788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8B06E2E-EB1E-4666-8E68-AE833CC65333}">
      <dsp:nvSpPr>
        <dsp:cNvPr id="0" name=""/>
        <dsp:cNvSpPr/>
      </dsp:nvSpPr>
      <dsp:spPr>
        <a:xfrm>
          <a:off x="525780" y="891139"/>
          <a:ext cx="7360920" cy="560880"/>
        </a:xfrm>
        <a:prstGeom prst="roundRect">
          <a:avLst/>
        </a:prstGeom>
        <a:solidFill>
          <a:srgbClr val="38BDF8"/>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711200">
            <a:lnSpc>
              <a:spcPct val="90000"/>
            </a:lnSpc>
            <a:spcBef>
              <a:spcPct val="0"/>
            </a:spcBef>
            <a:spcAft>
              <a:spcPct val="35000"/>
            </a:spcAft>
            <a:buNone/>
          </a:pPr>
          <a:r>
            <a:rPr lang="en-IN" sz="1600" b="1" kern="1200" dirty="0"/>
            <a:t>Step-by-step learning</a:t>
          </a:r>
        </a:p>
        <a:p>
          <a:pPr marL="0" lvl="0" indent="0" algn="l" defTabSz="711200">
            <a:lnSpc>
              <a:spcPct val="90000"/>
            </a:lnSpc>
            <a:spcBef>
              <a:spcPct val="0"/>
            </a:spcBef>
            <a:spcAft>
              <a:spcPct val="35000"/>
            </a:spcAft>
            <a:buNone/>
          </a:pPr>
          <a:r>
            <a:rPr lang="en-IN" sz="1600" kern="1200" dirty="0"/>
            <a:t>“Teach this step by step.”</a:t>
          </a:r>
        </a:p>
      </dsp:txBody>
      <dsp:txXfrm>
        <a:off x="553160" y="918519"/>
        <a:ext cx="7306160" cy="506120"/>
      </dsp:txXfrm>
    </dsp:sp>
    <dsp:sp modelId="{EE05A111-69B7-485C-945A-EDEE965D5191}">
      <dsp:nvSpPr>
        <dsp:cNvPr id="0" name=""/>
        <dsp:cNvSpPr/>
      </dsp:nvSpPr>
      <dsp:spPr>
        <a:xfrm>
          <a:off x="0" y="2033419"/>
          <a:ext cx="10515600" cy="4788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A275245-6117-4E28-A9E7-822BCDBBD821}">
      <dsp:nvSpPr>
        <dsp:cNvPr id="0" name=""/>
        <dsp:cNvSpPr/>
      </dsp:nvSpPr>
      <dsp:spPr>
        <a:xfrm>
          <a:off x="525780" y="1752979"/>
          <a:ext cx="7360920" cy="560880"/>
        </a:xfrm>
        <a:prstGeom prst="roundRect">
          <a:avLst/>
        </a:prstGeom>
        <a:solidFill>
          <a:srgbClr val="38BDF8"/>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711200">
            <a:lnSpc>
              <a:spcPct val="90000"/>
            </a:lnSpc>
            <a:spcBef>
              <a:spcPct val="0"/>
            </a:spcBef>
            <a:spcAft>
              <a:spcPct val="35000"/>
            </a:spcAft>
            <a:buNone/>
          </a:pPr>
          <a:r>
            <a:rPr lang="en-IN" sz="1600" b="1" kern="1200" dirty="0"/>
            <a:t>Examples </a:t>
          </a:r>
          <a:r>
            <a:rPr lang="en-IN" sz="1800" b="1" kern="1200" dirty="0"/>
            <a:t> </a:t>
          </a:r>
        </a:p>
        <a:p>
          <a:pPr marL="0" lvl="0" indent="0" algn="l" defTabSz="711200">
            <a:lnSpc>
              <a:spcPct val="90000"/>
            </a:lnSpc>
            <a:spcBef>
              <a:spcPct val="0"/>
            </a:spcBef>
            <a:spcAft>
              <a:spcPct val="35000"/>
            </a:spcAft>
            <a:buNone/>
          </a:pPr>
          <a:r>
            <a:rPr lang="en-IN" sz="1600" kern="1200" dirty="0"/>
            <a:t>“Give a real-life example.”</a:t>
          </a:r>
        </a:p>
      </dsp:txBody>
      <dsp:txXfrm>
        <a:off x="553160" y="1780359"/>
        <a:ext cx="7306160" cy="506120"/>
      </dsp:txXfrm>
    </dsp:sp>
    <dsp:sp modelId="{C53C9F17-0724-4905-B580-EC2C6A154A59}">
      <dsp:nvSpPr>
        <dsp:cNvPr id="0" name=""/>
        <dsp:cNvSpPr/>
      </dsp:nvSpPr>
      <dsp:spPr>
        <a:xfrm>
          <a:off x="0" y="2895259"/>
          <a:ext cx="10515600" cy="4788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0592510-D36A-4688-B8B7-C7A546052B72}">
      <dsp:nvSpPr>
        <dsp:cNvPr id="0" name=""/>
        <dsp:cNvSpPr/>
      </dsp:nvSpPr>
      <dsp:spPr>
        <a:xfrm>
          <a:off x="525780" y="2614819"/>
          <a:ext cx="7360920" cy="560880"/>
        </a:xfrm>
        <a:prstGeom prst="roundRect">
          <a:avLst/>
        </a:prstGeom>
        <a:solidFill>
          <a:srgbClr val="38BDF8"/>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711200">
            <a:lnSpc>
              <a:spcPct val="90000"/>
            </a:lnSpc>
            <a:spcBef>
              <a:spcPct val="0"/>
            </a:spcBef>
            <a:spcAft>
              <a:spcPct val="35000"/>
            </a:spcAft>
            <a:buNone/>
          </a:pPr>
          <a:r>
            <a:rPr lang="en-IN" sz="1600" b="1" kern="1200" dirty="0"/>
            <a:t>Understanding</a:t>
          </a:r>
        </a:p>
        <a:p>
          <a:pPr marL="0" lvl="0" indent="0" algn="l" defTabSz="711200">
            <a:lnSpc>
              <a:spcPct val="90000"/>
            </a:lnSpc>
            <a:spcBef>
              <a:spcPct val="0"/>
            </a:spcBef>
            <a:spcAft>
              <a:spcPct val="35000"/>
            </a:spcAft>
            <a:buNone/>
          </a:pPr>
          <a:r>
            <a:rPr lang="en-IN" sz="1600" kern="1200" dirty="0"/>
            <a:t> “As Checking me a few questions to test my understanding.”</a:t>
          </a:r>
        </a:p>
      </dsp:txBody>
      <dsp:txXfrm>
        <a:off x="553160" y="2642199"/>
        <a:ext cx="7306160" cy="506120"/>
      </dsp:txXfrm>
    </dsp:sp>
    <dsp:sp modelId="{972C7780-21E6-431D-B9A8-71943CB42675}">
      <dsp:nvSpPr>
        <dsp:cNvPr id="0" name=""/>
        <dsp:cNvSpPr/>
      </dsp:nvSpPr>
      <dsp:spPr>
        <a:xfrm>
          <a:off x="0" y="3757099"/>
          <a:ext cx="10515600" cy="4788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6D942F-7A1E-4116-AB75-6329FB1F1B6E}">
      <dsp:nvSpPr>
        <dsp:cNvPr id="0" name=""/>
        <dsp:cNvSpPr/>
      </dsp:nvSpPr>
      <dsp:spPr>
        <a:xfrm>
          <a:off x="525780" y="3476659"/>
          <a:ext cx="7360920" cy="560880"/>
        </a:xfrm>
        <a:prstGeom prst="roundRect">
          <a:avLst/>
        </a:prstGeom>
        <a:solidFill>
          <a:srgbClr val="38BDF8"/>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711200">
            <a:lnSpc>
              <a:spcPct val="90000"/>
            </a:lnSpc>
            <a:spcBef>
              <a:spcPct val="0"/>
            </a:spcBef>
            <a:spcAft>
              <a:spcPct val="35000"/>
            </a:spcAft>
            <a:buNone/>
          </a:pPr>
          <a:r>
            <a:rPr lang="en-IN" sz="1600" b="1" kern="1200" dirty="0"/>
            <a:t>Summarizing</a:t>
          </a:r>
        </a:p>
        <a:p>
          <a:pPr marL="0" lvl="0" indent="0" algn="l" defTabSz="711200">
            <a:lnSpc>
              <a:spcPct val="90000"/>
            </a:lnSpc>
            <a:spcBef>
              <a:spcPct val="0"/>
            </a:spcBef>
            <a:spcAft>
              <a:spcPct val="35000"/>
            </a:spcAft>
            <a:buNone/>
          </a:pPr>
          <a:r>
            <a:rPr lang="en-IN" sz="1600" kern="1200" dirty="0"/>
            <a:t>“Summarize this in key points.”</a:t>
          </a:r>
        </a:p>
      </dsp:txBody>
      <dsp:txXfrm>
        <a:off x="553160" y="3504039"/>
        <a:ext cx="7306160" cy="506120"/>
      </dsp:txXfrm>
    </dsp:sp>
    <dsp:sp modelId="{14ACF4C5-2041-4162-A979-A8DB6C79C39E}">
      <dsp:nvSpPr>
        <dsp:cNvPr id="0" name=""/>
        <dsp:cNvSpPr/>
      </dsp:nvSpPr>
      <dsp:spPr>
        <a:xfrm>
          <a:off x="0" y="4618939"/>
          <a:ext cx="10515600" cy="4788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8F04F94-FFC6-43BD-BAF1-58A45E0DE0C8}">
      <dsp:nvSpPr>
        <dsp:cNvPr id="0" name=""/>
        <dsp:cNvSpPr/>
      </dsp:nvSpPr>
      <dsp:spPr>
        <a:xfrm>
          <a:off x="525780" y="4338499"/>
          <a:ext cx="7360920" cy="560880"/>
        </a:xfrm>
        <a:prstGeom prst="roundRect">
          <a:avLst/>
        </a:prstGeom>
        <a:solidFill>
          <a:srgbClr val="38BDF8"/>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711200">
            <a:lnSpc>
              <a:spcPct val="90000"/>
            </a:lnSpc>
            <a:spcBef>
              <a:spcPct val="0"/>
            </a:spcBef>
            <a:spcAft>
              <a:spcPct val="35000"/>
            </a:spcAft>
            <a:buNone/>
          </a:pPr>
          <a:r>
            <a:rPr lang="en-IN" sz="1600" b="1" kern="1200" dirty="0"/>
            <a:t>Research Assistance</a:t>
          </a:r>
          <a:r>
            <a:rPr lang="en-IN" sz="1900" b="1" kern="1200" dirty="0"/>
            <a:t> </a:t>
          </a:r>
        </a:p>
        <a:p>
          <a:pPr marL="0" lvl="0" indent="0" algn="l" defTabSz="711200">
            <a:lnSpc>
              <a:spcPct val="90000"/>
            </a:lnSpc>
            <a:spcBef>
              <a:spcPct val="0"/>
            </a:spcBef>
            <a:spcAft>
              <a:spcPct val="35000"/>
            </a:spcAft>
            <a:buNone/>
          </a:pPr>
          <a:r>
            <a:rPr lang="en-IN" sz="1600" kern="1200" dirty="0"/>
            <a:t>“Help me compare sources and extract key insights.”</a:t>
          </a:r>
        </a:p>
      </dsp:txBody>
      <dsp:txXfrm>
        <a:off x="553160" y="4365879"/>
        <a:ext cx="7306160" cy="50612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D2E64D-DA93-4DF7-827A-91F4C927739D}">
      <dsp:nvSpPr>
        <dsp:cNvPr id="0" name=""/>
        <dsp:cNvSpPr/>
      </dsp:nvSpPr>
      <dsp:spPr>
        <a:xfrm>
          <a:off x="0" y="349948"/>
          <a:ext cx="10354056" cy="5292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F462DC9-1692-4594-925D-E7E8265EF45E}">
      <dsp:nvSpPr>
        <dsp:cNvPr id="0" name=""/>
        <dsp:cNvSpPr/>
      </dsp:nvSpPr>
      <dsp:spPr>
        <a:xfrm>
          <a:off x="517702" y="39988"/>
          <a:ext cx="7247839" cy="619920"/>
        </a:xfrm>
        <a:prstGeom prst="roundRect">
          <a:avLst/>
        </a:prstGeom>
        <a:solidFill>
          <a:srgbClr val="38BDF8"/>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3951" tIns="0" rIns="273951" bIns="0" numCol="1" spcCol="1270" anchor="ctr" anchorCtr="0">
          <a:noAutofit/>
        </a:bodyPr>
        <a:lstStyle/>
        <a:p>
          <a:pPr marL="0" lvl="0" indent="0" algn="l" defTabSz="933450">
            <a:lnSpc>
              <a:spcPct val="90000"/>
            </a:lnSpc>
            <a:spcBef>
              <a:spcPct val="0"/>
            </a:spcBef>
            <a:spcAft>
              <a:spcPct val="35000"/>
            </a:spcAft>
            <a:buNone/>
          </a:pPr>
          <a:r>
            <a:rPr lang="en-US" sz="2100" b="1" i="0" kern="1200" baseline="0" dirty="0">
              <a:latin typeface="+mj-lt"/>
            </a:rPr>
            <a:t>Idea exploration</a:t>
          </a:r>
          <a:br>
            <a:rPr lang="en-US" sz="2100" b="0" i="0" kern="1200" baseline="0" dirty="0"/>
          </a:br>
          <a:r>
            <a:rPr lang="en-US" sz="2100" b="0" i="0" kern="1200" baseline="0" dirty="0"/>
            <a:t>“List possible approaches and their trade-offs.”</a:t>
          </a:r>
          <a:endParaRPr lang="en-IN" sz="2100" kern="1200" dirty="0"/>
        </a:p>
      </dsp:txBody>
      <dsp:txXfrm>
        <a:off x="547964" y="70250"/>
        <a:ext cx="7187315" cy="559396"/>
      </dsp:txXfrm>
    </dsp:sp>
    <dsp:sp modelId="{9419ED4D-4361-4195-8B37-9CFAFFA569F5}">
      <dsp:nvSpPr>
        <dsp:cNvPr id="0" name=""/>
        <dsp:cNvSpPr/>
      </dsp:nvSpPr>
      <dsp:spPr>
        <a:xfrm>
          <a:off x="0" y="1302508"/>
          <a:ext cx="10354056" cy="5292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92BF8EA-44FD-4C6D-8300-03316F9F50E5}">
      <dsp:nvSpPr>
        <dsp:cNvPr id="0" name=""/>
        <dsp:cNvSpPr/>
      </dsp:nvSpPr>
      <dsp:spPr>
        <a:xfrm>
          <a:off x="517702" y="992548"/>
          <a:ext cx="7247839" cy="619920"/>
        </a:xfrm>
        <a:prstGeom prst="roundRect">
          <a:avLst/>
        </a:prstGeom>
        <a:solidFill>
          <a:srgbClr val="38BDF8"/>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3951" tIns="0" rIns="273951" bIns="0" numCol="1" spcCol="1270" anchor="ctr" anchorCtr="0">
          <a:noAutofit/>
        </a:bodyPr>
        <a:lstStyle/>
        <a:p>
          <a:pPr marL="0" lvl="0" indent="0" algn="l" defTabSz="933450">
            <a:lnSpc>
              <a:spcPct val="90000"/>
            </a:lnSpc>
            <a:spcBef>
              <a:spcPct val="0"/>
            </a:spcBef>
            <a:spcAft>
              <a:spcPct val="35000"/>
            </a:spcAft>
            <a:buNone/>
          </a:pPr>
          <a:r>
            <a:rPr lang="en-US" sz="2100" b="1" i="0" kern="1200" baseline="0" dirty="0">
              <a:latin typeface="+mj-lt"/>
            </a:rPr>
            <a:t>Comparison</a:t>
          </a:r>
          <a:br>
            <a:rPr lang="en-US" sz="2100" b="0" i="0" kern="1200" baseline="0" dirty="0"/>
          </a:br>
          <a:r>
            <a:rPr lang="en-US" sz="2100" b="0" i="0" kern="1200" baseline="0" dirty="0"/>
            <a:t>“Compare the options based on cost, time, and risk.”</a:t>
          </a:r>
          <a:endParaRPr lang="en-IN" sz="2100" kern="1200" dirty="0"/>
        </a:p>
      </dsp:txBody>
      <dsp:txXfrm>
        <a:off x="547964" y="1022810"/>
        <a:ext cx="7187315" cy="559396"/>
      </dsp:txXfrm>
    </dsp:sp>
    <dsp:sp modelId="{D4286ECF-7F2A-4A79-99B0-DC592AC0B91A}">
      <dsp:nvSpPr>
        <dsp:cNvPr id="0" name=""/>
        <dsp:cNvSpPr/>
      </dsp:nvSpPr>
      <dsp:spPr>
        <a:xfrm>
          <a:off x="0" y="2255068"/>
          <a:ext cx="10354056" cy="5292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96BA12F-5B62-42B0-8645-F26F90D1632A}">
      <dsp:nvSpPr>
        <dsp:cNvPr id="0" name=""/>
        <dsp:cNvSpPr/>
      </dsp:nvSpPr>
      <dsp:spPr>
        <a:xfrm>
          <a:off x="517702" y="1945108"/>
          <a:ext cx="7247839" cy="619920"/>
        </a:xfrm>
        <a:prstGeom prst="roundRect">
          <a:avLst/>
        </a:prstGeom>
        <a:solidFill>
          <a:srgbClr val="38BDF8"/>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3951" tIns="0" rIns="273951" bIns="0" numCol="1" spcCol="1270" anchor="ctr" anchorCtr="0">
          <a:noAutofit/>
        </a:bodyPr>
        <a:lstStyle/>
        <a:p>
          <a:pPr marL="0" lvl="0" indent="0" algn="l" defTabSz="933450">
            <a:lnSpc>
              <a:spcPct val="90000"/>
            </a:lnSpc>
            <a:spcBef>
              <a:spcPct val="0"/>
            </a:spcBef>
            <a:spcAft>
              <a:spcPct val="35000"/>
            </a:spcAft>
            <a:buNone/>
          </a:pPr>
          <a:r>
            <a:rPr lang="en-US" sz="2100" b="1" i="0" kern="1200" baseline="0" dirty="0">
              <a:latin typeface="+mj-lt"/>
            </a:rPr>
            <a:t>Planning</a:t>
          </a:r>
          <a:br>
            <a:rPr lang="en-US" sz="2100" b="0" i="0" kern="1200" baseline="0" dirty="0"/>
          </a:br>
          <a:r>
            <a:rPr lang="en-US" sz="2100" b="0" i="0" kern="1200" baseline="0" dirty="0"/>
            <a:t>“Break this goal into clear steps.”</a:t>
          </a:r>
          <a:endParaRPr lang="en-IN" sz="2100" kern="1200" dirty="0"/>
        </a:p>
      </dsp:txBody>
      <dsp:txXfrm>
        <a:off x="547964" y="1975370"/>
        <a:ext cx="7187315" cy="559396"/>
      </dsp:txXfrm>
    </dsp:sp>
    <dsp:sp modelId="{9B3722F4-0E7F-4C9D-B0C4-34E742B86E29}">
      <dsp:nvSpPr>
        <dsp:cNvPr id="0" name=""/>
        <dsp:cNvSpPr/>
      </dsp:nvSpPr>
      <dsp:spPr>
        <a:xfrm>
          <a:off x="0" y="3207628"/>
          <a:ext cx="10354056" cy="5292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463353C-86DE-4F97-948C-3517499D0983}">
      <dsp:nvSpPr>
        <dsp:cNvPr id="0" name=""/>
        <dsp:cNvSpPr/>
      </dsp:nvSpPr>
      <dsp:spPr>
        <a:xfrm>
          <a:off x="517702" y="2897668"/>
          <a:ext cx="7247839" cy="619920"/>
        </a:xfrm>
        <a:prstGeom prst="roundRect">
          <a:avLst/>
        </a:prstGeom>
        <a:solidFill>
          <a:srgbClr val="38BDF8"/>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3951" tIns="0" rIns="273951" bIns="0" numCol="1" spcCol="1270" anchor="ctr" anchorCtr="0">
          <a:noAutofit/>
        </a:bodyPr>
        <a:lstStyle/>
        <a:p>
          <a:pPr marL="0" lvl="0" indent="0" algn="l" defTabSz="933450">
            <a:lnSpc>
              <a:spcPct val="90000"/>
            </a:lnSpc>
            <a:spcBef>
              <a:spcPct val="0"/>
            </a:spcBef>
            <a:spcAft>
              <a:spcPct val="35000"/>
            </a:spcAft>
            <a:buNone/>
          </a:pPr>
          <a:r>
            <a:rPr lang="en-US" sz="2100" b="1" i="0" kern="1200" baseline="0" dirty="0">
              <a:latin typeface="+mj-lt"/>
            </a:rPr>
            <a:t>Risk thinking</a:t>
          </a:r>
          <a:br>
            <a:rPr lang="en-US" sz="2100" b="0" i="0" kern="1200" baseline="0" dirty="0"/>
          </a:br>
          <a:r>
            <a:rPr lang="en-US" sz="2100" b="0" i="0" kern="1200" baseline="0" dirty="0"/>
            <a:t>“What could go wrong with this plan?”</a:t>
          </a:r>
          <a:endParaRPr lang="en-IN" sz="2100" kern="1200" dirty="0"/>
        </a:p>
      </dsp:txBody>
      <dsp:txXfrm>
        <a:off x="547964" y="2927930"/>
        <a:ext cx="7187315" cy="559396"/>
      </dsp:txXfrm>
    </dsp:sp>
    <dsp:sp modelId="{2A3CA513-D77C-4855-A25A-C55EDF68911B}">
      <dsp:nvSpPr>
        <dsp:cNvPr id="0" name=""/>
        <dsp:cNvSpPr/>
      </dsp:nvSpPr>
      <dsp:spPr>
        <a:xfrm>
          <a:off x="0" y="4160188"/>
          <a:ext cx="10354056" cy="5292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5B037A2-9192-47E8-B9F5-609CC44814B6}">
      <dsp:nvSpPr>
        <dsp:cNvPr id="0" name=""/>
        <dsp:cNvSpPr/>
      </dsp:nvSpPr>
      <dsp:spPr>
        <a:xfrm>
          <a:off x="517702" y="3850228"/>
          <a:ext cx="7247839" cy="619920"/>
        </a:xfrm>
        <a:prstGeom prst="roundRect">
          <a:avLst/>
        </a:prstGeom>
        <a:solidFill>
          <a:srgbClr val="38BDF8"/>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3951" tIns="0" rIns="273951" bIns="0" numCol="1" spcCol="1270" anchor="ctr" anchorCtr="0">
          <a:noAutofit/>
        </a:bodyPr>
        <a:lstStyle/>
        <a:p>
          <a:pPr marL="0" lvl="0" indent="0" algn="l" defTabSz="933450">
            <a:lnSpc>
              <a:spcPct val="90000"/>
            </a:lnSpc>
            <a:spcBef>
              <a:spcPct val="0"/>
            </a:spcBef>
            <a:spcAft>
              <a:spcPct val="35000"/>
            </a:spcAft>
            <a:buNone/>
          </a:pPr>
          <a:r>
            <a:rPr lang="en-US" sz="2100" b="1" i="0" kern="1200" baseline="0" dirty="0">
              <a:latin typeface="+mj-lt"/>
            </a:rPr>
            <a:t>Clarity</a:t>
          </a:r>
          <a:br>
            <a:rPr lang="en-US" sz="2100" b="0" i="0" kern="1200" baseline="0" dirty="0"/>
          </a:br>
          <a:r>
            <a:rPr lang="en-US" sz="2100" b="0" i="0" kern="1200" baseline="0" dirty="0"/>
            <a:t>“Summarize this strategy in simple terms.”</a:t>
          </a:r>
          <a:endParaRPr lang="en-IN" sz="2100" kern="1200" dirty="0"/>
        </a:p>
      </dsp:txBody>
      <dsp:txXfrm>
        <a:off x="547964" y="3880490"/>
        <a:ext cx="7187315" cy="55939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E5880F-FC60-41AE-A4E0-7FADF9895566}">
      <dsp:nvSpPr>
        <dsp:cNvPr id="0" name=""/>
        <dsp:cNvSpPr/>
      </dsp:nvSpPr>
      <dsp:spPr>
        <a:xfrm>
          <a:off x="0" y="2432927"/>
          <a:ext cx="10992356" cy="4536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2853EA8-A006-4236-93C6-B22BF8E35BCC}">
      <dsp:nvSpPr>
        <dsp:cNvPr id="0" name=""/>
        <dsp:cNvSpPr/>
      </dsp:nvSpPr>
      <dsp:spPr>
        <a:xfrm>
          <a:off x="549617" y="2167246"/>
          <a:ext cx="7694649" cy="531360"/>
        </a:xfrm>
        <a:prstGeom prst="roundRect">
          <a:avLst/>
        </a:prstGeom>
        <a:solidFill>
          <a:srgbClr val="38BDF8"/>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839" tIns="0" rIns="290839" bIns="0" numCol="1" spcCol="1270" anchor="ctr" anchorCtr="0">
          <a:noAutofit/>
        </a:bodyPr>
        <a:lstStyle/>
        <a:p>
          <a:pPr marL="0" lvl="0" indent="0" algn="l" defTabSz="800100">
            <a:lnSpc>
              <a:spcPct val="90000"/>
            </a:lnSpc>
            <a:spcBef>
              <a:spcPct val="0"/>
            </a:spcBef>
            <a:spcAft>
              <a:spcPct val="35000"/>
            </a:spcAft>
            <a:buNone/>
          </a:pPr>
          <a:r>
            <a:rPr lang="en-US" sz="1800" b="1" i="0" kern="1200" baseline="0" dirty="0"/>
            <a:t>Images</a:t>
          </a:r>
          <a:br>
            <a:rPr lang="en-US" sz="1800" b="0" i="0" kern="1200" baseline="0" dirty="0"/>
          </a:br>
          <a:r>
            <a:rPr lang="en-US" sz="1800" b="0" i="0" kern="1200" baseline="0" dirty="0"/>
            <a:t>“Explain what’s happening in this image and focus on the main idea.”</a:t>
          </a:r>
          <a:endParaRPr lang="en-IN" sz="1800" kern="1200" dirty="0"/>
        </a:p>
      </dsp:txBody>
      <dsp:txXfrm>
        <a:off x="575556" y="2193185"/>
        <a:ext cx="7642771" cy="479482"/>
      </dsp:txXfrm>
    </dsp:sp>
    <dsp:sp modelId="{FDE48063-CF3E-4464-A41F-84F76E14DDF9}">
      <dsp:nvSpPr>
        <dsp:cNvPr id="0" name=""/>
        <dsp:cNvSpPr/>
      </dsp:nvSpPr>
      <dsp:spPr>
        <a:xfrm>
          <a:off x="0" y="3249407"/>
          <a:ext cx="10992356" cy="4536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80EF4E9-2A5E-4953-B5E4-07A3526428F8}">
      <dsp:nvSpPr>
        <dsp:cNvPr id="0" name=""/>
        <dsp:cNvSpPr/>
      </dsp:nvSpPr>
      <dsp:spPr>
        <a:xfrm>
          <a:off x="549617" y="2983727"/>
          <a:ext cx="7694649" cy="531360"/>
        </a:xfrm>
        <a:prstGeom prst="roundRect">
          <a:avLst/>
        </a:prstGeom>
        <a:solidFill>
          <a:srgbClr val="38BDF8"/>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839" tIns="0" rIns="290839" bIns="0" numCol="1" spcCol="1270" anchor="ctr" anchorCtr="0">
          <a:noAutofit/>
        </a:bodyPr>
        <a:lstStyle/>
        <a:p>
          <a:pPr marL="0" lvl="0" indent="0" algn="l" defTabSz="800100">
            <a:lnSpc>
              <a:spcPct val="90000"/>
            </a:lnSpc>
            <a:spcBef>
              <a:spcPct val="0"/>
            </a:spcBef>
            <a:spcAft>
              <a:spcPct val="35000"/>
            </a:spcAft>
            <a:buNone/>
          </a:pPr>
          <a:r>
            <a:rPr lang="en-US" sz="1800" b="1" i="0" kern="1200" baseline="0" dirty="0"/>
            <a:t>Charts &amp; diagrams</a:t>
          </a:r>
          <a:br>
            <a:rPr lang="en-US" sz="1800" b="0" i="0" kern="1200" baseline="0" dirty="0"/>
          </a:br>
          <a:r>
            <a:rPr lang="en-US" sz="1800" b="0" i="0" kern="1200" baseline="0" dirty="0"/>
            <a:t>“Describe this chart and explain the key trend.”</a:t>
          </a:r>
          <a:endParaRPr lang="en-IN" sz="1800" kern="1200" dirty="0"/>
        </a:p>
      </dsp:txBody>
      <dsp:txXfrm>
        <a:off x="575556" y="3009666"/>
        <a:ext cx="7642771" cy="479482"/>
      </dsp:txXfrm>
    </dsp:sp>
    <dsp:sp modelId="{574BA8D7-84B5-4A2B-90C8-B5096DFC4219}">
      <dsp:nvSpPr>
        <dsp:cNvPr id="0" name=""/>
        <dsp:cNvSpPr/>
      </dsp:nvSpPr>
      <dsp:spPr>
        <a:xfrm>
          <a:off x="0" y="4065886"/>
          <a:ext cx="10992356" cy="4536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F88DE82-38F8-45AC-87BD-7705DDA85854}">
      <dsp:nvSpPr>
        <dsp:cNvPr id="0" name=""/>
        <dsp:cNvSpPr/>
      </dsp:nvSpPr>
      <dsp:spPr>
        <a:xfrm>
          <a:off x="549617" y="3800207"/>
          <a:ext cx="7694649" cy="531360"/>
        </a:xfrm>
        <a:prstGeom prst="roundRect">
          <a:avLst/>
        </a:prstGeom>
        <a:solidFill>
          <a:srgbClr val="38BDF8"/>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839" tIns="0" rIns="290839" bIns="0" numCol="1" spcCol="1270" anchor="ctr" anchorCtr="0">
          <a:noAutofit/>
        </a:bodyPr>
        <a:lstStyle/>
        <a:p>
          <a:pPr marL="0" lvl="0" indent="0" algn="l" defTabSz="800100">
            <a:lnSpc>
              <a:spcPct val="90000"/>
            </a:lnSpc>
            <a:spcBef>
              <a:spcPct val="0"/>
            </a:spcBef>
            <a:spcAft>
              <a:spcPct val="35000"/>
            </a:spcAft>
            <a:buNone/>
          </a:pPr>
          <a:r>
            <a:rPr lang="en-US" sz="1800" b="1" i="0" kern="1200" baseline="0" dirty="0"/>
            <a:t>Translation</a:t>
          </a:r>
          <a:br>
            <a:rPr lang="en-US" sz="1800" b="0" i="0" kern="1200" baseline="0" dirty="0"/>
          </a:br>
          <a:r>
            <a:rPr lang="en-US" sz="1800" b="0" i="0" kern="1200" baseline="0" dirty="0"/>
            <a:t>“Translate this and keep the tone natural.”</a:t>
          </a:r>
          <a:endParaRPr lang="en-IN" sz="1800" kern="1200" dirty="0"/>
        </a:p>
      </dsp:txBody>
      <dsp:txXfrm>
        <a:off x="575556" y="3826146"/>
        <a:ext cx="7642771" cy="479482"/>
      </dsp:txXfrm>
    </dsp:sp>
    <dsp:sp modelId="{81FBA758-6681-4D74-BB56-E59F15338157}">
      <dsp:nvSpPr>
        <dsp:cNvPr id="0" name=""/>
        <dsp:cNvSpPr/>
      </dsp:nvSpPr>
      <dsp:spPr>
        <a:xfrm>
          <a:off x="0" y="4882367"/>
          <a:ext cx="10992356" cy="4536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C7C3FCE-96AB-46BE-8795-BFC209E1763B}">
      <dsp:nvSpPr>
        <dsp:cNvPr id="0" name=""/>
        <dsp:cNvSpPr/>
      </dsp:nvSpPr>
      <dsp:spPr>
        <a:xfrm>
          <a:off x="549617" y="4616687"/>
          <a:ext cx="7694649" cy="531360"/>
        </a:xfrm>
        <a:prstGeom prst="roundRect">
          <a:avLst/>
        </a:prstGeom>
        <a:solidFill>
          <a:srgbClr val="38BDF8"/>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839" tIns="0" rIns="290839" bIns="0" numCol="1" spcCol="1270" anchor="ctr" anchorCtr="0">
          <a:noAutofit/>
        </a:bodyPr>
        <a:lstStyle/>
        <a:p>
          <a:pPr marL="0" lvl="0" indent="0" algn="l" defTabSz="800100">
            <a:lnSpc>
              <a:spcPct val="90000"/>
            </a:lnSpc>
            <a:spcBef>
              <a:spcPct val="0"/>
            </a:spcBef>
            <a:spcAft>
              <a:spcPct val="35000"/>
            </a:spcAft>
            <a:buNone/>
          </a:pPr>
          <a:r>
            <a:rPr lang="en-US" sz="1800" b="1" i="0" kern="1200" baseline="0" dirty="0"/>
            <a:t>Cultural meaning</a:t>
          </a:r>
          <a:br>
            <a:rPr lang="en-US" sz="1800" b="0" i="0" kern="1200" baseline="0" dirty="0"/>
          </a:br>
          <a:r>
            <a:rPr lang="en-US" sz="1800" b="0" i="0" kern="1200" baseline="0" dirty="0"/>
            <a:t>“Translate this and explain any cultural context.”</a:t>
          </a:r>
          <a:endParaRPr lang="en-IN" sz="1800" kern="1200" dirty="0"/>
        </a:p>
      </dsp:txBody>
      <dsp:txXfrm>
        <a:off x="575556" y="4642626"/>
        <a:ext cx="7642771" cy="479482"/>
      </dsp:txXfrm>
    </dsp:sp>
    <dsp:sp modelId="{533787D3-CEE0-4A7E-A070-DEB9ECD0F2F5}">
      <dsp:nvSpPr>
        <dsp:cNvPr id="0" name=""/>
        <dsp:cNvSpPr/>
      </dsp:nvSpPr>
      <dsp:spPr>
        <a:xfrm>
          <a:off x="0" y="5698847"/>
          <a:ext cx="10992356" cy="4536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BAAAD9F-E0EB-4AF8-B136-70D15A217CC0}">
      <dsp:nvSpPr>
        <dsp:cNvPr id="0" name=""/>
        <dsp:cNvSpPr/>
      </dsp:nvSpPr>
      <dsp:spPr>
        <a:xfrm>
          <a:off x="549617" y="5433167"/>
          <a:ext cx="7694649" cy="531360"/>
        </a:xfrm>
        <a:prstGeom prst="roundRect">
          <a:avLst/>
        </a:prstGeom>
        <a:solidFill>
          <a:srgbClr val="38BDF8"/>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839" tIns="0" rIns="290839" bIns="0" numCol="1" spcCol="1270" anchor="ctr" anchorCtr="0">
          <a:noAutofit/>
        </a:bodyPr>
        <a:lstStyle/>
        <a:p>
          <a:pPr marL="0" lvl="0" indent="0" algn="l" defTabSz="800100">
            <a:lnSpc>
              <a:spcPct val="90000"/>
            </a:lnSpc>
            <a:spcBef>
              <a:spcPct val="0"/>
            </a:spcBef>
            <a:spcAft>
              <a:spcPct val="35000"/>
            </a:spcAft>
            <a:buNone/>
          </a:pPr>
          <a:r>
            <a:rPr lang="en-US" sz="1800" b="1" i="0" kern="1200" baseline="0" dirty="0"/>
            <a:t>Mixed tasks</a:t>
          </a:r>
          <a:br>
            <a:rPr lang="en-US" sz="1800" b="0" i="0" kern="1200" baseline="0" dirty="0"/>
          </a:br>
          <a:r>
            <a:rPr lang="en-US" sz="1800" b="0" i="0" kern="1200" baseline="0" dirty="0"/>
            <a:t>“Explain this concept in English, then summarize it in simple Spanish.”</a:t>
          </a:r>
          <a:endParaRPr lang="en-IN" sz="1800" kern="1200" dirty="0"/>
        </a:p>
      </dsp:txBody>
      <dsp:txXfrm>
        <a:off x="575556" y="5459106"/>
        <a:ext cx="7642771" cy="47948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EBEC34-1AB1-4CA7-9016-133C5AB16988}">
      <dsp:nvSpPr>
        <dsp:cNvPr id="0" name=""/>
        <dsp:cNvSpPr/>
      </dsp:nvSpPr>
      <dsp:spPr>
        <a:xfrm rot="5400000">
          <a:off x="3198673" y="759896"/>
          <a:ext cx="1095015" cy="858778"/>
        </a:xfrm>
        <a:prstGeom prst="bentUpArrow">
          <a:avLst>
            <a:gd name="adj1" fmla="val 32840"/>
            <a:gd name="adj2" fmla="val 25000"/>
            <a:gd name="adj3" fmla="val 3578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FEE972A-BE16-4F49-92D2-7BCAC5894800}">
      <dsp:nvSpPr>
        <dsp:cNvPr id="0" name=""/>
        <dsp:cNvSpPr/>
      </dsp:nvSpPr>
      <dsp:spPr>
        <a:xfrm>
          <a:off x="2282099" y="15500"/>
          <a:ext cx="3442811" cy="898220"/>
        </a:xfrm>
        <a:prstGeom prst="roundRect">
          <a:avLst>
            <a:gd name="adj" fmla="val 16670"/>
          </a:avLst>
        </a:prstGeom>
        <a:solidFill>
          <a:schemeClr val="accent4">
            <a:lumMod val="60000"/>
            <a:lumOff val="40000"/>
          </a:schemeClr>
        </a:solidFill>
        <a:ln w="1905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tx1"/>
              </a:solidFill>
              <a:latin typeface="Aptos" panose="020B0004020202020204" pitchFamily="34" charset="0"/>
            </a:rPr>
            <a:t>Operationalizing AI in Production</a:t>
          </a:r>
          <a:endParaRPr lang="en-IN" sz="1800" kern="1200" dirty="0">
            <a:solidFill>
              <a:schemeClr val="tx1"/>
            </a:solidFill>
            <a:latin typeface="Aptos" panose="020B0004020202020204" pitchFamily="34" charset="0"/>
          </a:endParaRPr>
        </a:p>
      </dsp:txBody>
      <dsp:txXfrm>
        <a:off x="2325954" y="59355"/>
        <a:ext cx="3355101" cy="810510"/>
      </dsp:txXfrm>
    </dsp:sp>
    <dsp:sp modelId="{0DFC35EB-D0A4-48FB-8003-707581B53AD4}">
      <dsp:nvSpPr>
        <dsp:cNvPr id="0" name=""/>
        <dsp:cNvSpPr/>
      </dsp:nvSpPr>
      <dsp:spPr>
        <a:xfrm>
          <a:off x="4638429" y="104957"/>
          <a:ext cx="923566" cy="718409"/>
        </a:xfrm>
        <a:prstGeom prst="rect">
          <a:avLst/>
        </a:prstGeom>
        <a:noFill/>
        <a:ln>
          <a:noFill/>
        </a:ln>
        <a:effectLst/>
      </dsp:spPr>
      <dsp:style>
        <a:lnRef idx="0">
          <a:scrgbClr r="0" g="0" b="0"/>
        </a:lnRef>
        <a:fillRef idx="0">
          <a:scrgbClr r="0" g="0" b="0"/>
        </a:fillRef>
        <a:effectRef idx="0">
          <a:scrgbClr r="0" g="0" b="0"/>
        </a:effectRef>
        <a:fontRef idx="minor"/>
      </dsp:style>
    </dsp:sp>
    <dsp:sp modelId="{D896BC5F-9A09-44F4-9174-4A5202F0EA64}">
      <dsp:nvSpPr>
        <dsp:cNvPr id="0" name=""/>
        <dsp:cNvSpPr/>
      </dsp:nvSpPr>
      <dsp:spPr>
        <a:xfrm rot="5400000">
          <a:off x="4564188" y="2001702"/>
          <a:ext cx="1246274" cy="858778"/>
        </a:xfrm>
        <a:prstGeom prst="bentUpArrow">
          <a:avLst>
            <a:gd name="adj1" fmla="val 32840"/>
            <a:gd name="adj2" fmla="val 25000"/>
            <a:gd name="adj3" fmla="val 3578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15F1A55-D459-4F0F-A819-5DC86B438ED0}">
      <dsp:nvSpPr>
        <dsp:cNvPr id="0" name=""/>
        <dsp:cNvSpPr/>
      </dsp:nvSpPr>
      <dsp:spPr>
        <a:xfrm>
          <a:off x="4020872" y="1087006"/>
          <a:ext cx="2739900" cy="888852"/>
        </a:xfrm>
        <a:prstGeom prst="roundRect">
          <a:avLst>
            <a:gd name="adj" fmla="val 16670"/>
          </a:avLst>
        </a:prstGeom>
        <a:solidFill>
          <a:srgbClr val="00B0F0"/>
        </a:solidFill>
        <a:ln w="1905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Aptos" panose="020B0004020202020204" pitchFamily="34" charset="0"/>
            </a:rPr>
            <a:t>Deployment</a:t>
          </a:r>
          <a:endParaRPr lang="en-IN" sz="1800" kern="1200" dirty="0">
            <a:latin typeface="Aptos" panose="020B0004020202020204" pitchFamily="34" charset="0"/>
          </a:endParaRPr>
        </a:p>
      </dsp:txBody>
      <dsp:txXfrm>
        <a:off x="4064270" y="1130404"/>
        <a:ext cx="2653104" cy="802056"/>
      </dsp:txXfrm>
    </dsp:sp>
    <dsp:sp modelId="{A50DEFBD-B791-4E8B-9A38-529A8E78294E}">
      <dsp:nvSpPr>
        <dsp:cNvPr id="0" name=""/>
        <dsp:cNvSpPr/>
      </dsp:nvSpPr>
      <dsp:spPr>
        <a:xfrm>
          <a:off x="5939523" y="1273774"/>
          <a:ext cx="923566" cy="718409"/>
        </a:xfrm>
        <a:prstGeom prst="rect">
          <a:avLst/>
        </a:prstGeom>
        <a:noFill/>
        <a:ln>
          <a:noFill/>
        </a:ln>
        <a:effectLst/>
      </dsp:spPr>
      <dsp:style>
        <a:lnRef idx="0">
          <a:scrgbClr r="0" g="0" b="0"/>
        </a:lnRef>
        <a:fillRef idx="0">
          <a:scrgbClr r="0" g="0" b="0"/>
        </a:fillRef>
        <a:effectRef idx="0">
          <a:scrgbClr r="0" g="0" b="0"/>
        </a:effectRef>
        <a:fontRef idx="minor"/>
      </dsp:style>
    </dsp:sp>
    <dsp:sp modelId="{076B69ED-365C-4619-8316-62E5DBBFB8E2}">
      <dsp:nvSpPr>
        <dsp:cNvPr id="0" name=""/>
        <dsp:cNvSpPr/>
      </dsp:nvSpPr>
      <dsp:spPr>
        <a:xfrm>
          <a:off x="5434500" y="2398205"/>
          <a:ext cx="2646299" cy="888852"/>
        </a:xfrm>
        <a:prstGeom prst="roundRect">
          <a:avLst>
            <a:gd name="adj" fmla="val 16670"/>
          </a:avLst>
        </a:prstGeom>
        <a:solidFill>
          <a:srgbClr val="00B050"/>
        </a:solidFill>
        <a:ln w="1905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Aptos" panose="020B0004020202020204" pitchFamily="34" charset="0"/>
            </a:rPr>
            <a:t>Monitoring   </a:t>
          </a:r>
          <a:endParaRPr lang="en-IN" sz="1800" kern="1200" dirty="0">
            <a:latin typeface="Aptos" panose="020B0004020202020204" pitchFamily="34" charset="0"/>
          </a:endParaRPr>
        </a:p>
      </dsp:txBody>
      <dsp:txXfrm>
        <a:off x="5477898" y="2441603"/>
        <a:ext cx="2559503" cy="80205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272CEE-AA89-4646-9E77-D97D13F46C59}">
      <dsp:nvSpPr>
        <dsp:cNvPr id="0" name=""/>
        <dsp:cNvSpPr/>
      </dsp:nvSpPr>
      <dsp:spPr>
        <a:xfrm>
          <a:off x="9242" y="617667"/>
          <a:ext cx="2762398" cy="2242560"/>
        </a:xfrm>
        <a:prstGeom prst="roundRect">
          <a:avLst>
            <a:gd name="adj" fmla="val 10000"/>
          </a:avLst>
        </a:prstGeom>
        <a:solidFill>
          <a:srgbClr val="FF0000"/>
        </a:solidFill>
        <a:ln w="1905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b="1" kern="1200" dirty="0">
              <a:latin typeface="Aptos" panose="020B0004020202020204" pitchFamily="34" charset="0"/>
            </a:rPr>
            <a:t>Experiment</a:t>
          </a:r>
          <a:endParaRPr lang="en-IN" sz="2400" kern="1200" dirty="0">
            <a:latin typeface="Aptos" panose="020B0004020202020204" pitchFamily="34" charset="0"/>
          </a:endParaRPr>
        </a:p>
        <a:p>
          <a:pPr marL="228600" lvl="1" indent="-228600" algn="l" defTabSz="1066800">
            <a:lnSpc>
              <a:spcPct val="90000"/>
            </a:lnSpc>
            <a:spcBef>
              <a:spcPct val="0"/>
            </a:spcBef>
            <a:spcAft>
              <a:spcPct val="15000"/>
            </a:spcAft>
            <a:buChar char="•"/>
          </a:pPr>
          <a:r>
            <a:rPr lang="en-IN" sz="2400" kern="1200" dirty="0">
              <a:latin typeface="Aptos" panose="020B0004020202020204" pitchFamily="34" charset="0"/>
            </a:rPr>
            <a:t>Internal testing</a:t>
          </a:r>
        </a:p>
        <a:p>
          <a:pPr marL="228600" lvl="1" indent="-228600" algn="l" defTabSz="1066800">
            <a:lnSpc>
              <a:spcPct val="90000"/>
            </a:lnSpc>
            <a:spcBef>
              <a:spcPct val="0"/>
            </a:spcBef>
            <a:spcAft>
              <a:spcPct val="15000"/>
            </a:spcAft>
            <a:buChar char="•"/>
          </a:pPr>
          <a:r>
            <a:rPr lang="en-IN" sz="2400" kern="1200" dirty="0">
              <a:latin typeface="Aptos" panose="020B0004020202020204" pitchFamily="34" charset="0"/>
            </a:rPr>
            <a:t>Small data</a:t>
          </a:r>
        </a:p>
        <a:p>
          <a:pPr marL="228600" lvl="1" indent="-228600" algn="l" defTabSz="1066800">
            <a:lnSpc>
              <a:spcPct val="90000"/>
            </a:lnSpc>
            <a:spcBef>
              <a:spcPct val="0"/>
            </a:spcBef>
            <a:spcAft>
              <a:spcPct val="15000"/>
            </a:spcAft>
            <a:buChar char="•"/>
          </a:pPr>
          <a:r>
            <a:rPr lang="en-IN" sz="2400" kern="1200" dirty="0">
              <a:latin typeface="Aptos" panose="020B0004020202020204" pitchFamily="34" charset="0"/>
            </a:rPr>
            <a:t>No real impact</a:t>
          </a:r>
        </a:p>
      </dsp:txBody>
      <dsp:txXfrm>
        <a:off x="74924" y="683349"/>
        <a:ext cx="2631034" cy="2111196"/>
      </dsp:txXfrm>
    </dsp:sp>
    <dsp:sp modelId="{ADB6B16A-3EEE-47F9-BEB6-381C1BE51FF0}">
      <dsp:nvSpPr>
        <dsp:cNvPr id="0" name=""/>
        <dsp:cNvSpPr/>
      </dsp:nvSpPr>
      <dsp:spPr>
        <a:xfrm>
          <a:off x="3047880" y="1396410"/>
          <a:ext cx="585628" cy="685074"/>
        </a:xfrm>
        <a:prstGeom prst="rightArrow">
          <a:avLst>
            <a:gd name="adj1" fmla="val 60000"/>
            <a:gd name="adj2" fmla="val 50000"/>
          </a:avLst>
        </a:prstGeom>
        <a:solidFill>
          <a:schemeClr val="accent1">
            <a:tint val="60000"/>
            <a:hueOff val="0"/>
            <a:satOff val="0"/>
            <a:lumOff val="0"/>
            <a:alphaOff val="0"/>
          </a:schemeClr>
        </a:solidFill>
        <a:ln>
          <a:noFill/>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89050">
            <a:lnSpc>
              <a:spcPct val="90000"/>
            </a:lnSpc>
            <a:spcBef>
              <a:spcPct val="0"/>
            </a:spcBef>
            <a:spcAft>
              <a:spcPct val="35000"/>
            </a:spcAft>
            <a:buNone/>
          </a:pPr>
          <a:endParaRPr lang="en-IN" sz="2900" kern="1200"/>
        </a:p>
      </dsp:txBody>
      <dsp:txXfrm>
        <a:off x="3047880" y="1533425"/>
        <a:ext cx="409940" cy="411044"/>
      </dsp:txXfrm>
    </dsp:sp>
    <dsp:sp modelId="{D5D5FEC9-D49D-4924-9BA8-87B650290DE7}">
      <dsp:nvSpPr>
        <dsp:cNvPr id="0" name=""/>
        <dsp:cNvSpPr/>
      </dsp:nvSpPr>
      <dsp:spPr>
        <a:xfrm>
          <a:off x="3876600" y="617667"/>
          <a:ext cx="2762398" cy="2242560"/>
        </a:xfrm>
        <a:prstGeom prst="roundRect">
          <a:avLst>
            <a:gd name="adj" fmla="val 10000"/>
          </a:avLst>
        </a:prstGeom>
        <a:solidFill>
          <a:srgbClr val="00B0F0"/>
        </a:solidFill>
        <a:ln w="1905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dirty="0">
              <a:latin typeface="Aptos" panose="020B0004020202020204" pitchFamily="34" charset="0"/>
            </a:rPr>
            <a:t>Production</a:t>
          </a:r>
          <a:endParaRPr lang="en-IN" sz="2400" kern="1200" dirty="0">
            <a:latin typeface="Aptos" panose="020B0004020202020204" pitchFamily="34" charset="0"/>
          </a:endParaRPr>
        </a:p>
        <a:p>
          <a:pPr marL="228600" lvl="1" indent="-228600" algn="l" defTabSz="1066800">
            <a:lnSpc>
              <a:spcPct val="90000"/>
            </a:lnSpc>
            <a:spcBef>
              <a:spcPct val="0"/>
            </a:spcBef>
            <a:spcAft>
              <a:spcPct val="15000"/>
            </a:spcAft>
            <a:buChar char="•"/>
          </a:pPr>
          <a:r>
            <a:rPr lang="en-US" sz="2400" kern="1200" dirty="0">
              <a:latin typeface="Aptos" panose="020B0004020202020204" pitchFamily="34" charset="0"/>
            </a:rPr>
            <a:t>Real users</a:t>
          </a:r>
          <a:endParaRPr lang="en-IN" sz="2400" kern="1200" dirty="0">
            <a:latin typeface="Aptos" panose="020B0004020202020204" pitchFamily="34" charset="0"/>
          </a:endParaRPr>
        </a:p>
        <a:p>
          <a:pPr marL="228600" lvl="1" indent="-228600" algn="l" defTabSz="1066800">
            <a:lnSpc>
              <a:spcPct val="90000"/>
            </a:lnSpc>
            <a:spcBef>
              <a:spcPct val="0"/>
            </a:spcBef>
            <a:spcAft>
              <a:spcPct val="15000"/>
            </a:spcAft>
            <a:buChar char="•"/>
          </a:pPr>
          <a:r>
            <a:rPr lang="en-US" sz="2400" kern="1200" dirty="0">
              <a:latin typeface="Aptos" panose="020B0004020202020204" pitchFamily="34" charset="0"/>
            </a:rPr>
            <a:t>Real data</a:t>
          </a:r>
          <a:endParaRPr lang="en-IN" sz="2400" kern="1200" dirty="0">
            <a:latin typeface="Aptos" panose="020B0004020202020204" pitchFamily="34" charset="0"/>
          </a:endParaRPr>
        </a:p>
        <a:p>
          <a:pPr marL="228600" lvl="1" indent="-228600" algn="l" defTabSz="1066800">
            <a:lnSpc>
              <a:spcPct val="90000"/>
            </a:lnSpc>
            <a:spcBef>
              <a:spcPct val="0"/>
            </a:spcBef>
            <a:spcAft>
              <a:spcPct val="15000"/>
            </a:spcAft>
            <a:buChar char="•"/>
          </a:pPr>
          <a:r>
            <a:rPr lang="en-US" sz="2400" kern="1200" dirty="0">
              <a:latin typeface="Aptos" panose="020B0004020202020204" pitchFamily="34" charset="0"/>
            </a:rPr>
            <a:t>Real consequences</a:t>
          </a:r>
          <a:endParaRPr lang="en-IN" sz="2400" kern="1200" dirty="0">
            <a:latin typeface="Aptos" panose="020B0004020202020204" pitchFamily="34" charset="0"/>
          </a:endParaRPr>
        </a:p>
      </dsp:txBody>
      <dsp:txXfrm>
        <a:off x="3942282" y="683349"/>
        <a:ext cx="2631034" cy="2111196"/>
      </dsp:txXfrm>
    </dsp:sp>
    <dsp:sp modelId="{2D696D41-810F-4983-B313-4B013E36D57C}">
      <dsp:nvSpPr>
        <dsp:cNvPr id="0" name=""/>
        <dsp:cNvSpPr/>
      </dsp:nvSpPr>
      <dsp:spPr>
        <a:xfrm>
          <a:off x="6915239" y="1396410"/>
          <a:ext cx="585628" cy="685074"/>
        </a:xfrm>
        <a:prstGeom prst="rightArrow">
          <a:avLst>
            <a:gd name="adj1" fmla="val 60000"/>
            <a:gd name="adj2" fmla="val 50000"/>
          </a:avLst>
        </a:prstGeom>
        <a:solidFill>
          <a:schemeClr val="accent1">
            <a:tint val="60000"/>
            <a:hueOff val="0"/>
            <a:satOff val="0"/>
            <a:lumOff val="0"/>
            <a:alphaOff val="0"/>
          </a:schemeClr>
        </a:solidFill>
        <a:ln>
          <a:noFill/>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89050">
            <a:lnSpc>
              <a:spcPct val="90000"/>
            </a:lnSpc>
            <a:spcBef>
              <a:spcPct val="0"/>
            </a:spcBef>
            <a:spcAft>
              <a:spcPct val="35000"/>
            </a:spcAft>
            <a:buNone/>
          </a:pPr>
          <a:endParaRPr lang="en-IN" sz="2900" kern="1200"/>
        </a:p>
      </dsp:txBody>
      <dsp:txXfrm>
        <a:off x="6915239" y="1533425"/>
        <a:ext cx="409940" cy="411044"/>
      </dsp:txXfrm>
    </dsp:sp>
    <dsp:sp modelId="{1C0F9EE8-01ED-4445-8062-7105E0DB6434}">
      <dsp:nvSpPr>
        <dsp:cNvPr id="0" name=""/>
        <dsp:cNvSpPr/>
      </dsp:nvSpPr>
      <dsp:spPr>
        <a:xfrm>
          <a:off x="7743958" y="617667"/>
          <a:ext cx="2762398" cy="2242560"/>
        </a:xfrm>
        <a:prstGeom prst="roundRect">
          <a:avLst>
            <a:gd name="adj" fmla="val 10000"/>
          </a:avLst>
        </a:prstGeom>
        <a:solidFill>
          <a:srgbClr val="7030A0"/>
        </a:solidFill>
        <a:ln w="1905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dirty="0">
              <a:latin typeface="Aptos" panose="020B0004020202020204" pitchFamily="34" charset="0"/>
            </a:rPr>
            <a:t>Responsibility</a:t>
          </a:r>
          <a:endParaRPr lang="en-IN" sz="2400" kern="1200" dirty="0">
            <a:latin typeface="Aptos" panose="020B0004020202020204" pitchFamily="34" charset="0"/>
          </a:endParaRPr>
        </a:p>
        <a:p>
          <a:pPr marL="228600" lvl="1" indent="-228600" algn="l" defTabSz="1066800">
            <a:lnSpc>
              <a:spcPct val="90000"/>
            </a:lnSpc>
            <a:spcBef>
              <a:spcPct val="0"/>
            </a:spcBef>
            <a:spcAft>
              <a:spcPct val="15000"/>
            </a:spcAft>
            <a:buChar char="•"/>
          </a:pPr>
          <a:r>
            <a:rPr lang="en-US" sz="2400" kern="1200" dirty="0">
              <a:latin typeface="Aptos" panose="020B0004020202020204" pitchFamily="34" charset="0"/>
            </a:rPr>
            <a:t>Downtime matters</a:t>
          </a:r>
          <a:endParaRPr lang="en-IN" sz="2400" kern="1200" dirty="0">
            <a:latin typeface="Aptos" panose="020B0004020202020204" pitchFamily="34" charset="0"/>
          </a:endParaRPr>
        </a:p>
        <a:p>
          <a:pPr marL="228600" lvl="1" indent="-228600" algn="l" defTabSz="1066800">
            <a:lnSpc>
              <a:spcPct val="90000"/>
            </a:lnSpc>
            <a:spcBef>
              <a:spcPct val="0"/>
            </a:spcBef>
            <a:spcAft>
              <a:spcPct val="15000"/>
            </a:spcAft>
            <a:buChar char="•"/>
          </a:pPr>
          <a:r>
            <a:rPr lang="en-US" sz="2400" kern="1200" dirty="0">
              <a:latin typeface="Aptos" panose="020B0004020202020204" pitchFamily="34" charset="0"/>
            </a:rPr>
            <a:t>Errors matter</a:t>
          </a:r>
          <a:endParaRPr lang="en-IN" sz="2400" kern="1200" dirty="0">
            <a:latin typeface="Aptos" panose="020B0004020202020204" pitchFamily="34" charset="0"/>
          </a:endParaRPr>
        </a:p>
        <a:p>
          <a:pPr marL="228600" lvl="1" indent="-228600" algn="l" defTabSz="1066800">
            <a:lnSpc>
              <a:spcPct val="90000"/>
            </a:lnSpc>
            <a:spcBef>
              <a:spcPct val="0"/>
            </a:spcBef>
            <a:spcAft>
              <a:spcPct val="15000"/>
            </a:spcAft>
            <a:buChar char="•"/>
          </a:pPr>
          <a:r>
            <a:rPr lang="en-US" sz="2400" kern="1200" dirty="0">
              <a:latin typeface="Aptos" panose="020B0004020202020204" pitchFamily="34" charset="0"/>
            </a:rPr>
            <a:t>Trust matters</a:t>
          </a:r>
          <a:endParaRPr lang="en-IN" sz="2400" kern="1200" dirty="0">
            <a:latin typeface="Aptos" panose="020B0004020202020204" pitchFamily="34" charset="0"/>
          </a:endParaRPr>
        </a:p>
      </dsp:txBody>
      <dsp:txXfrm>
        <a:off x="7809640" y="683349"/>
        <a:ext cx="2631034" cy="211119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77586D-F435-4FAA-8D6E-293E5E6AD5F3}">
      <dsp:nvSpPr>
        <dsp:cNvPr id="0" name=""/>
        <dsp:cNvSpPr/>
      </dsp:nvSpPr>
      <dsp:spPr>
        <a:xfrm>
          <a:off x="774382" y="0"/>
          <a:ext cx="8776335" cy="3589019"/>
        </a:xfrm>
        <a:prstGeom prst="rightArrow">
          <a:avLst/>
        </a:prstGeom>
        <a:solidFill>
          <a:schemeClr val="accent4">
            <a:lumMod val="60000"/>
            <a:lumOff val="40000"/>
          </a:schemeClr>
        </a:solidFill>
        <a:ln>
          <a:noFill/>
        </a:ln>
        <a:effectLst/>
      </dsp:spPr>
      <dsp:style>
        <a:lnRef idx="0">
          <a:scrgbClr r="0" g="0" b="0"/>
        </a:lnRef>
        <a:fillRef idx="1">
          <a:scrgbClr r="0" g="0" b="0"/>
        </a:fillRef>
        <a:effectRef idx="0">
          <a:scrgbClr r="0" g="0" b="0"/>
        </a:effectRef>
        <a:fontRef idx="minor"/>
      </dsp:style>
    </dsp:sp>
    <dsp:sp modelId="{1CFD9384-0E29-4033-91CC-7D2034447AF3}">
      <dsp:nvSpPr>
        <dsp:cNvPr id="0" name=""/>
        <dsp:cNvSpPr/>
      </dsp:nvSpPr>
      <dsp:spPr>
        <a:xfrm>
          <a:off x="3387" y="1076705"/>
          <a:ext cx="3152073" cy="143560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lumMod val="95000"/>
                  <a:lumOff val="5000"/>
                </a:schemeClr>
              </a:solidFill>
              <a:latin typeface="Aptos" panose="020B0004020202020204" pitchFamily="34" charset="0"/>
            </a:rPr>
            <a:t>Before Deployment</a:t>
          </a:r>
        </a:p>
        <a:p>
          <a:pPr marL="0" lvl="0" indent="0" algn="ctr" defTabSz="889000">
            <a:lnSpc>
              <a:spcPct val="90000"/>
            </a:lnSpc>
            <a:spcBef>
              <a:spcPct val="0"/>
            </a:spcBef>
            <a:spcAft>
              <a:spcPct val="35000"/>
            </a:spcAft>
            <a:buNone/>
          </a:pPr>
          <a:r>
            <a:rPr lang="en-US" sz="2000" kern="1200" dirty="0">
              <a:latin typeface="Aptos" panose="020B0004020202020204" pitchFamily="34" charset="0"/>
            </a:rPr>
            <a:t>You control when AI runs</a:t>
          </a:r>
        </a:p>
        <a:p>
          <a:pPr marL="0" lvl="0" indent="0" algn="ctr" defTabSz="889000">
            <a:lnSpc>
              <a:spcPct val="90000"/>
            </a:lnSpc>
            <a:spcBef>
              <a:spcPct val="0"/>
            </a:spcBef>
            <a:spcAft>
              <a:spcPct val="35000"/>
            </a:spcAft>
            <a:buNone/>
          </a:pPr>
          <a:r>
            <a:rPr lang="en-US" sz="2000" kern="1200" dirty="0">
              <a:latin typeface="Aptos" panose="020B0004020202020204" pitchFamily="34" charset="0"/>
            </a:rPr>
            <a:t>You choose the inputs</a:t>
          </a:r>
        </a:p>
        <a:p>
          <a:pPr marL="0" lvl="0" indent="0" algn="ctr" defTabSz="889000">
            <a:lnSpc>
              <a:spcPct val="90000"/>
            </a:lnSpc>
            <a:spcBef>
              <a:spcPct val="0"/>
            </a:spcBef>
            <a:spcAft>
              <a:spcPct val="35000"/>
            </a:spcAft>
            <a:buNone/>
          </a:pPr>
          <a:r>
            <a:rPr lang="en-US" sz="2000" kern="1200" dirty="0">
              <a:latin typeface="Aptos" panose="020B0004020202020204" pitchFamily="34" charset="0"/>
            </a:rPr>
            <a:t>Failures are harmless</a:t>
          </a:r>
          <a:endParaRPr lang="en-IN" sz="2000" kern="1200" dirty="0">
            <a:latin typeface="Aptos" panose="020B0004020202020204" pitchFamily="34" charset="0"/>
          </a:endParaRPr>
        </a:p>
      </dsp:txBody>
      <dsp:txXfrm>
        <a:off x="73468" y="1146786"/>
        <a:ext cx="3011911" cy="1295445"/>
      </dsp:txXfrm>
    </dsp:sp>
    <dsp:sp modelId="{CDB6DC83-E0C4-4484-B7C0-58E0508A9DFE}">
      <dsp:nvSpPr>
        <dsp:cNvPr id="0" name=""/>
        <dsp:cNvSpPr/>
      </dsp:nvSpPr>
      <dsp:spPr>
        <a:xfrm>
          <a:off x="3586513" y="1076705"/>
          <a:ext cx="3152073" cy="143560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lumMod val="95000"/>
                  <a:lumOff val="5000"/>
                </a:schemeClr>
              </a:solidFill>
              <a:latin typeface="Aptos" panose="020B0004020202020204" pitchFamily="34" charset="0"/>
            </a:rPr>
            <a:t>Deployment Moment</a:t>
          </a:r>
        </a:p>
        <a:p>
          <a:pPr marL="0" lvl="0" indent="0" algn="ctr" defTabSz="889000">
            <a:lnSpc>
              <a:spcPct val="90000"/>
            </a:lnSpc>
            <a:spcBef>
              <a:spcPct val="0"/>
            </a:spcBef>
            <a:spcAft>
              <a:spcPct val="35000"/>
            </a:spcAft>
            <a:buNone/>
          </a:pPr>
          <a:r>
            <a:rPr lang="en-US" sz="2000" kern="1200" dirty="0">
              <a:latin typeface="Aptos" panose="020B0004020202020204" pitchFamily="34" charset="0"/>
            </a:rPr>
            <a:t>making the AI system </a:t>
          </a:r>
          <a:r>
            <a:rPr lang="en-US" sz="2000" b="1" kern="1200" dirty="0">
              <a:latin typeface="Aptos" panose="020B0004020202020204" pitchFamily="34" charset="0"/>
            </a:rPr>
            <a:t>live</a:t>
          </a:r>
          <a:endParaRPr lang="en-US" sz="2000" kern="1200" dirty="0">
            <a:latin typeface="Aptos" panose="020B0004020202020204" pitchFamily="34" charset="0"/>
          </a:endParaRPr>
        </a:p>
        <a:p>
          <a:pPr marL="0" lvl="0" indent="0" algn="ctr" defTabSz="889000">
            <a:lnSpc>
              <a:spcPct val="90000"/>
            </a:lnSpc>
            <a:spcBef>
              <a:spcPct val="0"/>
            </a:spcBef>
            <a:spcAft>
              <a:spcPct val="35000"/>
            </a:spcAft>
            <a:buFont typeface="Arial" panose="020B0604020202020204" pitchFamily="34" charset="0"/>
            <a:buNone/>
          </a:pPr>
          <a:r>
            <a:rPr lang="en-US" sz="2000" kern="1200" dirty="0">
              <a:latin typeface="Aptos" panose="020B0004020202020204" pitchFamily="34" charset="0"/>
            </a:rPr>
            <a:t>connecting it to </a:t>
          </a:r>
          <a:r>
            <a:rPr lang="en-US" sz="2000" b="1" kern="1200" dirty="0">
              <a:latin typeface="Aptos" panose="020B0004020202020204" pitchFamily="34" charset="0"/>
            </a:rPr>
            <a:t>real workflows</a:t>
          </a:r>
          <a:endParaRPr lang="en-US" sz="2000" kern="1200" dirty="0">
            <a:latin typeface="Aptos" panose="020B0004020202020204" pitchFamily="34" charset="0"/>
          </a:endParaRPr>
        </a:p>
      </dsp:txBody>
      <dsp:txXfrm>
        <a:off x="3656594" y="1146786"/>
        <a:ext cx="3011911" cy="1295445"/>
      </dsp:txXfrm>
    </dsp:sp>
    <dsp:sp modelId="{2BEE4B81-70D3-493B-B22B-698B7E3F8BAB}">
      <dsp:nvSpPr>
        <dsp:cNvPr id="0" name=""/>
        <dsp:cNvSpPr/>
      </dsp:nvSpPr>
      <dsp:spPr>
        <a:xfrm>
          <a:off x="7169639" y="1076705"/>
          <a:ext cx="3152073" cy="143560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lumMod val="95000"/>
                  <a:lumOff val="5000"/>
                </a:schemeClr>
              </a:solidFill>
              <a:latin typeface="Aptos" panose="020B0004020202020204" pitchFamily="34" charset="0"/>
            </a:rPr>
            <a:t>After Deployment</a:t>
          </a:r>
        </a:p>
        <a:p>
          <a:pPr marL="0" lvl="0" indent="0" algn="ctr" defTabSz="889000">
            <a:lnSpc>
              <a:spcPct val="90000"/>
            </a:lnSpc>
            <a:spcBef>
              <a:spcPct val="0"/>
            </a:spcBef>
            <a:spcAft>
              <a:spcPct val="35000"/>
            </a:spcAft>
            <a:buNone/>
          </a:pPr>
          <a:r>
            <a:rPr lang="en-US" sz="2000" kern="1200" dirty="0">
              <a:latin typeface="Aptos" panose="020B0004020202020204" pitchFamily="34" charset="0"/>
            </a:rPr>
            <a:t>Users trigger the AI</a:t>
          </a:r>
        </a:p>
        <a:p>
          <a:pPr marL="0" lvl="0" indent="0" algn="ctr" defTabSz="889000">
            <a:lnSpc>
              <a:spcPct val="90000"/>
            </a:lnSpc>
            <a:spcBef>
              <a:spcPct val="0"/>
            </a:spcBef>
            <a:spcAft>
              <a:spcPct val="35000"/>
            </a:spcAft>
            <a:buNone/>
          </a:pPr>
          <a:r>
            <a:rPr lang="en-US" sz="2000" kern="1200" dirty="0">
              <a:latin typeface="Aptos" panose="020B0004020202020204" pitchFamily="34" charset="0"/>
            </a:rPr>
            <a:t>Real data flows in</a:t>
          </a:r>
        </a:p>
        <a:p>
          <a:pPr marL="0" lvl="0" indent="0" algn="ctr" defTabSz="889000">
            <a:lnSpc>
              <a:spcPct val="90000"/>
            </a:lnSpc>
            <a:spcBef>
              <a:spcPct val="0"/>
            </a:spcBef>
            <a:spcAft>
              <a:spcPct val="35000"/>
            </a:spcAft>
            <a:buNone/>
          </a:pPr>
          <a:r>
            <a:rPr lang="en-US" sz="2000" kern="1200" dirty="0">
              <a:latin typeface="Aptos" panose="020B0004020202020204" pitchFamily="34" charset="0"/>
            </a:rPr>
            <a:t>Failures have impact</a:t>
          </a:r>
          <a:endParaRPr lang="en-IN" sz="2000" kern="1200" dirty="0">
            <a:latin typeface="Aptos" panose="020B0004020202020204" pitchFamily="34" charset="0"/>
          </a:endParaRPr>
        </a:p>
      </dsp:txBody>
      <dsp:txXfrm>
        <a:off x="7239720" y="1146786"/>
        <a:ext cx="3011911" cy="129544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797298-A3A6-4272-BC7C-B1878C2E1E75}">
      <dsp:nvSpPr>
        <dsp:cNvPr id="0" name=""/>
        <dsp:cNvSpPr/>
      </dsp:nvSpPr>
      <dsp:spPr>
        <a:xfrm>
          <a:off x="1771076" y="1768"/>
          <a:ext cx="3264446" cy="1958667"/>
        </a:xfrm>
        <a:prstGeom prst="rect">
          <a:avLst/>
        </a:prstGeom>
        <a:solidFill>
          <a:srgbClr val="DBEAFE"/>
        </a:solidFill>
        <a:ln w="1905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latin typeface="Aptos" panose="020B0004020202020204" pitchFamily="34" charset="0"/>
            </a:rPr>
            <a:t>Availability</a:t>
          </a:r>
        </a:p>
        <a:p>
          <a:pPr marL="0" lvl="0" indent="0" algn="ctr" defTabSz="889000">
            <a:lnSpc>
              <a:spcPct val="90000"/>
            </a:lnSpc>
            <a:spcBef>
              <a:spcPct val="0"/>
            </a:spcBef>
            <a:spcAft>
              <a:spcPct val="35000"/>
            </a:spcAft>
            <a:buNone/>
          </a:pPr>
          <a:endParaRPr lang="en-US" sz="1800" b="1" kern="1200" dirty="0">
            <a:solidFill>
              <a:schemeClr val="tx1"/>
            </a:solidFill>
            <a:latin typeface="Aptos" panose="020B0004020202020204" pitchFamily="34" charset="0"/>
          </a:endParaRPr>
        </a:p>
        <a:p>
          <a:pPr marL="0" lvl="0" indent="0" algn="l" defTabSz="889000">
            <a:lnSpc>
              <a:spcPct val="90000"/>
            </a:lnSpc>
            <a:spcBef>
              <a:spcPct val="0"/>
            </a:spcBef>
            <a:spcAft>
              <a:spcPct val="35000"/>
            </a:spcAft>
            <a:buNone/>
          </a:pPr>
          <a:r>
            <a:rPr lang="en-US" sz="1800" kern="1200" dirty="0">
              <a:solidFill>
                <a:schemeClr val="tx1"/>
              </a:solidFill>
              <a:latin typeface="Aptos" panose="020B0004020202020204" pitchFamily="34" charset="0"/>
            </a:rPr>
            <a:t>Is the system responding?</a:t>
          </a:r>
        </a:p>
        <a:p>
          <a:pPr marL="0" lvl="0" indent="0" algn="l" defTabSz="889000">
            <a:lnSpc>
              <a:spcPct val="90000"/>
            </a:lnSpc>
            <a:spcBef>
              <a:spcPct val="0"/>
            </a:spcBef>
            <a:spcAft>
              <a:spcPct val="35000"/>
            </a:spcAft>
            <a:buNone/>
          </a:pPr>
          <a:r>
            <a:rPr lang="en-US" sz="1800" kern="1200" dirty="0">
              <a:solidFill>
                <a:schemeClr val="tx1"/>
              </a:solidFill>
              <a:latin typeface="Aptos" panose="020B0004020202020204" pitchFamily="34" charset="0"/>
            </a:rPr>
            <a:t>Is it up or down?</a:t>
          </a:r>
          <a:endParaRPr lang="en-IN" sz="1800" kern="1200" dirty="0">
            <a:solidFill>
              <a:schemeClr val="tx1"/>
            </a:solidFill>
            <a:latin typeface="Aptos" panose="020B0004020202020204" pitchFamily="34" charset="0"/>
          </a:endParaRPr>
        </a:p>
      </dsp:txBody>
      <dsp:txXfrm>
        <a:off x="1771076" y="1768"/>
        <a:ext cx="3264446" cy="1958667"/>
      </dsp:txXfrm>
    </dsp:sp>
    <dsp:sp modelId="{E258DC00-DCA2-4D07-AEE1-D4FC6BC6DCD3}">
      <dsp:nvSpPr>
        <dsp:cNvPr id="0" name=""/>
        <dsp:cNvSpPr/>
      </dsp:nvSpPr>
      <dsp:spPr>
        <a:xfrm>
          <a:off x="5361967" y="1768"/>
          <a:ext cx="3264446" cy="1958667"/>
        </a:xfrm>
        <a:prstGeom prst="rect">
          <a:avLst/>
        </a:prstGeom>
        <a:solidFill>
          <a:srgbClr val="FEF3C7"/>
        </a:solidFill>
        <a:ln w="1905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latin typeface="Aptos" panose="020B0004020202020204" pitchFamily="34" charset="0"/>
            </a:rPr>
            <a:t>        Accuracy &amp; Rules</a:t>
          </a:r>
        </a:p>
        <a:p>
          <a:pPr marL="0" lvl="0" indent="0" algn="ctr" defTabSz="889000">
            <a:lnSpc>
              <a:spcPct val="90000"/>
            </a:lnSpc>
            <a:spcBef>
              <a:spcPct val="0"/>
            </a:spcBef>
            <a:spcAft>
              <a:spcPct val="35000"/>
            </a:spcAft>
            <a:buNone/>
          </a:pPr>
          <a:endParaRPr lang="en-US" sz="1800" b="1" kern="1200" dirty="0">
            <a:solidFill>
              <a:schemeClr val="tx1"/>
            </a:solidFill>
            <a:latin typeface="Aptos" panose="020B0004020202020204" pitchFamily="34" charset="0"/>
          </a:endParaRPr>
        </a:p>
        <a:p>
          <a:pPr marL="0" lvl="0" indent="0" algn="ctr" defTabSz="889000">
            <a:lnSpc>
              <a:spcPct val="90000"/>
            </a:lnSpc>
            <a:spcBef>
              <a:spcPct val="0"/>
            </a:spcBef>
            <a:spcAft>
              <a:spcPct val="35000"/>
            </a:spcAft>
            <a:buNone/>
          </a:pPr>
          <a:r>
            <a:rPr lang="en-US" sz="1800" kern="1200" dirty="0">
              <a:solidFill>
                <a:schemeClr val="tx1"/>
              </a:solidFill>
              <a:latin typeface="Aptos" panose="020B0004020202020204" pitchFamily="34" charset="0"/>
            </a:rPr>
            <a:t>Are responses correct?</a:t>
          </a:r>
        </a:p>
        <a:p>
          <a:pPr marL="0" lvl="0" indent="0" algn="ctr" defTabSz="889000">
            <a:lnSpc>
              <a:spcPct val="90000"/>
            </a:lnSpc>
            <a:spcBef>
              <a:spcPct val="0"/>
            </a:spcBef>
            <a:spcAft>
              <a:spcPct val="35000"/>
            </a:spcAft>
            <a:buNone/>
          </a:pPr>
          <a:r>
            <a:rPr lang="en-US" sz="1800" kern="1200" dirty="0">
              <a:solidFill>
                <a:schemeClr val="tx1"/>
              </a:solidFill>
              <a:latin typeface="Aptos" panose="020B0004020202020204" pitchFamily="34" charset="0"/>
            </a:rPr>
            <a:t>Are policies followed?</a:t>
          </a:r>
          <a:endParaRPr lang="en-IN" sz="1800" kern="1200" dirty="0">
            <a:solidFill>
              <a:schemeClr val="tx1"/>
            </a:solidFill>
            <a:latin typeface="Aptos" panose="020B0004020202020204" pitchFamily="34" charset="0"/>
          </a:endParaRPr>
        </a:p>
      </dsp:txBody>
      <dsp:txXfrm>
        <a:off x="5361967" y="1768"/>
        <a:ext cx="3264446" cy="1958667"/>
      </dsp:txXfrm>
    </dsp:sp>
    <dsp:sp modelId="{B841B1CD-3DAA-4D5A-A02D-66028584822B}">
      <dsp:nvSpPr>
        <dsp:cNvPr id="0" name=""/>
        <dsp:cNvSpPr/>
      </dsp:nvSpPr>
      <dsp:spPr>
        <a:xfrm>
          <a:off x="1771076" y="2286880"/>
          <a:ext cx="3264446" cy="1958667"/>
        </a:xfrm>
        <a:prstGeom prst="rect">
          <a:avLst/>
        </a:prstGeom>
        <a:solidFill>
          <a:srgbClr val="EDE9FE"/>
        </a:solidFill>
        <a:ln w="1905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latin typeface="Aptos" panose="020B0004020202020204" pitchFamily="34" charset="0"/>
            </a:rPr>
            <a:t>Errors</a:t>
          </a:r>
        </a:p>
        <a:p>
          <a:pPr marL="0" lvl="0" indent="0" algn="ctr" defTabSz="889000">
            <a:lnSpc>
              <a:spcPct val="90000"/>
            </a:lnSpc>
            <a:spcBef>
              <a:spcPct val="0"/>
            </a:spcBef>
            <a:spcAft>
              <a:spcPct val="35000"/>
            </a:spcAft>
            <a:buNone/>
          </a:pPr>
          <a:endParaRPr lang="en-US" sz="1800" b="1" kern="1200" dirty="0">
            <a:solidFill>
              <a:schemeClr val="tx1"/>
            </a:solidFill>
            <a:latin typeface="Aptos" panose="020B0004020202020204" pitchFamily="34" charset="0"/>
          </a:endParaRPr>
        </a:p>
        <a:p>
          <a:pPr marL="0" lvl="0" indent="0" algn="ctr" defTabSz="889000">
            <a:lnSpc>
              <a:spcPct val="90000"/>
            </a:lnSpc>
            <a:spcBef>
              <a:spcPct val="0"/>
            </a:spcBef>
            <a:spcAft>
              <a:spcPct val="35000"/>
            </a:spcAft>
            <a:buNone/>
          </a:pPr>
          <a:r>
            <a:rPr lang="en-US" sz="1800" kern="1200" dirty="0">
              <a:solidFill>
                <a:schemeClr val="tx1"/>
              </a:solidFill>
              <a:latin typeface="Aptos" panose="020B0004020202020204" pitchFamily="34" charset="0"/>
            </a:rPr>
            <a:t>Error frequency</a:t>
          </a:r>
        </a:p>
        <a:p>
          <a:pPr marL="0" lvl="0" indent="0" algn="ctr" defTabSz="889000">
            <a:lnSpc>
              <a:spcPct val="90000"/>
            </a:lnSpc>
            <a:spcBef>
              <a:spcPct val="0"/>
            </a:spcBef>
            <a:spcAft>
              <a:spcPct val="35000"/>
            </a:spcAft>
            <a:buNone/>
          </a:pPr>
          <a:r>
            <a:rPr lang="en-US" sz="1800" kern="1200" dirty="0">
              <a:solidFill>
                <a:schemeClr val="tx1"/>
              </a:solidFill>
              <a:latin typeface="Aptos" panose="020B0004020202020204" pitchFamily="34" charset="0"/>
            </a:rPr>
            <a:t>Failure patterns</a:t>
          </a:r>
          <a:endParaRPr lang="en-IN" sz="1800" kern="1200" dirty="0">
            <a:solidFill>
              <a:schemeClr val="tx1"/>
            </a:solidFill>
            <a:latin typeface="Aptos" panose="020B0004020202020204" pitchFamily="34" charset="0"/>
          </a:endParaRPr>
        </a:p>
      </dsp:txBody>
      <dsp:txXfrm>
        <a:off x="1771076" y="2286880"/>
        <a:ext cx="3264446" cy="1958667"/>
      </dsp:txXfrm>
    </dsp:sp>
    <dsp:sp modelId="{EF47FD9F-4202-4207-A5E9-3AE6844584B8}">
      <dsp:nvSpPr>
        <dsp:cNvPr id="0" name=""/>
        <dsp:cNvSpPr/>
      </dsp:nvSpPr>
      <dsp:spPr>
        <a:xfrm>
          <a:off x="5361967" y="2286880"/>
          <a:ext cx="3264446" cy="1958667"/>
        </a:xfrm>
        <a:prstGeom prst="rect">
          <a:avLst/>
        </a:prstGeom>
        <a:solidFill>
          <a:srgbClr val="D1FAE5"/>
        </a:solidFill>
        <a:ln w="1905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latin typeface="Aptos" panose="020B0004020202020204" pitchFamily="34" charset="0"/>
            </a:rPr>
            <a:t> Performance</a:t>
          </a:r>
        </a:p>
        <a:p>
          <a:pPr marL="0" lvl="0" indent="0" algn="ctr" defTabSz="889000">
            <a:lnSpc>
              <a:spcPct val="90000"/>
            </a:lnSpc>
            <a:spcBef>
              <a:spcPct val="0"/>
            </a:spcBef>
            <a:spcAft>
              <a:spcPct val="35000"/>
            </a:spcAft>
            <a:buNone/>
          </a:pPr>
          <a:endParaRPr lang="en-US" sz="1800" b="1" kern="1200" dirty="0">
            <a:solidFill>
              <a:schemeClr val="tx1"/>
            </a:solidFill>
            <a:latin typeface="Aptos" panose="020B0004020202020204" pitchFamily="34" charset="0"/>
          </a:endParaRPr>
        </a:p>
        <a:p>
          <a:pPr marL="0" lvl="0" indent="0" algn="ctr" defTabSz="889000">
            <a:lnSpc>
              <a:spcPct val="90000"/>
            </a:lnSpc>
            <a:spcBef>
              <a:spcPct val="0"/>
            </a:spcBef>
            <a:spcAft>
              <a:spcPct val="35000"/>
            </a:spcAft>
            <a:buNone/>
          </a:pPr>
          <a:r>
            <a:rPr lang="en-US" sz="1800" kern="1200" dirty="0">
              <a:solidFill>
                <a:schemeClr val="tx1"/>
              </a:solidFill>
              <a:latin typeface="Aptos" panose="020B0004020202020204" pitchFamily="34" charset="0"/>
            </a:rPr>
            <a:t>Response time</a:t>
          </a:r>
        </a:p>
        <a:p>
          <a:pPr marL="0" lvl="0" indent="0" algn="ctr" defTabSz="889000">
            <a:lnSpc>
              <a:spcPct val="90000"/>
            </a:lnSpc>
            <a:spcBef>
              <a:spcPct val="0"/>
            </a:spcBef>
            <a:spcAft>
              <a:spcPct val="35000"/>
            </a:spcAft>
            <a:buNone/>
          </a:pPr>
          <a:r>
            <a:rPr lang="en-US" sz="1800" kern="1200" dirty="0">
              <a:solidFill>
                <a:schemeClr val="tx1"/>
              </a:solidFill>
              <a:latin typeface="Aptos" panose="020B0004020202020204" pitchFamily="34" charset="0"/>
            </a:rPr>
            <a:t>Degradation over time</a:t>
          </a:r>
          <a:endParaRPr lang="en-IN" sz="1800" kern="1200" dirty="0">
            <a:solidFill>
              <a:schemeClr val="tx1"/>
            </a:solidFill>
            <a:latin typeface="Aptos" panose="020B0004020202020204" pitchFamily="34" charset="0"/>
          </a:endParaRPr>
        </a:p>
      </dsp:txBody>
      <dsp:txXfrm>
        <a:off x="5361967" y="2286880"/>
        <a:ext cx="3264446" cy="1958667"/>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10FD65-2CA9-49F9-B34E-0B55720557C1}">
      <dsp:nvSpPr>
        <dsp:cNvPr id="0" name=""/>
        <dsp:cNvSpPr/>
      </dsp:nvSpPr>
      <dsp:spPr>
        <a:xfrm>
          <a:off x="9242" y="1270470"/>
          <a:ext cx="2762398" cy="1810396"/>
        </a:xfrm>
        <a:prstGeom prst="roundRect">
          <a:avLst>
            <a:gd name="adj" fmla="val 10000"/>
          </a:avLst>
        </a:prstGeom>
        <a:solidFill>
          <a:srgbClr val="FEE2E2"/>
        </a:solidFill>
        <a:ln w="19050" cap="flat" cmpd="sng" algn="ctr">
          <a:solidFill>
            <a:schemeClr val="bg2">
              <a:lumMod val="1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latin typeface="Aptos" panose="020B0004020202020204" pitchFamily="34" charset="0"/>
            </a:rPr>
            <a:t>AI Answers Customer Questions</a:t>
          </a:r>
          <a:endParaRPr lang="en-IN" sz="2000" kern="1200" dirty="0">
            <a:solidFill>
              <a:schemeClr val="tx1"/>
            </a:solidFill>
            <a:latin typeface="Aptos" panose="020B0004020202020204" pitchFamily="34" charset="0"/>
          </a:endParaRPr>
        </a:p>
      </dsp:txBody>
      <dsp:txXfrm>
        <a:off x="62267" y="1323495"/>
        <a:ext cx="2656348" cy="1704346"/>
      </dsp:txXfrm>
    </dsp:sp>
    <dsp:sp modelId="{9CA8E1C1-862A-4BA9-AE12-DFC2F6AF4118}">
      <dsp:nvSpPr>
        <dsp:cNvPr id="0" name=""/>
        <dsp:cNvSpPr/>
      </dsp:nvSpPr>
      <dsp:spPr>
        <a:xfrm>
          <a:off x="3047880" y="1833131"/>
          <a:ext cx="585628" cy="68507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89050">
            <a:lnSpc>
              <a:spcPct val="90000"/>
            </a:lnSpc>
            <a:spcBef>
              <a:spcPct val="0"/>
            </a:spcBef>
            <a:spcAft>
              <a:spcPct val="35000"/>
            </a:spcAft>
            <a:buNone/>
          </a:pPr>
          <a:endParaRPr lang="en-IN" sz="2900" kern="1200"/>
        </a:p>
      </dsp:txBody>
      <dsp:txXfrm>
        <a:off x="3047880" y="1970146"/>
        <a:ext cx="409940" cy="411044"/>
      </dsp:txXfrm>
    </dsp:sp>
    <dsp:sp modelId="{2939FDCE-FA49-46D2-B3C6-F1215A428440}">
      <dsp:nvSpPr>
        <dsp:cNvPr id="0" name=""/>
        <dsp:cNvSpPr/>
      </dsp:nvSpPr>
      <dsp:spPr>
        <a:xfrm>
          <a:off x="3876600" y="1270470"/>
          <a:ext cx="2762398" cy="1810396"/>
        </a:xfrm>
        <a:prstGeom prst="roundRect">
          <a:avLst>
            <a:gd name="adj" fmla="val 10000"/>
          </a:avLst>
        </a:prstGeom>
        <a:solidFill>
          <a:srgbClr val="FEF3C7"/>
        </a:solidFill>
        <a:ln w="19050" cap="flat" cmpd="sng" algn="ctr">
          <a:solidFill>
            <a:schemeClr val="bg2">
              <a:lumMod val="1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dirty="0">
              <a:solidFill>
                <a:schemeClr val="tx1"/>
              </a:solidFill>
              <a:latin typeface="Aptos" panose="020B0004020202020204" pitchFamily="34" charset="0"/>
            </a:rPr>
            <a:t>No Monitoring</a:t>
          </a:r>
          <a:br>
            <a:rPr lang="en-US" sz="1800" kern="1200" dirty="0">
              <a:solidFill>
                <a:schemeClr val="tx1"/>
              </a:solidFill>
              <a:latin typeface="Aptos" panose="020B0004020202020204" pitchFamily="34" charset="0"/>
            </a:rPr>
          </a:br>
          <a:endParaRPr lang="en-IN" sz="1800" kern="1200" dirty="0">
            <a:solidFill>
              <a:schemeClr val="tx1"/>
            </a:solidFill>
            <a:latin typeface="Aptos" panose="020B0004020202020204" pitchFamily="34" charset="0"/>
          </a:endParaRPr>
        </a:p>
        <a:p>
          <a:pPr marL="171450" lvl="1" indent="-171450" algn="l" defTabSz="800100">
            <a:lnSpc>
              <a:spcPct val="90000"/>
            </a:lnSpc>
            <a:spcBef>
              <a:spcPct val="0"/>
            </a:spcBef>
            <a:spcAft>
              <a:spcPct val="15000"/>
            </a:spcAft>
            <a:buChar char="•"/>
          </a:pPr>
          <a:r>
            <a:rPr lang="en-US" sz="1800" kern="1200" dirty="0">
              <a:solidFill>
                <a:schemeClr val="tx1"/>
              </a:solidFill>
              <a:latin typeface="Aptos" panose="020B0004020202020204" pitchFamily="34" charset="0"/>
            </a:rPr>
            <a:t>Wrong policy answers</a:t>
          </a:r>
          <a:endParaRPr lang="en-IN" sz="1800" kern="1200" dirty="0">
            <a:solidFill>
              <a:schemeClr val="tx1"/>
            </a:solidFill>
            <a:latin typeface="Aptos" panose="020B0004020202020204" pitchFamily="34" charset="0"/>
          </a:endParaRPr>
        </a:p>
        <a:p>
          <a:pPr marL="171450" lvl="1" indent="-171450" algn="l" defTabSz="800100">
            <a:lnSpc>
              <a:spcPct val="90000"/>
            </a:lnSpc>
            <a:spcBef>
              <a:spcPct val="0"/>
            </a:spcBef>
            <a:spcAft>
              <a:spcPct val="15000"/>
            </a:spcAft>
            <a:buChar char="•"/>
          </a:pPr>
          <a:r>
            <a:rPr lang="en-US" sz="1800" kern="1200" dirty="0">
              <a:solidFill>
                <a:schemeClr val="tx1"/>
              </a:solidFill>
              <a:latin typeface="Aptos" panose="020B0004020202020204" pitchFamily="34" charset="0"/>
            </a:rPr>
            <a:t>Slow responses</a:t>
          </a:r>
          <a:endParaRPr lang="en-IN" sz="1800" kern="1200" dirty="0">
            <a:solidFill>
              <a:schemeClr val="tx1"/>
            </a:solidFill>
            <a:latin typeface="Aptos" panose="020B0004020202020204" pitchFamily="34" charset="0"/>
          </a:endParaRPr>
        </a:p>
        <a:p>
          <a:pPr marL="171450" lvl="1" indent="-171450" algn="l" defTabSz="800100">
            <a:lnSpc>
              <a:spcPct val="90000"/>
            </a:lnSpc>
            <a:spcBef>
              <a:spcPct val="0"/>
            </a:spcBef>
            <a:spcAft>
              <a:spcPct val="15000"/>
            </a:spcAft>
            <a:buChar char="•"/>
          </a:pPr>
          <a:r>
            <a:rPr lang="en-US" sz="1800" kern="1200" dirty="0">
              <a:solidFill>
                <a:schemeClr val="tx1"/>
              </a:solidFill>
              <a:latin typeface="Aptos" panose="020B0004020202020204" pitchFamily="34" charset="0"/>
            </a:rPr>
            <a:t>Customer complaints</a:t>
          </a:r>
          <a:endParaRPr lang="en-IN" sz="1800" kern="1200" dirty="0">
            <a:solidFill>
              <a:schemeClr val="tx1"/>
            </a:solidFill>
            <a:latin typeface="Aptos" panose="020B0004020202020204" pitchFamily="34" charset="0"/>
          </a:endParaRPr>
        </a:p>
      </dsp:txBody>
      <dsp:txXfrm>
        <a:off x="3929625" y="1323495"/>
        <a:ext cx="2656348" cy="1704346"/>
      </dsp:txXfrm>
    </dsp:sp>
    <dsp:sp modelId="{08883B24-1898-4C8E-A908-F553066BB2DD}">
      <dsp:nvSpPr>
        <dsp:cNvPr id="0" name=""/>
        <dsp:cNvSpPr/>
      </dsp:nvSpPr>
      <dsp:spPr>
        <a:xfrm>
          <a:off x="6915239" y="1833131"/>
          <a:ext cx="585628" cy="68507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89050">
            <a:lnSpc>
              <a:spcPct val="90000"/>
            </a:lnSpc>
            <a:spcBef>
              <a:spcPct val="0"/>
            </a:spcBef>
            <a:spcAft>
              <a:spcPct val="35000"/>
            </a:spcAft>
            <a:buNone/>
          </a:pPr>
          <a:endParaRPr lang="en-IN" sz="2900" kern="1200"/>
        </a:p>
      </dsp:txBody>
      <dsp:txXfrm>
        <a:off x="6915239" y="1970146"/>
        <a:ext cx="409940" cy="411044"/>
      </dsp:txXfrm>
    </dsp:sp>
    <dsp:sp modelId="{EEC090F8-03AA-44D5-9E17-280170DFC577}">
      <dsp:nvSpPr>
        <dsp:cNvPr id="0" name=""/>
        <dsp:cNvSpPr/>
      </dsp:nvSpPr>
      <dsp:spPr>
        <a:xfrm>
          <a:off x="7743958" y="1270470"/>
          <a:ext cx="2762398" cy="1810396"/>
        </a:xfrm>
        <a:prstGeom prst="roundRect">
          <a:avLst>
            <a:gd name="adj" fmla="val 10000"/>
          </a:avLst>
        </a:prstGeom>
        <a:solidFill>
          <a:srgbClr val="D1FAE5"/>
        </a:solidFill>
        <a:ln w="19050" cap="flat" cmpd="sng" algn="ctr">
          <a:solidFill>
            <a:schemeClr val="bg2">
              <a:lumMod val="1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dirty="0">
              <a:solidFill>
                <a:schemeClr val="tx1"/>
              </a:solidFill>
              <a:latin typeface="Aptos" panose="020B0004020202020204" pitchFamily="34" charset="0"/>
            </a:rPr>
            <a:t>Business Impact</a:t>
          </a:r>
        </a:p>
        <a:p>
          <a:pPr marL="0" lvl="0" indent="0" algn="l" defTabSz="800100">
            <a:lnSpc>
              <a:spcPct val="90000"/>
            </a:lnSpc>
            <a:spcBef>
              <a:spcPct val="0"/>
            </a:spcBef>
            <a:spcAft>
              <a:spcPct val="35000"/>
            </a:spcAft>
            <a:buNone/>
          </a:pPr>
          <a:endParaRPr lang="en-IN" sz="1800" kern="1200" dirty="0">
            <a:solidFill>
              <a:schemeClr val="tx1"/>
            </a:solidFill>
            <a:latin typeface="Aptos" panose="020B0004020202020204" pitchFamily="34" charset="0"/>
          </a:endParaRPr>
        </a:p>
        <a:p>
          <a:pPr marL="171450" lvl="1" indent="-171450" algn="l" defTabSz="800100">
            <a:lnSpc>
              <a:spcPct val="90000"/>
            </a:lnSpc>
            <a:spcBef>
              <a:spcPct val="0"/>
            </a:spcBef>
            <a:spcAft>
              <a:spcPct val="15000"/>
            </a:spcAft>
            <a:buChar char="•"/>
          </a:pPr>
          <a:r>
            <a:rPr lang="en-US" sz="1800" kern="1200" dirty="0">
              <a:solidFill>
                <a:schemeClr val="tx1"/>
              </a:solidFill>
              <a:latin typeface="Aptos" panose="020B0004020202020204" pitchFamily="34" charset="0"/>
            </a:rPr>
            <a:t>Loss of trust</a:t>
          </a:r>
          <a:endParaRPr lang="en-IN" sz="1800" kern="1200" dirty="0">
            <a:solidFill>
              <a:schemeClr val="tx1"/>
            </a:solidFill>
            <a:latin typeface="Aptos" panose="020B0004020202020204" pitchFamily="34" charset="0"/>
          </a:endParaRPr>
        </a:p>
        <a:p>
          <a:pPr marL="171450" lvl="1" indent="-171450" algn="l" defTabSz="800100">
            <a:lnSpc>
              <a:spcPct val="90000"/>
            </a:lnSpc>
            <a:spcBef>
              <a:spcPct val="0"/>
            </a:spcBef>
            <a:spcAft>
              <a:spcPct val="15000"/>
            </a:spcAft>
            <a:buChar char="•"/>
          </a:pPr>
          <a:r>
            <a:rPr lang="en-US" sz="1800" kern="1200" dirty="0">
              <a:solidFill>
                <a:schemeClr val="tx1"/>
              </a:solidFill>
              <a:latin typeface="Aptos" panose="020B0004020202020204" pitchFamily="34" charset="0"/>
            </a:rPr>
            <a:t>Escalations</a:t>
          </a:r>
          <a:endParaRPr lang="en-IN" sz="1800" kern="1200" dirty="0">
            <a:solidFill>
              <a:schemeClr val="tx1"/>
            </a:solidFill>
            <a:latin typeface="Aptos" panose="020B0004020202020204" pitchFamily="34" charset="0"/>
          </a:endParaRPr>
        </a:p>
        <a:p>
          <a:pPr marL="171450" lvl="1" indent="-171450" algn="l" defTabSz="800100">
            <a:lnSpc>
              <a:spcPct val="90000"/>
            </a:lnSpc>
            <a:spcBef>
              <a:spcPct val="0"/>
            </a:spcBef>
            <a:spcAft>
              <a:spcPct val="15000"/>
            </a:spcAft>
            <a:buChar char="•"/>
          </a:pPr>
          <a:r>
            <a:rPr lang="en-US" sz="1800" kern="1200" dirty="0">
              <a:solidFill>
                <a:schemeClr val="tx1"/>
              </a:solidFill>
              <a:latin typeface="Aptos" panose="020B0004020202020204" pitchFamily="34" charset="0"/>
            </a:rPr>
            <a:t>Manual damage control</a:t>
          </a:r>
          <a:endParaRPr lang="en-IN" sz="1800" kern="1200" dirty="0">
            <a:solidFill>
              <a:schemeClr val="tx1"/>
            </a:solidFill>
            <a:latin typeface="Aptos" panose="020B0004020202020204" pitchFamily="34" charset="0"/>
          </a:endParaRPr>
        </a:p>
      </dsp:txBody>
      <dsp:txXfrm>
        <a:off x="7796983" y="1323495"/>
        <a:ext cx="2656348" cy="170434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29CBF0-41A0-445C-822A-0B2580028697}">
      <dsp:nvSpPr>
        <dsp:cNvPr id="0" name=""/>
        <dsp:cNvSpPr/>
      </dsp:nvSpPr>
      <dsp:spPr>
        <a:xfrm>
          <a:off x="137150" y="48280"/>
          <a:ext cx="3029396" cy="1817637"/>
        </a:xfrm>
        <a:prstGeom prst="rect">
          <a:avLst/>
        </a:prstGeom>
        <a:solidFill>
          <a:srgbClr val="FFC000"/>
        </a:solidFill>
        <a:ln w="1905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i="0" kern="1200" baseline="0" dirty="0">
              <a:solidFill>
                <a:schemeClr val="tx1">
                  <a:lumMod val="95000"/>
                  <a:lumOff val="5000"/>
                </a:schemeClr>
              </a:solidFill>
              <a:latin typeface="Aptos" panose="020B0004020202020204" pitchFamily="34" charset="0"/>
            </a:rPr>
            <a:t>Large models for simple tasks</a:t>
          </a:r>
          <a:endParaRPr lang="en-IN" sz="2400" b="1" kern="1200" dirty="0">
            <a:solidFill>
              <a:schemeClr val="tx1">
                <a:lumMod val="95000"/>
                <a:lumOff val="5000"/>
              </a:schemeClr>
            </a:solidFill>
            <a:latin typeface="Aptos" panose="020B0004020202020204" pitchFamily="34" charset="0"/>
          </a:endParaRPr>
        </a:p>
      </dsp:txBody>
      <dsp:txXfrm>
        <a:off x="137150" y="48280"/>
        <a:ext cx="3029396" cy="1817637"/>
      </dsp:txXfrm>
    </dsp:sp>
    <dsp:sp modelId="{25DC3139-46CC-48CD-B900-192C23E79116}">
      <dsp:nvSpPr>
        <dsp:cNvPr id="0" name=""/>
        <dsp:cNvSpPr/>
      </dsp:nvSpPr>
      <dsp:spPr>
        <a:xfrm>
          <a:off x="3880272" y="0"/>
          <a:ext cx="3029396" cy="1817637"/>
        </a:xfrm>
        <a:prstGeom prst="rect">
          <a:avLst/>
        </a:prstGeom>
        <a:solidFill>
          <a:srgbClr val="FFC000"/>
        </a:solidFill>
        <a:ln w="1905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i="0" kern="1200" baseline="0" dirty="0">
              <a:solidFill>
                <a:schemeClr val="tx1">
                  <a:lumMod val="95000"/>
                  <a:lumOff val="5000"/>
                </a:schemeClr>
              </a:solidFill>
              <a:latin typeface="Aptos" panose="020B0004020202020204" pitchFamily="34" charset="0"/>
            </a:rPr>
            <a:t>Repeating the same work</a:t>
          </a:r>
          <a:endParaRPr lang="en-IN" sz="2400" b="1" kern="1200" dirty="0">
            <a:solidFill>
              <a:schemeClr val="tx1">
                <a:lumMod val="95000"/>
                <a:lumOff val="5000"/>
              </a:schemeClr>
            </a:solidFill>
            <a:latin typeface="Aptos" panose="020B0004020202020204" pitchFamily="34" charset="0"/>
          </a:endParaRPr>
        </a:p>
      </dsp:txBody>
      <dsp:txXfrm>
        <a:off x="3880272" y="0"/>
        <a:ext cx="3029396" cy="1817637"/>
      </dsp:txXfrm>
    </dsp:sp>
    <dsp:sp modelId="{F85BAE58-78DF-45AD-83C8-FDC796BDF38E}">
      <dsp:nvSpPr>
        <dsp:cNvPr id="0" name=""/>
        <dsp:cNvSpPr/>
      </dsp:nvSpPr>
      <dsp:spPr>
        <a:xfrm>
          <a:off x="1514253" y="1988554"/>
          <a:ext cx="3029396" cy="1817637"/>
        </a:xfrm>
        <a:prstGeom prst="rect">
          <a:avLst/>
        </a:prstGeom>
        <a:solidFill>
          <a:srgbClr val="FFC000"/>
        </a:solidFill>
        <a:ln w="1905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i="0" kern="1200" baseline="0" dirty="0">
              <a:solidFill>
                <a:schemeClr val="tx1">
                  <a:lumMod val="95000"/>
                  <a:lumOff val="5000"/>
                </a:schemeClr>
              </a:solidFill>
              <a:latin typeface="Aptos" panose="020B0004020202020204" pitchFamily="34" charset="0"/>
            </a:rPr>
            <a:t>Sending too much data</a:t>
          </a:r>
          <a:endParaRPr lang="en-IN" sz="2400" b="1" kern="1200" dirty="0">
            <a:solidFill>
              <a:schemeClr val="tx1">
                <a:lumMod val="95000"/>
                <a:lumOff val="5000"/>
              </a:schemeClr>
            </a:solidFill>
            <a:latin typeface="Aptos" panose="020B0004020202020204" pitchFamily="34" charset="0"/>
          </a:endParaRPr>
        </a:p>
      </dsp:txBody>
      <dsp:txXfrm>
        <a:off x="1514253" y="1988554"/>
        <a:ext cx="3029396" cy="1817637"/>
      </dsp:txXfrm>
    </dsp:sp>
    <dsp:sp modelId="{0C7A59A6-D200-4C35-90A9-04C5CCDF0D1F}">
      <dsp:nvSpPr>
        <dsp:cNvPr id="0" name=""/>
        <dsp:cNvSpPr/>
      </dsp:nvSpPr>
      <dsp:spPr>
        <a:xfrm>
          <a:off x="6237446" y="1996873"/>
          <a:ext cx="3029396" cy="1817637"/>
        </a:xfrm>
        <a:prstGeom prst="rect">
          <a:avLst/>
        </a:prstGeom>
        <a:solidFill>
          <a:srgbClr val="FFC000"/>
        </a:solidFill>
        <a:ln w="1905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b="1" i="0" kern="1200" baseline="0" dirty="0">
              <a:solidFill>
                <a:schemeClr val="tx1">
                  <a:lumMod val="95000"/>
                  <a:lumOff val="5000"/>
                </a:schemeClr>
              </a:solidFill>
              <a:latin typeface="Aptos" panose="020B0004020202020204" pitchFamily="34" charset="0"/>
            </a:rPr>
            <a:t>Unclear Success Criteria</a:t>
          </a:r>
        </a:p>
      </dsp:txBody>
      <dsp:txXfrm>
        <a:off x="6237446" y="1996873"/>
        <a:ext cx="3029396" cy="1817637"/>
      </dsp:txXfrm>
    </dsp:sp>
    <dsp:sp modelId="{8338B5DD-9514-4B70-8B2A-93B66EAB177E}">
      <dsp:nvSpPr>
        <dsp:cNvPr id="0" name=""/>
        <dsp:cNvSpPr/>
      </dsp:nvSpPr>
      <dsp:spPr>
        <a:xfrm>
          <a:off x="7486203" y="34024"/>
          <a:ext cx="3029396" cy="1817637"/>
        </a:xfrm>
        <a:prstGeom prst="rect">
          <a:avLst/>
        </a:prstGeom>
        <a:solidFill>
          <a:srgbClr val="FFC000"/>
        </a:solidFill>
        <a:ln w="1905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i="0" kern="1200" baseline="0" dirty="0">
              <a:solidFill>
                <a:schemeClr val="tx1">
                  <a:lumMod val="95000"/>
                  <a:lumOff val="5000"/>
                </a:schemeClr>
              </a:solidFill>
              <a:latin typeface="Aptos" panose="020B0004020202020204" pitchFamily="34" charset="0"/>
            </a:rPr>
            <a:t>Over-complicated prompts</a:t>
          </a:r>
          <a:endParaRPr lang="en-IN" sz="2400" b="1" kern="1200" dirty="0">
            <a:solidFill>
              <a:schemeClr val="tx1">
                <a:lumMod val="95000"/>
                <a:lumOff val="5000"/>
              </a:schemeClr>
            </a:solidFill>
            <a:latin typeface="Aptos" panose="020B0004020202020204" pitchFamily="34" charset="0"/>
          </a:endParaRPr>
        </a:p>
      </dsp:txBody>
      <dsp:txXfrm>
        <a:off x="7486203" y="34024"/>
        <a:ext cx="3029396" cy="1817637"/>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20348E-C0AB-4E74-AD63-AE59C8795C8F}">
      <dsp:nvSpPr>
        <dsp:cNvPr id="0" name=""/>
        <dsp:cNvSpPr/>
      </dsp:nvSpPr>
      <dsp:spPr>
        <a:xfrm>
          <a:off x="1017273" y="2020"/>
          <a:ext cx="4754876" cy="971814"/>
        </a:xfrm>
        <a:prstGeom prst="roundRect">
          <a:avLst/>
        </a:prstGeom>
        <a:solidFill>
          <a:srgbClr val="FFC000"/>
        </a:solidFill>
        <a:ln w="1905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IN" sz="2000" b="1" kern="1200" dirty="0">
              <a:solidFill>
                <a:schemeClr val="tx1"/>
              </a:solidFill>
              <a:latin typeface="Aptos" panose="020B0004020202020204" pitchFamily="34" charset="0"/>
            </a:rPr>
            <a:t>Long prompts</a:t>
          </a:r>
        </a:p>
      </dsp:txBody>
      <dsp:txXfrm>
        <a:off x="1064713" y="49460"/>
        <a:ext cx="4659996" cy="876934"/>
      </dsp:txXfrm>
    </dsp:sp>
    <dsp:sp modelId="{4B2857D7-1521-453A-A3B6-4ADC6245FBDD}">
      <dsp:nvSpPr>
        <dsp:cNvPr id="0" name=""/>
        <dsp:cNvSpPr/>
      </dsp:nvSpPr>
      <dsp:spPr>
        <a:xfrm>
          <a:off x="1017273" y="1022426"/>
          <a:ext cx="4777732" cy="971814"/>
        </a:xfrm>
        <a:prstGeom prst="roundRect">
          <a:avLst/>
        </a:prstGeom>
        <a:solidFill>
          <a:srgbClr val="92D050"/>
        </a:solidFill>
        <a:ln w="1905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IN" sz="2000" b="1" kern="1200" dirty="0">
              <a:solidFill>
                <a:schemeClr val="tx1"/>
              </a:solidFill>
              <a:latin typeface="Aptos" panose="020B0004020202020204" pitchFamily="34" charset="0"/>
            </a:rPr>
            <a:t>Over-detailed responses</a:t>
          </a:r>
        </a:p>
      </dsp:txBody>
      <dsp:txXfrm>
        <a:off x="1064713" y="1069866"/>
        <a:ext cx="4682852" cy="876934"/>
      </dsp:txXfrm>
    </dsp:sp>
    <dsp:sp modelId="{D80E0C7B-DBB1-4F04-AEDF-25ED3CB214C3}">
      <dsp:nvSpPr>
        <dsp:cNvPr id="0" name=""/>
        <dsp:cNvSpPr/>
      </dsp:nvSpPr>
      <dsp:spPr>
        <a:xfrm>
          <a:off x="1017273" y="2042831"/>
          <a:ext cx="4752006" cy="971814"/>
        </a:xfrm>
        <a:prstGeom prst="roundRect">
          <a:avLst/>
        </a:prstGeom>
        <a:solidFill>
          <a:schemeClr val="accent4">
            <a:lumMod val="40000"/>
            <a:lumOff val="60000"/>
          </a:schemeClr>
        </a:solidFill>
        <a:ln w="1905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IN" sz="2000" b="1" kern="1200" dirty="0">
              <a:solidFill>
                <a:schemeClr val="tx1"/>
              </a:solidFill>
              <a:latin typeface="Aptos" panose="020B0004020202020204" pitchFamily="34" charset="0"/>
            </a:rPr>
            <a:t>Large models for simple tasks</a:t>
          </a:r>
        </a:p>
      </dsp:txBody>
      <dsp:txXfrm>
        <a:off x="1064713" y="2090271"/>
        <a:ext cx="4657126" cy="876934"/>
      </dsp:txXfrm>
    </dsp:sp>
    <dsp:sp modelId="{D1C3962B-95F2-46B2-8EEC-50EE4C2F4BE1}">
      <dsp:nvSpPr>
        <dsp:cNvPr id="0" name=""/>
        <dsp:cNvSpPr/>
      </dsp:nvSpPr>
      <dsp:spPr>
        <a:xfrm>
          <a:off x="1017273" y="3063237"/>
          <a:ext cx="4752006" cy="971814"/>
        </a:xfrm>
        <a:prstGeom prst="roundRect">
          <a:avLst/>
        </a:prstGeom>
        <a:solidFill>
          <a:srgbClr val="7030A0"/>
        </a:solidFill>
        <a:ln w="1905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IN" sz="2000" b="1" kern="1200" dirty="0">
              <a:solidFill>
                <a:schemeClr val="tx1"/>
              </a:solidFill>
              <a:latin typeface="Aptos" panose="020B0004020202020204" pitchFamily="34" charset="0"/>
            </a:rPr>
            <a:t>Too many users at once</a:t>
          </a:r>
        </a:p>
      </dsp:txBody>
      <dsp:txXfrm>
        <a:off x="1064713" y="3110677"/>
        <a:ext cx="4657126" cy="876934"/>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A0D016-05D0-4850-B323-E78A3691059C}">
      <dsp:nvSpPr>
        <dsp:cNvPr id="0" name=""/>
        <dsp:cNvSpPr/>
      </dsp:nvSpPr>
      <dsp:spPr>
        <a:xfrm rot="2612292">
          <a:off x="2535279" y="2995855"/>
          <a:ext cx="495652" cy="50712"/>
        </a:xfrm>
        <a:custGeom>
          <a:avLst/>
          <a:gdLst/>
          <a:ahLst/>
          <a:cxnLst/>
          <a:rect l="0" t="0" r="0" b="0"/>
          <a:pathLst>
            <a:path>
              <a:moveTo>
                <a:pt x="0" y="25356"/>
              </a:moveTo>
              <a:lnTo>
                <a:pt x="495652" y="25356"/>
              </a:lnTo>
            </a:path>
          </a:pathLst>
        </a:custGeom>
        <a:noFill/>
        <a:ln w="1905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45F99C-141D-49C0-9678-68136CE17035}">
      <dsp:nvSpPr>
        <dsp:cNvPr id="0" name=""/>
        <dsp:cNvSpPr/>
      </dsp:nvSpPr>
      <dsp:spPr>
        <a:xfrm>
          <a:off x="2603453" y="2128992"/>
          <a:ext cx="736439" cy="50712"/>
        </a:xfrm>
        <a:custGeom>
          <a:avLst/>
          <a:gdLst/>
          <a:ahLst/>
          <a:cxnLst/>
          <a:rect l="0" t="0" r="0" b="0"/>
          <a:pathLst>
            <a:path>
              <a:moveTo>
                <a:pt x="0" y="25356"/>
              </a:moveTo>
              <a:lnTo>
                <a:pt x="736439" y="25356"/>
              </a:lnTo>
            </a:path>
          </a:pathLst>
        </a:custGeom>
        <a:noFill/>
        <a:ln w="1905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720006E-6C8D-4EBC-BB76-C3EFCC8357A6}">
      <dsp:nvSpPr>
        <dsp:cNvPr id="0" name=""/>
        <dsp:cNvSpPr/>
      </dsp:nvSpPr>
      <dsp:spPr>
        <a:xfrm rot="19038811">
          <a:off x="2515649" y="1228575"/>
          <a:ext cx="662854" cy="50712"/>
        </a:xfrm>
        <a:custGeom>
          <a:avLst/>
          <a:gdLst/>
          <a:ahLst/>
          <a:cxnLst/>
          <a:rect l="0" t="0" r="0" b="0"/>
          <a:pathLst>
            <a:path>
              <a:moveTo>
                <a:pt x="0" y="25356"/>
              </a:moveTo>
              <a:lnTo>
                <a:pt x="662854" y="25356"/>
              </a:lnTo>
            </a:path>
          </a:pathLst>
        </a:custGeom>
        <a:noFill/>
        <a:ln w="1905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F2761BA-47E0-41D0-B3F3-F224D9AF71C1}">
      <dsp:nvSpPr>
        <dsp:cNvPr id="0" name=""/>
        <dsp:cNvSpPr/>
      </dsp:nvSpPr>
      <dsp:spPr>
        <a:xfrm>
          <a:off x="824254" y="1107761"/>
          <a:ext cx="2093174" cy="2093174"/>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AF6042F0-018B-46C5-A4D7-2350172E7632}">
      <dsp:nvSpPr>
        <dsp:cNvPr id="0" name=""/>
        <dsp:cNvSpPr/>
      </dsp:nvSpPr>
      <dsp:spPr>
        <a:xfrm>
          <a:off x="2924340" y="-24467"/>
          <a:ext cx="1255904" cy="1255904"/>
        </a:xfrm>
        <a:prstGeom prst="ellips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latin typeface="Aptos" panose="020B0004020202020204" pitchFamily="34" charset="0"/>
            </a:rPr>
            <a:t>requests may fail</a:t>
          </a:r>
        </a:p>
      </dsp:txBody>
      <dsp:txXfrm>
        <a:off x="3108263" y="159456"/>
        <a:ext cx="888058" cy="888058"/>
      </dsp:txXfrm>
    </dsp:sp>
    <dsp:sp modelId="{3AEFB481-D5D8-431B-ABB1-573590375E42}">
      <dsp:nvSpPr>
        <dsp:cNvPr id="0" name=""/>
        <dsp:cNvSpPr/>
      </dsp:nvSpPr>
      <dsp:spPr>
        <a:xfrm>
          <a:off x="3339892" y="1526396"/>
          <a:ext cx="1255904" cy="1255904"/>
        </a:xfrm>
        <a:prstGeom prst="ellips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Aptos" panose="020B0004020202020204" pitchFamily="34" charset="0"/>
            </a:rPr>
            <a:t>data may be missing </a:t>
          </a:r>
          <a:endParaRPr lang="en-IN" sz="1800" kern="1200" dirty="0">
            <a:latin typeface="Aptos" panose="020B0004020202020204" pitchFamily="34" charset="0"/>
          </a:endParaRPr>
        </a:p>
      </dsp:txBody>
      <dsp:txXfrm>
        <a:off x="3523815" y="1710319"/>
        <a:ext cx="888058" cy="888058"/>
      </dsp:txXfrm>
    </dsp:sp>
    <dsp:sp modelId="{0E60B2A1-1953-49A7-9FDA-D43AD9713B31}">
      <dsp:nvSpPr>
        <dsp:cNvPr id="0" name=""/>
        <dsp:cNvSpPr/>
      </dsp:nvSpPr>
      <dsp:spPr>
        <a:xfrm>
          <a:off x="2677531" y="3026364"/>
          <a:ext cx="1650798" cy="1357695"/>
        </a:xfrm>
        <a:prstGeom prst="ellipse">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Aptos" panose="020B0004020202020204" pitchFamily="34" charset="0"/>
            </a:rPr>
            <a:t>systems may slow down or stop</a:t>
          </a:r>
          <a:endParaRPr lang="en-IN" sz="1800" kern="1200" dirty="0">
            <a:latin typeface="Aptos" panose="020B0004020202020204" pitchFamily="34" charset="0"/>
          </a:endParaRPr>
        </a:p>
      </dsp:txBody>
      <dsp:txXfrm>
        <a:off x="2919285" y="3225194"/>
        <a:ext cx="1167290" cy="960035"/>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2552F5-5286-4B7B-B9E6-128F63285454}">
      <dsp:nvSpPr>
        <dsp:cNvPr id="0" name=""/>
        <dsp:cNvSpPr/>
      </dsp:nvSpPr>
      <dsp:spPr>
        <a:xfrm>
          <a:off x="3198495" y="0"/>
          <a:ext cx="3931919" cy="3931919"/>
        </a:xfrm>
        <a:prstGeom prst="quadArrow">
          <a:avLst>
            <a:gd name="adj1" fmla="val 2000"/>
            <a:gd name="adj2" fmla="val 4000"/>
            <a:gd name="adj3" fmla="val 5000"/>
          </a:avLst>
        </a:prstGeom>
        <a:solidFill>
          <a:schemeClr val="accent2">
            <a:tint val="40000"/>
            <a:hueOff val="0"/>
            <a:satOff val="0"/>
            <a:lumOff val="0"/>
            <a:alphaOff val="0"/>
          </a:schemeClr>
        </a:solidFill>
        <a:ln>
          <a:noFill/>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0">
          <a:scrgbClr r="0" g="0" b="0"/>
        </a:lnRef>
        <a:fillRef idx="1">
          <a:scrgbClr r="0" g="0" b="0"/>
        </a:fillRef>
        <a:effectRef idx="0">
          <a:scrgbClr r="0" g="0" b="0"/>
        </a:effectRef>
        <a:fontRef idx="minor"/>
      </dsp:style>
    </dsp:sp>
    <dsp:sp modelId="{E3076196-D95B-41BF-AAEC-FB66593EE619}">
      <dsp:nvSpPr>
        <dsp:cNvPr id="0" name=""/>
        <dsp:cNvSpPr/>
      </dsp:nvSpPr>
      <dsp:spPr>
        <a:xfrm>
          <a:off x="3454070" y="255574"/>
          <a:ext cx="1572767" cy="1572767"/>
        </a:xfrm>
        <a:prstGeom prst="roundRect">
          <a:avLst/>
        </a:prstGeom>
        <a:solidFill>
          <a:srgbClr val="FF0000"/>
        </a:solidFill>
        <a:ln w="1905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latin typeface="Aptos" panose="020B0004020202020204" pitchFamily="34" charset="0"/>
            </a:rPr>
            <a:t>Failed response</a:t>
          </a:r>
        </a:p>
      </dsp:txBody>
      <dsp:txXfrm>
        <a:off x="3530846" y="332350"/>
        <a:ext cx="1419215" cy="1419215"/>
      </dsp:txXfrm>
    </dsp:sp>
    <dsp:sp modelId="{0294A6B9-8B48-46B9-BB53-C9922F18334D}">
      <dsp:nvSpPr>
        <dsp:cNvPr id="0" name=""/>
        <dsp:cNvSpPr/>
      </dsp:nvSpPr>
      <dsp:spPr>
        <a:xfrm>
          <a:off x="5302072" y="255574"/>
          <a:ext cx="1572767" cy="1572767"/>
        </a:xfrm>
        <a:prstGeom prst="roundRect">
          <a:avLst/>
        </a:prstGeom>
        <a:solidFill>
          <a:schemeClr val="accent3">
            <a:hueOff val="0"/>
            <a:satOff val="0"/>
            <a:lumOff val="0"/>
            <a:alphaOff val="0"/>
          </a:schemeClr>
        </a:solidFill>
        <a:ln w="1905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latin typeface="Aptos" panose="020B0004020202020204" pitchFamily="34" charset="0"/>
            </a:rPr>
            <a:t>Missing data</a:t>
          </a:r>
        </a:p>
      </dsp:txBody>
      <dsp:txXfrm>
        <a:off x="5378848" y="332350"/>
        <a:ext cx="1419215" cy="1419215"/>
      </dsp:txXfrm>
    </dsp:sp>
    <dsp:sp modelId="{AC97F800-E666-4B1A-B1C8-FD57F14D6E24}">
      <dsp:nvSpPr>
        <dsp:cNvPr id="0" name=""/>
        <dsp:cNvSpPr/>
      </dsp:nvSpPr>
      <dsp:spPr>
        <a:xfrm>
          <a:off x="3454070" y="2103576"/>
          <a:ext cx="1572767" cy="1572767"/>
        </a:xfrm>
        <a:prstGeom prst="roundRect">
          <a:avLst/>
        </a:prstGeom>
        <a:solidFill>
          <a:srgbClr val="7030A0"/>
        </a:solidFill>
        <a:ln w="1905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latin typeface="Aptos" panose="020B0004020202020204" pitchFamily="34" charset="0"/>
            </a:rPr>
            <a:t>Timeout</a:t>
          </a:r>
        </a:p>
      </dsp:txBody>
      <dsp:txXfrm>
        <a:off x="3530846" y="2180352"/>
        <a:ext cx="1419215" cy="1419215"/>
      </dsp:txXfrm>
    </dsp:sp>
    <dsp:sp modelId="{543ED3E5-51F2-4F1F-B4F4-B8FA3035604A}">
      <dsp:nvSpPr>
        <dsp:cNvPr id="0" name=""/>
        <dsp:cNvSpPr/>
      </dsp:nvSpPr>
      <dsp:spPr>
        <a:xfrm>
          <a:off x="5302072" y="2103576"/>
          <a:ext cx="1572767" cy="1572767"/>
        </a:xfrm>
        <a:prstGeom prst="roundRect">
          <a:avLst/>
        </a:prstGeom>
        <a:solidFill>
          <a:srgbClr val="FFC000"/>
        </a:solidFill>
        <a:ln w="1905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latin typeface="Aptos" panose="020B0004020202020204" pitchFamily="34" charset="0"/>
            </a:rPr>
            <a:t>Unexpected output</a:t>
          </a:r>
        </a:p>
      </dsp:txBody>
      <dsp:txXfrm>
        <a:off x="5378848" y="2180352"/>
        <a:ext cx="1419215" cy="1419215"/>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61C73D-7A31-4796-A05B-3D70E1C4E211}">
      <dsp:nvSpPr>
        <dsp:cNvPr id="0" name=""/>
        <dsp:cNvSpPr/>
      </dsp:nvSpPr>
      <dsp:spPr>
        <a:xfrm>
          <a:off x="4621" y="0"/>
          <a:ext cx="2020453" cy="1200329"/>
        </a:xfrm>
        <a:prstGeom prst="roundRect">
          <a:avLst>
            <a:gd name="adj" fmla="val 10000"/>
          </a:avLst>
        </a:prstGeom>
        <a:solidFill>
          <a:srgbClr val="FFC000"/>
        </a:solidFill>
        <a:ln w="1905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small problems grow</a:t>
          </a:r>
          <a:endParaRPr lang="en-IN" sz="2200" kern="1200" dirty="0"/>
        </a:p>
      </dsp:txBody>
      <dsp:txXfrm>
        <a:off x="39777" y="35156"/>
        <a:ext cx="1950141" cy="1130017"/>
      </dsp:txXfrm>
    </dsp:sp>
    <dsp:sp modelId="{BFD70932-A942-4347-93A1-AB84237110F8}">
      <dsp:nvSpPr>
        <dsp:cNvPr id="0" name=""/>
        <dsp:cNvSpPr/>
      </dsp:nvSpPr>
      <dsp:spPr>
        <a:xfrm>
          <a:off x="2227119" y="349628"/>
          <a:ext cx="428336" cy="501072"/>
        </a:xfrm>
        <a:prstGeom prst="rightArrow">
          <a:avLst>
            <a:gd name="adj1" fmla="val 60000"/>
            <a:gd name="adj2" fmla="val 50000"/>
          </a:avLst>
        </a:prstGeom>
        <a:solidFill>
          <a:schemeClr val="accent1">
            <a:tint val="60000"/>
            <a:hueOff val="0"/>
            <a:satOff val="0"/>
            <a:lumOff val="0"/>
            <a:alphaOff val="0"/>
          </a:schemeClr>
        </a:solidFill>
        <a:ln>
          <a:noFill/>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2227119" y="449842"/>
        <a:ext cx="299835" cy="300644"/>
      </dsp:txXfrm>
    </dsp:sp>
    <dsp:sp modelId="{9513B99C-0963-4C7A-80D4-D24B5FEA1F23}">
      <dsp:nvSpPr>
        <dsp:cNvPr id="0" name=""/>
        <dsp:cNvSpPr/>
      </dsp:nvSpPr>
      <dsp:spPr>
        <a:xfrm>
          <a:off x="2833255" y="0"/>
          <a:ext cx="2020453" cy="1200329"/>
        </a:xfrm>
        <a:prstGeom prst="roundRect">
          <a:avLst>
            <a:gd name="adj" fmla="val 10000"/>
          </a:avLst>
        </a:prstGeom>
        <a:solidFill>
          <a:srgbClr val="FFC000"/>
        </a:solidFill>
        <a:ln w="1905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Repeated Failures </a:t>
          </a:r>
          <a:endParaRPr lang="en-IN" sz="2200" kern="1200"/>
        </a:p>
      </dsp:txBody>
      <dsp:txXfrm>
        <a:off x="2868411" y="35156"/>
        <a:ext cx="1950141" cy="1130017"/>
      </dsp:txXfrm>
    </dsp:sp>
    <dsp:sp modelId="{4B7A3A72-9F9A-4BFE-9F2E-598491F5AE78}">
      <dsp:nvSpPr>
        <dsp:cNvPr id="0" name=""/>
        <dsp:cNvSpPr/>
      </dsp:nvSpPr>
      <dsp:spPr>
        <a:xfrm>
          <a:off x="5055754" y="349628"/>
          <a:ext cx="428336" cy="501072"/>
        </a:xfrm>
        <a:prstGeom prst="rightArrow">
          <a:avLst>
            <a:gd name="adj1" fmla="val 60000"/>
            <a:gd name="adj2" fmla="val 50000"/>
          </a:avLst>
        </a:prstGeom>
        <a:solidFill>
          <a:schemeClr val="accent1">
            <a:tint val="60000"/>
            <a:hueOff val="0"/>
            <a:satOff val="0"/>
            <a:lumOff val="0"/>
            <a:alphaOff val="0"/>
          </a:schemeClr>
        </a:solidFill>
        <a:ln>
          <a:noFill/>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5055754" y="449842"/>
        <a:ext cx="299835" cy="300644"/>
      </dsp:txXfrm>
    </dsp:sp>
    <dsp:sp modelId="{1E02696F-1D6C-4EF9-8404-1A337F3EA6E9}">
      <dsp:nvSpPr>
        <dsp:cNvPr id="0" name=""/>
        <dsp:cNvSpPr/>
      </dsp:nvSpPr>
      <dsp:spPr>
        <a:xfrm>
          <a:off x="5661890" y="0"/>
          <a:ext cx="2020453" cy="1200329"/>
        </a:xfrm>
        <a:prstGeom prst="roundRect">
          <a:avLst>
            <a:gd name="adj" fmla="val 10000"/>
          </a:avLst>
        </a:prstGeom>
        <a:solidFill>
          <a:srgbClr val="FFC000"/>
        </a:solidFill>
        <a:ln w="1905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users get confused</a:t>
          </a:r>
          <a:endParaRPr lang="en-IN" sz="2200" kern="1200"/>
        </a:p>
      </dsp:txBody>
      <dsp:txXfrm>
        <a:off x="5697046" y="35156"/>
        <a:ext cx="1950141" cy="1130017"/>
      </dsp:txXfrm>
    </dsp:sp>
    <dsp:sp modelId="{BDEDCA1F-D91B-47C2-9B40-8F95250060D3}">
      <dsp:nvSpPr>
        <dsp:cNvPr id="0" name=""/>
        <dsp:cNvSpPr/>
      </dsp:nvSpPr>
      <dsp:spPr>
        <a:xfrm>
          <a:off x="7884389" y="349628"/>
          <a:ext cx="428336" cy="501072"/>
        </a:xfrm>
        <a:prstGeom prst="rightArrow">
          <a:avLst>
            <a:gd name="adj1" fmla="val 60000"/>
            <a:gd name="adj2" fmla="val 50000"/>
          </a:avLst>
        </a:prstGeom>
        <a:solidFill>
          <a:schemeClr val="accent1">
            <a:tint val="60000"/>
            <a:hueOff val="0"/>
            <a:satOff val="0"/>
            <a:lumOff val="0"/>
            <a:alphaOff val="0"/>
          </a:schemeClr>
        </a:solidFill>
        <a:ln>
          <a:noFill/>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7884389" y="449842"/>
        <a:ext cx="299835" cy="300644"/>
      </dsp:txXfrm>
    </dsp:sp>
    <dsp:sp modelId="{431C2B1E-91A8-4B4F-9AF1-A019713C2D8C}">
      <dsp:nvSpPr>
        <dsp:cNvPr id="0" name=""/>
        <dsp:cNvSpPr/>
      </dsp:nvSpPr>
      <dsp:spPr>
        <a:xfrm>
          <a:off x="8490525" y="0"/>
          <a:ext cx="2020453" cy="1200329"/>
        </a:xfrm>
        <a:prstGeom prst="roundRect">
          <a:avLst>
            <a:gd name="adj" fmla="val 10000"/>
          </a:avLst>
        </a:prstGeom>
        <a:solidFill>
          <a:srgbClr val="FF0000"/>
        </a:solidFill>
        <a:ln w="1905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trust disappears</a:t>
          </a:r>
          <a:endParaRPr lang="en-IN" sz="2200" kern="1200" dirty="0"/>
        </a:p>
      </dsp:txBody>
      <dsp:txXfrm>
        <a:off x="8525681" y="35156"/>
        <a:ext cx="1950141" cy="1130017"/>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BC249C-19CE-418B-98AD-77E4B9734356}">
      <dsp:nvSpPr>
        <dsp:cNvPr id="0" name=""/>
        <dsp:cNvSpPr/>
      </dsp:nvSpPr>
      <dsp:spPr>
        <a:xfrm>
          <a:off x="0" y="11474"/>
          <a:ext cx="3286125" cy="1971675"/>
        </a:xfrm>
        <a:prstGeom prst="rect">
          <a:avLst/>
        </a:prstGeom>
        <a:solidFill>
          <a:srgbClr val="7030A0"/>
        </a:solidFill>
        <a:ln w="1905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Aptos" panose="020B0004020202020204" pitchFamily="34" charset="0"/>
            </a:rPr>
            <a:t>agreeing on how prompts are written</a:t>
          </a:r>
          <a:endParaRPr lang="en-IN" sz="2400" kern="1200" dirty="0">
            <a:latin typeface="Aptos" panose="020B0004020202020204" pitchFamily="34" charset="0"/>
          </a:endParaRPr>
        </a:p>
      </dsp:txBody>
      <dsp:txXfrm>
        <a:off x="0" y="11474"/>
        <a:ext cx="3286125" cy="1971675"/>
      </dsp:txXfrm>
    </dsp:sp>
    <dsp:sp modelId="{79CDE65A-9516-4695-BE80-442E781F0797}">
      <dsp:nvSpPr>
        <dsp:cNvPr id="0" name=""/>
        <dsp:cNvSpPr/>
      </dsp:nvSpPr>
      <dsp:spPr>
        <a:xfrm>
          <a:off x="3614737" y="11474"/>
          <a:ext cx="3286125" cy="1971675"/>
        </a:xfrm>
        <a:prstGeom prst="rect">
          <a:avLst/>
        </a:prstGeom>
        <a:solidFill>
          <a:srgbClr val="00B050"/>
        </a:solidFill>
        <a:ln w="1905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Aptos" panose="020B0004020202020204" pitchFamily="34" charset="0"/>
            </a:rPr>
            <a:t>reusing prompts that already work</a:t>
          </a:r>
          <a:endParaRPr lang="en-IN" sz="2400" kern="1200" dirty="0">
            <a:latin typeface="Aptos" panose="020B0004020202020204" pitchFamily="34" charset="0"/>
          </a:endParaRPr>
        </a:p>
      </dsp:txBody>
      <dsp:txXfrm>
        <a:off x="3614737" y="11474"/>
        <a:ext cx="3286125" cy="1971675"/>
      </dsp:txXfrm>
    </dsp:sp>
    <dsp:sp modelId="{8BA7C899-0344-43AA-BE40-FCEC56B45185}">
      <dsp:nvSpPr>
        <dsp:cNvPr id="0" name=""/>
        <dsp:cNvSpPr/>
      </dsp:nvSpPr>
      <dsp:spPr>
        <a:xfrm>
          <a:off x="7229475" y="11474"/>
          <a:ext cx="3286125" cy="1971675"/>
        </a:xfrm>
        <a:prstGeom prst="rect">
          <a:avLst/>
        </a:prstGeom>
        <a:solidFill>
          <a:schemeClr val="accent1">
            <a:lumMod val="60000"/>
            <a:lumOff val="40000"/>
          </a:schemeClr>
        </a:solidFill>
        <a:ln w="19050" cap="flat" cmpd="sng" algn="ctr">
          <a:noFill/>
          <a:prstDash val="solid"/>
          <a:miter lim="800000"/>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Aptos" panose="020B0004020202020204" pitchFamily="34" charset="0"/>
            </a:rPr>
            <a:t>keeping AI behavior predictable</a:t>
          </a:r>
          <a:endParaRPr lang="en-IN" sz="2400" kern="1200" dirty="0">
            <a:latin typeface="Aptos" panose="020B0004020202020204" pitchFamily="34" charset="0"/>
          </a:endParaRPr>
        </a:p>
      </dsp:txBody>
      <dsp:txXfrm>
        <a:off x="7229475" y="11474"/>
        <a:ext cx="3286125" cy="197167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radial2">
  <dgm:title val=""/>
  <dgm:desc val=""/>
  <dgm:catLst>
    <dgm:cat type="relationship" pri="20000"/>
    <dgm:cat type="convert" pri="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animLvl val="ctr"/>
      <dgm:resizeHandles val="exact"/>
    </dgm:varLst>
    <dgm:alg type="composite"/>
    <dgm:shape xmlns:r="http://schemas.openxmlformats.org/officeDocument/2006/relationships" r:blip="">
      <dgm:adjLst/>
    </dgm:shape>
    <dgm:presOf/>
    <dgm:constrLst>
      <dgm:constr type="w" for="ch" forName="cycle" refType="w"/>
      <dgm:constr type="h" for="ch" forName="cycle" refType="h"/>
    </dgm:constrLst>
    <dgm:ruleLst/>
    <dgm:layoutNode name="cycle">
      <dgm:choose name="Name0">
        <dgm:if name="Name1" func="var" arg="dir" op="equ" val="norm">
          <dgm:choose name="Name2">
            <dgm:if name="Name3" axis="ch" ptType="node" func="cnt" op="lte" val="1">
              <dgm:alg type="cycle">
                <dgm:param type="stAng" val="90"/>
                <dgm:param type="spanAng" val="360"/>
                <dgm:param type="ctrShpMap" val="fNode"/>
              </dgm:alg>
            </dgm:if>
            <dgm:if name="Name4" axis="ch" ptType="node" func="cnt" op="equ" val="2">
              <dgm:alg type="cycle">
                <dgm:param type="stAng" val="70"/>
                <dgm:param type="spanAng" val="40"/>
                <dgm:param type="ctrShpMap" val="fNode"/>
              </dgm:alg>
            </dgm:if>
            <dgm:if name="Name5" axis="ch" ptType="node" func="cnt" op="equ" val="3">
              <dgm:alg type="cycle">
                <dgm:param type="stAng" val="60"/>
                <dgm:param type="spanAng" val="60"/>
                <dgm:param type="ctrShpMap" val="fNode"/>
              </dgm:alg>
            </dgm:if>
            <dgm:else name="Name6">
              <dgm:alg type="cycle">
                <dgm:param type="stAng" val="45"/>
                <dgm:param type="spanAng" val="90"/>
                <dgm:param type="ctrShpMap" val="fNode"/>
              </dgm:alg>
            </dgm:else>
          </dgm:choose>
        </dgm:if>
        <dgm:else name="Name7">
          <dgm:choose name="Name8">
            <dgm:if name="Name9" axis="ch" ptType="node" func="cnt" op="lte" val="1">
              <dgm:alg type="cycle">
                <dgm:param type="stAng" val="-90"/>
                <dgm:param type="spanAng" val="-360"/>
                <dgm:param type="ctrShpMap" val="fNode"/>
              </dgm:alg>
            </dgm:if>
            <dgm:if name="Name10" axis="ch" ptType="node" func="cnt" op="equ" val="2">
              <dgm:alg type="cycle">
                <dgm:param type="stAng" val="-70"/>
                <dgm:param type="spanAng" val="-40"/>
                <dgm:param type="ctrShpMap" val="fNode"/>
              </dgm:alg>
            </dgm:if>
            <dgm:if name="Name11" axis="ch" ptType="node" func="cnt" op="equ" val="3">
              <dgm:alg type="cycle">
                <dgm:param type="stAng" val="-60"/>
                <dgm:param type="spanAng" val="-60"/>
                <dgm:param type="ctrShpMap" val="fNode"/>
              </dgm:alg>
            </dgm:if>
            <dgm:else name="Name12">
              <dgm:alg type="cycle">
                <dgm:param type="stAng" val="-45"/>
                <dgm:param type="spanAng" val="-90"/>
                <dgm:param type="ctrShpMap" val="fNode"/>
              </dgm:alg>
            </dgm:else>
          </dgm:choose>
        </dgm:else>
      </dgm:choose>
      <dgm:shape xmlns:r="http://schemas.openxmlformats.org/officeDocument/2006/relationships" r:blip="">
        <dgm:adjLst/>
      </dgm:shape>
      <dgm:presOf/>
      <dgm:constrLst>
        <dgm:constr type="sp" val="20"/>
        <dgm:constr type="w" for="ch" forName="centerShape" refType="w"/>
        <dgm:constr type="w" for="ch" forName="node" refType="w" refFor="ch" refForName="centerShape" fact="1.5"/>
        <dgm:constr type="sibSp" refType="w" refFor="ch" refForName="centerShape" op="equ" fact="0.08"/>
        <dgm:constr type="primFontSz" for="des" forName="parentNode" op="equ" val="65"/>
        <dgm:constr type="secFontSz" for="des" forName="childNode" op="equ" val="65"/>
      </dgm:constrLst>
      <dgm:ruleLst/>
      <dgm:choose name="Name13">
        <dgm:if name="Name14" axis="ch" ptType="node" hideLastTrans="0" func="cnt" op="gte" val="1">
          <dgm:layoutNode name="centerShape" styleLbl="node0">
            <dgm:alg type="composite"/>
            <dgm:shape xmlns:r="http://schemas.openxmlformats.org/officeDocument/2006/relationships" r:blip="">
              <dgm:adjLst/>
            </dgm:shape>
            <dgm:presOf axis="ch" ptType="node" cnt="1"/>
            <dgm:constrLst>
              <dgm:constr type="w" for="ch" forName="connSite" refType="w" fact="0.7"/>
              <dgm:constr type="h" for="ch" forName="connSite" refType="w" fact="0.7"/>
              <dgm:constr type="ctrX" for="ch" forName="connSite" refType="w" fact="0.5"/>
              <dgm:constr type="ctrY" for="ch" forName="connSite" refType="h" fact="0.5"/>
              <dgm:constr type="w" for="ch" forName="visible" refType="w"/>
              <dgm:constr type="h" for="ch" forName="visible" refType="w"/>
              <dgm:constr type="ctrX" for="ch" forName="visible" refType="w" fact="0.5"/>
              <dgm:constr type="ctrY" for="ch" forName="visible" refType="h" fact="0.5"/>
            </dgm:constrLst>
            <dgm:ruleLst/>
            <dgm:layoutNode name="connSite">
              <dgm:alg type="sp"/>
              <dgm:shape xmlns:r="http://schemas.openxmlformats.org/officeDocument/2006/relationships" type="ellipse" r:blip="" hideGeom="1">
                <dgm:adjLst/>
              </dgm:shape>
              <dgm:presOf/>
              <dgm:constrLst/>
              <dgm:ruleLst/>
            </dgm:layoutNode>
            <dgm:layoutNode name="visible">
              <dgm:alg type="sp"/>
              <dgm:shape xmlns:r="http://schemas.openxmlformats.org/officeDocument/2006/relationships" type="ellipse" r:blip="" blipPhldr="1">
                <dgm:adjLst/>
              </dgm:shape>
              <dgm:presOf/>
              <dgm:constrLst/>
              <dgm:ruleLst/>
            </dgm:layoutNode>
          </dgm:layoutNode>
        </dgm:if>
        <dgm:else name="Name15"/>
      </dgm:choose>
      <dgm:forEach name="Name16" axis="ch">
        <dgm:forEach name="Name17" axis="self" ptType="node">
          <dgm:layoutNode name="node">
            <dgm:alg type="composite"/>
            <dgm:shape xmlns:r="http://schemas.openxmlformats.org/officeDocument/2006/relationships" r:blip="">
              <dgm:adjLst/>
            </dgm:shape>
            <dgm:presOf/>
            <dgm:choose name="Name18">
              <dgm:if name="Name19" func="var" arg="dir" op="equ" val="norm">
                <dgm:constrLst>
                  <dgm:constr type="t" for="ch" forName="parentNode"/>
                  <dgm:constr type="l" for="ch" forName="parentNode"/>
                  <dgm:constr type="w" for="ch" forName="parentNode" refType="w" fact="0.4"/>
                  <dgm:constr type="h" for="ch" forName="parentNode" refType="w" refFor="ch" refForName="parentNode" op="equ"/>
                  <dgm:constr type="ctrY" for="ch" forName="childNode" refType="h" refFor="ch" refForName="parentNode" fact="0.5"/>
                  <dgm:constr type="l" for="ch" forName="childNode" refType="w" refFor="ch" refForName="parentNode" op="equ" fact="1.1"/>
                  <dgm:constr type="w" for="ch" forName="childNode" refType="w" fact="0.6"/>
                  <dgm:constr type="h" for="ch" forName="childNode" refType="h" refFor="ch" refForName="parentNode"/>
                </dgm:constrLst>
              </dgm:if>
              <dgm:else name="Name20">
                <dgm:constrLst>
                  <dgm:constr type="t" for="ch" forName="parentNode"/>
                  <dgm:constr type="r" for="ch" forName="parentNode" refType="w"/>
                  <dgm:constr type="w" for="ch" forName="parentNode" refType="w" fact="0.4"/>
                  <dgm:constr type="h" for="ch" forName="parentNode" refType="w" refFor="ch" refForName="parentNode" op="equ"/>
                  <dgm:constr type="ctrY" for="ch" forName="childNode" refType="h" refFor="ch" refForName="parentNode" fact="0.5"/>
                  <dgm:constr type="l" for="ch" forName="childNode"/>
                  <dgm:constr type="w" for="ch" forName="childNode" refType="w" fact="0.6"/>
                  <dgm:constr type="h" for="ch" forName="childNode" refType="h" refFor="ch" refForName="parentNode"/>
                </dgm:constrLst>
              </dgm:else>
            </dgm:choose>
            <dgm:ruleLst/>
            <dgm:layoutNode name="parentNode" styleLbl="node1">
              <dgm:varLst>
                <dgm:chMax val="1"/>
                <dgm:bulletEnabled val="1"/>
              </dgm:varLst>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childNode" styleLbl="revTx" moveWith="parentNode">
              <dgm:varLst>
                <dgm:bulletEnabled val="1"/>
              </dgm:varLst>
              <dgm:alg type="tx">
                <dgm:param type="txAnchorVertCh" val="mid"/>
                <dgm:param type="stBulletLvl" val="1"/>
              </dgm:alg>
              <dgm:choose name="Name21">
                <dgm:if name="Name22" axis="ch" ptType="node" func="cnt" op="gte" val="1">
                  <dgm:shape xmlns:r="http://schemas.openxmlformats.org/officeDocument/2006/relationships" type="rect" r:blip="">
                    <dgm:adjLst/>
                  </dgm:shape>
                </dgm:if>
                <dgm:else name="Name23">
                  <dgm:shape xmlns:r="http://schemas.openxmlformats.org/officeDocument/2006/relationships" type="rect" r:blip="" hideGeom="1">
                    <dgm:adjLst/>
                  </dgm:shape>
                </dgm:else>
              </dgm:choose>
              <dgm:presOf axis="des" ptType="node"/>
              <dgm:constrLst>
                <dgm:constr type="tMarg"/>
                <dgm:constr type="bMarg"/>
                <dgm:constr type="lMarg"/>
                <dgm:constr type="rMarg"/>
              </dgm:constrLst>
              <dgm:ruleLst>
                <dgm:rule type="secFontSz" val="5" fact="NaN" max="NaN"/>
              </dgm:ruleLst>
            </dgm:layoutNode>
          </dgm:layoutNode>
        </dgm:forEach>
        <dgm:forEach name="Name24" axis="self" ptType="parTrans" cnt="1">
          <dgm:layoutNode name="Name25">
            <dgm:alg type="conn">
              <dgm:param type="dim" val="1D"/>
              <dgm:param type="endSty" val="noArr"/>
              <dgm:param type="begPts" val="auto"/>
              <dgm:param type="endPts" val="auto"/>
              <dgm:param type="srcNode" val="connSite"/>
              <dgm:param type="dstNode" val="parentNode"/>
            </dgm:alg>
            <dgm:shape xmlns:r="http://schemas.openxmlformats.org/officeDocument/2006/relationships" type="conn" r:blip="" zOrderOff="-99">
              <dgm:adjLst/>
            </dgm:shape>
            <dgm:presOf axis="self"/>
            <dgm:constrLst>
              <dgm:constr type="connDist"/>
              <dgm:constr type="w" val="1"/>
              <dgm:constr type="h" val="5"/>
              <dgm:constr type="begPad"/>
              <dgm:constr type="endPad"/>
            </dgm:constrLst>
            <dgm:ruleLst/>
          </dgm:layoutNode>
        </dgm:forEach>
      </dgm:forEach>
    </dgm:layoutNode>
  </dgm:layoutNode>
</dgm:layoutDef>
</file>

<file path=ppt/diagrams/layout16.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17.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D06B00-D1D4-4460-8F76-B90C55ABFFA2}" type="datetimeFigureOut">
              <a:rPr lang="en-US" smtClean="0"/>
              <a:t>1/31/2026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28DD13-289D-40F5-B203-FC113D5F7935}" type="slidenum">
              <a:rPr lang="en-US" smtClean="0"/>
              <a:t>‹#›</a:t>
            </a:fld>
            <a:endParaRPr lang="en-US"/>
          </a:p>
        </p:txBody>
      </p:sp>
    </p:spTree>
    <p:extLst>
      <p:ext uri="{BB962C8B-B14F-4D97-AF65-F5344CB8AC3E}">
        <p14:creationId xmlns:p14="http://schemas.microsoft.com/office/powerpoint/2010/main" val="296774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2ACF6-5491-038B-B493-A631CE8FB4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CC3ECD-07E8-3D3B-4E9D-9A7F1E06FCF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C939CF3-1FDF-5DBA-FFAB-78556E136C6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B4083CD-25B4-C8A1-1196-CB2B0B54BCD3}"/>
              </a:ext>
            </a:extLst>
          </p:cNvPr>
          <p:cNvSpPr>
            <a:spLocks noGrp="1"/>
          </p:cNvSpPr>
          <p:nvPr>
            <p:ph type="sldNum" sz="quarter" idx="5"/>
          </p:nvPr>
        </p:nvSpPr>
        <p:spPr/>
        <p:txBody>
          <a:bodyPr/>
          <a:lstStyle/>
          <a:p>
            <a:fld id="{7E603819-9CD7-47B0-ABC6-4B8EB3A0CE89}" type="slidenum">
              <a:rPr lang="en-IN" smtClean="0"/>
              <a:t>1</a:t>
            </a:fld>
            <a:endParaRPr lang="en-IN"/>
          </a:p>
        </p:txBody>
      </p:sp>
    </p:spTree>
    <p:extLst>
      <p:ext uri="{BB962C8B-B14F-4D97-AF65-F5344CB8AC3E}">
        <p14:creationId xmlns:p14="http://schemas.microsoft.com/office/powerpoint/2010/main" val="41473438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36FD2-EC62-43A7-6B89-032459009E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8B1F52-0166-B140-2706-DF05BF844CC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210B79-6346-3E8E-C91C-FEAFDD4D7A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DF73621-033E-DA6C-10EA-B6BC7D8D380C}"/>
              </a:ext>
            </a:extLst>
          </p:cNvPr>
          <p:cNvSpPr>
            <a:spLocks noGrp="1"/>
          </p:cNvSpPr>
          <p:nvPr>
            <p:ph type="sldNum" sz="quarter" idx="5"/>
          </p:nvPr>
        </p:nvSpPr>
        <p:spPr/>
        <p:txBody>
          <a:bodyPr/>
          <a:lstStyle/>
          <a:p>
            <a:fld id="{7E603819-9CD7-47B0-ABC6-4B8EB3A0CE89}" type="slidenum">
              <a:rPr lang="en-IN" smtClean="0"/>
              <a:t>2</a:t>
            </a:fld>
            <a:endParaRPr lang="en-IN"/>
          </a:p>
        </p:txBody>
      </p:sp>
    </p:spTree>
    <p:extLst>
      <p:ext uri="{BB962C8B-B14F-4D97-AF65-F5344CB8AC3E}">
        <p14:creationId xmlns:p14="http://schemas.microsoft.com/office/powerpoint/2010/main" val="5241387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921D95-58D3-455F-BB46-A709E0C8AA55}" type="slidenum">
              <a:rPr lang="en-US" smtClean="0"/>
              <a:t>3</a:t>
            </a:fld>
            <a:endParaRPr lang="en-US"/>
          </a:p>
        </p:txBody>
      </p:sp>
    </p:spTree>
    <p:extLst>
      <p:ext uri="{BB962C8B-B14F-4D97-AF65-F5344CB8AC3E}">
        <p14:creationId xmlns:p14="http://schemas.microsoft.com/office/powerpoint/2010/main" val="23839379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CA53D-F72D-701A-605E-9FA763D6F2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EA0453-2802-4CA5-E73F-7875F76B0F5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FAFFCE3-FB21-9B7C-B5D0-AA8F1AA4CE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EB2ED3-A829-0870-8213-19CD55C58D98}"/>
              </a:ext>
            </a:extLst>
          </p:cNvPr>
          <p:cNvSpPr>
            <a:spLocks noGrp="1"/>
          </p:cNvSpPr>
          <p:nvPr>
            <p:ph type="sldNum" sz="quarter" idx="5"/>
          </p:nvPr>
        </p:nvSpPr>
        <p:spPr/>
        <p:txBody>
          <a:bodyPr/>
          <a:lstStyle/>
          <a:p>
            <a:fld id="{B6921D95-58D3-455F-BB46-A709E0C8AA55}" type="slidenum">
              <a:rPr lang="en-US" smtClean="0"/>
              <a:t>4</a:t>
            </a:fld>
            <a:endParaRPr lang="en-US"/>
          </a:p>
        </p:txBody>
      </p:sp>
    </p:spTree>
    <p:extLst>
      <p:ext uri="{BB962C8B-B14F-4D97-AF65-F5344CB8AC3E}">
        <p14:creationId xmlns:p14="http://schemas.microsoft.com/office/powerpoint/2010/main" val="40144145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B172F-6895-79E1-6C7B-4DD9D39D0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600FC0-1264-90EB-91F5-410BE8DFA1A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E93671C-E7E4-DF31-CECF-18D20AC0268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0E270D4-8F88-2C9D-8DED-AB8E6DB52120}"/>
              </a:ext>
            </a:extLst>
          </p:cNvPr>
          <p:cNvSpPr>
            <a:spLocks noGrp="1"/>
          </p:cNvSpPr>
          <p:nvPr>
            <p:ph type="sldNum" sz="quarter" idx="5"/>
          </p:nvPr>
        </p:nvSpPr>
        <p:spPr/>
        <p:txBody>
          <a:bodyPr/>
          <a:lstStyle/>
          <a:p>
            <a:fld id="{7E603819-9CD7-47B0-ABC6-4B8EB3A0CE89}" type="slidenum">
              <a:rPr lang="en-IN" smtClean="0"/>
              <a:t>5</a:t>
            </a:fld>
            <a:endParaRPr lang="en-IN"/>
          </a:p>
        </p:txBody>
      </p:sp>
    </p:spTree>
    <p:extLst>
      <p:ext uri="{BB962C8B-B14F-4D97-AF65-F5344CB8AC3E}">
        <p14:creationId xmlns:p14="http://schemas.microsoft.com/office/powerpoint/2010/main" val="25264830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EE2195-8629-412C-A40E-DCC0E36C635A}" type="slidenum">
              <a:rPr lang="en-US" smtClean="0"/>
              <a:t>7</a:t>
            </a:fld>
            <a:endParaRPr lang="en-US"/>
          </a:p>
        </p:txBody>
      </p:sp>
    </p:spTree>
    <p:extLst>
      <p:ext uri="{BB962C8B-B14F-4D97-AF65-F5344CB8AC3E}">
        <p14:creationId xmlns:p14="http://schemas.microsoft.com/office/powerpoint/2010/main" val="30832301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ABC10-4F95-A1D1-93F0-A7AC77521B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E53E33-9181-4BD3-C2A5-FC6F63F0738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815AA48-BF15-EAAA-7E53-226C8FE155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FA3CE6-822C-3F88-B00F-1D35401CD7EC}"/>
              </a:ext>
            </a:extLst>
          </p:cNvPr>
          <p:cNvSpPr>
            <a:spLocks noGrp="1"/>
          </p:cNvSpPr>
          <p:nvPr>
            <p:ph type="sldNum" sz="quarter" idx="5"/>
          </p:nvPr>
        </p:nvSpPr>
        <p:spPr/>
        <p:txBody>
          <a:bodyPr/>
          <a:lstStyle/>
          <a:p>
            <a:fld id="{7E603819-9CD7-47B0-ABC6-4B8EB3A0CE89}" type="slidenum">
              <a:rPr lang="en-IN" smtClean="0"/>
              <a:t>9</a:t>
            </a:fld>
            <a:endParaRPr lang="en-IN"/>
          </a:p>
        </p:txBody>
      </p:sp>
    </p:spTree>
    <p:extLst>
      <p:ext uri="{BB962C8B-B14F-4D97-AF65-F5344CB8AC3E}">
        <p14:creationId xmlns:p14="http://schemas.microsoft.com/office/powerpoint/2010/main" val="30331896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0DEA0-5DB3-56F4-59C3-B1EDA16A0F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EE5E48-6DCC-A185-959F-F920C141394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B99F162-54D0-7795-E0FB-3FE7868514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0C309F-0AA0-554B-26EB-370D50338C64}"/>
              </a:ext>
            </a:extLst>
          </p:cNvPr>
          <p:cNvSpPr>
            <a:spLocks noGrp="1"/>
          </p:cNvSpPr>
          <p:nvPr>
            <p:ph type="sldNum" sz="quarter" idx="5"/>
          </p:nvPr>
        </p:nvSpPr>
        <p:spPr/>
        <p:txBody>
          <a:bodyPr/>
          <a:lstStyle/>
          <a:p>
            <a:fld id="{7E603819-9CD7-47B0-ABC6-4B8EB3A0CE89}" type="slidenum">
              <a:rPr lang="en-IN" smtClean="0"/>
              <a:t>10</a:t>
            </a:fld>
            <a:endParaRPr lang="en-IN"/>
          </a:p>
        </p:txBody>
      </p:sp>
    </p:spTree>
    <p:extLst>
      <p:ext uri="{BB962C8B-B14F-4D97-AF65-F5344CB8AC3E}">
        <p14:creationId xmlns:p14="http://schemas.microsoft.com/office/powerpoint/2010/main" val="11744793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980DF-6750-7574-33B7-69EF4A5D63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9027C1-1F6B-53B7-9EB0-05ACF214E1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2D78374-DEE2-174E-2303-FD72B9E33C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38295B-01CC-43EA-0BAA-B83182FAA349}"/>
              </a:ext>
            </a:extLst>
          </p:cNvPr>
          <p:cNvSpPr>
            <a:spLocks noGrp="1"/>
          </p:cNvSpPr>
          <p:nvPr>
            <p:ph type="sldNum" sz="quarter" idx="5"/>
          </p:nvPr>
        </p:nvSpPr>
        <p:spPr/>
        <p:txBody>
          <a:bodyPr/>
          <a:lstStyle/>
          <a:p>
            <a:fld id="{7E603819-9CD7-47B0-ABC6-4B8EB3A0CE89}" type="slidenum">
              <a:rPr lang="en-IN" smtClean="0"/>
              <a:t>11</a:t>
            </a:fld>
            <a:endParaRPr lang="en-IN"/>
          </a:p>
        </p:txBody>
      </p:sp>
    </p:spTree>
    <p:extLst>
      <p:ext uri="{BB962C8B-B14F-4D97-AF65-F5344CB8AC3E}">
        <p14:creationId xmlns:p14="http://schemas.microsoft.com/office/powerpoint/2010/main" val="32810221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20004-D4AB-22B7-7407-3DD5849233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66688B-1A11-653C-B5F9-19E19261946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21AFD37-19CC-41DD-B3CC-FEA075310B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53FD08-2B94-B91F-8181-9EB1221AB91B}"/>
              </a:ext>
            </a:extLst>
          </p:cNvPr>
          <p:cNvSpPr>
            <a:spLocks noGrp="1"/>
          </p:cNvSpPr>
          <p:nvPr>
            <p:ph type="sldNum" sz="quarter" idx="5"/>
          </p:nvPr>
        </p:nvSpPr>
        <p:spPr/>
        <p:txBody>
          <a:bodyPr/>
          <a:lstStyle/>
          <a:p>
            <a:fld id="{7E603819-9CD7-47B0-ABC6-4B8EB3A0CE89}" type="slidenum">
              <a:rPr lang="en-IN" smtClean="0"/>
              <a:t>12</a:t>
            </a:fld>
            <a:endParaRPr lang="en-IN"/>
          </a:p>
        </p:txBody>
      </p:sp>
    </p:spTree>
    <p:extLst>
      <p:ext uri="{BB962C8B-B14F-4D97-AF65-F5344CB8AC3E}">
        <p14:creationId xmlns:p14="http://schemas.microsoft.com/office/powerpoint/2010/main" val="12671709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97C9F-A549-A22D-F744-DBFD24713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EE13C6-8767-986A-B97A-9EA89AC0693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9CEE5F1-8B0F-592C-3D94-00085D2236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DFFE2A-86A6-AEBB-9E0A-C54AF78338E4}"/>
              </a:ext>
            </a:extLst>
          </p:cNvPr>
          <p:cNvSpPr>
            <a:spLocks noGrp="1"/>
          </p:cNvSpPr>
          <p:nvPr>
            <p:ph type="sldNum" sz="quarter" idx="5"/>
          </p:nvPr>
        </p:nvSpPr>
        <p:spPr/>
        <p:txBody>
          <a:bodyPr/>
          <a:lstStyle/>
          <a:p>
            <a:fld id="{7E603819-9CD7-47B0-ABC6-4B8EB3A0CE89}" type="slidenum">
              <a:rPr lang="en-IN" smtClean="0"/>
              <a:t>13</a:t>
            </a:fld>
            <a:endParaRPr lang="en-IN"/>
          </a:p>
        </p:txBody>
      </p:sp>
    </p:spTree>
    <p:extLst>
      <p:ext uri="{BB962C8B-B14F-4D97-AF65-F5344CB8AC3E}">
        <p14:creationId xmlns:p14="http://schemas.microsoft.com/office/powerpoint/2010/main" val="34600831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2A3F7-BBCB-DEB3-D6FB-F41EB5C3C1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FCADB3-67F2-57BD-46F7-A020FDB266B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110D33D-4D3E-1BB1-CA2B-6C43A74449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9DBC53-A8FC-59F3-4F71-7A44F28BD36F}"/>
              </a:ext>
            </a:extLst>
          </p:cNvPr>
          <p:cNvSpPr>
            <a:spLocks noGrp="1"/>
          </p:cNvSpPr>
          <p:nvPr>
            <p:ph type="sldNum" sz="quarter" idx="5"/>
          </p:nvPr>
        </p:nvSpPr>
        <p:spPr/>
        <p:txBody>
          <a:bodyPr/>
          <a:lstStyle/>
          <a:p>
            <a:fld id="{7E603819-9CD7-47B0-ABC6-4B8EB3A0CE89}" type="slidenum">
              <a:rPr lang="en-IN" smtClean="0"/>
              <a:t>16</a:t>
            </a:fld>
            <a:endParaRPr lang="en-IN"/>
          </a:p>
        </p:txBody>
      </p:sp>
    </p:spTree>
    <p:extLst>
      <p:ext uri="{BB962C8B-B14F-4D97-AF65-F5344CB8AC3E}">
        <p14:creationId xmlns:p14="http://schemas.microsoft.com/office/powerpoint/2010/main" val="25148321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DD95A-EF5D-C796-C63F-9EF15BE9C4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112F8F-8CA5-A6E7-D2AE-33E304829A4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2A84CFB-E84D-2F1F-3F44-12F659F4F2D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AE70217-F069-BABF-49F6-9D215FC191C6}"/>
              </a:ext>
            </a:extLst>
          </p:cNvPr>
          <p:cNvSpPr>
            <a:spLocks noGrp="1"/>
          </p:cNvSpPr>
          <p:nvPr>
            <p:ph type="sldNum" sz="quarter" idx="5"/>
          </p:nvPr>
        </p:nvSpPr>
        <p:spPr/>
        <p:txBody>
          <a:bodyPr/>
          <a:lstStyle/>
          <a:p>
            <a:fld id="{7E603819-9CD7-47B0-ABC6-4B8EB3A0CE89}" type="slidenum">
              <a:rPr lang="en-IN" smtClean="0"/>
              <a:t>19</a:t>
            </a:fld>
            <a:endParaRPr lang="en-IN"/>
          </a:p>
        </p:txBody>
      </p:sp>
    </p:spTree>
    <p:extLst>
      <p:ext uri="{BB962C8B-B14F-4D97-AF65-F5344CB8AC3E}">
        <p14:creationId xmlns:p14="http://schemas.microsoft.com/office/powerpoint/2010/main" val="13028283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30A987A-E47D-403F-8270-7C3D601401CC}" type="slidenum">
              <a:rPr lang="en-US" smtClean="0"/>
              <a:t>26</a:t>
            </a:fld>
            <a:endParaRPr lang="en-US"/>
          </a:p>
        </p:txBody>
      </p:sp>
    </p:spTree>
    <p:extLst>
      <p:ext uri="{BB962C8B-B14F-4D97-AF65-F5344CB8AC3E}">
        <p14:creationId xmlns:p14="http://schemas.microsoft.com/office/powerpoint/2010/main" val="6348628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FC717B-41A1-4558-8D0F-B1F2A73384F1}" type="slidenum">
              <a:rPr lang="en-US" smtClean="0"/>
              <a:t>28</a:t>
            </a:fld>
            <a:endParaRPr lang="en-US"/>
          </a:p>
        </p:txBody>
      </p:sp>
    </p:spTree>
    <p:extLst>
      <p:ext uri="{BB962C8B-B14F-4D97-AF65-F5344CB8AC3E}">
        <p14:creationId xmlns:p14="http://schemas.microsoft.com/office/powerpoint/2010/main" val="12704211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67D81E-7B3B-4A36-8049-9F76272EE8DD}" type="slidenum">
              <a:rPr lang="en-US" smtClean="0"/>
              <a:t>37</a:t>
            </a:fld>
            <a:endParaRPr lang="en-US"/>
          </a:p>
        </p:txBody>
      </p:sp>
    </p:spTree>
    <p:extLst>
      <p:ext uri="{BB962C8B-B14F-4D97-AF65-F5344CB8AC3E}">
        <p14:creationId xmlns:p14="http://schemas.microsoft.com/office/powerpoint/2010/main" val="14889534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67D81E-7B3B-4A36-8049-9F76272EE8DD}" type="slidenum">
              <a:rPr lang="en-US" smtClean="0"/>
              <a:t>39</a:t>
            </a:fld>
            <a:endParaRPr lang="en-US"/>
          </a:p>
        </p:txBody>
      </p:sp>
    </p:spTree>
    <p:extLst>
      <p:ext uri="{BB962C8B-B14F-4D97-AF65-F5344CB8AC3E}">
        <p14:creationId xmlns:p14="http://schemas.microsoft.com/office/powerpoint/2010/main" val="2776619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56EFB-0B8F-1BC2-3AF7-6A27DFE6AC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046BAD-9278-4F68-4FCE-62DB34945B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7938E8-DDA5-AE3B-4F2C-F5B1DF71E2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26AC72-3BE6-0C6F-7212-FA0FC9406A4D}"/>
              </a:ext>
            </a:extLst>
          </p:cNvPr>
          <p:cNvSpPr>
            <a:spLocks noGrp="1"/>
          </p:cNvSpPr>
          <p:nvPr>
            <p:ph type="sldNum" sz="quarter" idx="5"/>
          </p:nvPr>
        </p:nvSpPr>
        <p:spPr/>
        <p:txBody>
          <a:bodyPr/>
          <a:lstStyle/>
          <a:p>
            <a:fld id="{5467D81E-7B3B-4A36-8049-9F76272EE8DD}" type="slidenum">
              <a:rPr lang="en-US" smtClean="0"/>
              <a:t>40</a:t>
            </a:fld>
            <a:endParaRPr lang="en-US"/>
          </a:p>
        </p:txBody>
      </p:sp>
    </p:spTree>
    <p:extLst>
      <p:ext uri="{BB962C8B-B14F-4D97-AF65-F5344CB8AC3E}">
        <p14:creationId xmlns:p14="http://schemas.microsoft.com/office/powerpoint/2010/main" val="20760911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CF1E1-73F0-654D-F199-EDF9FB5FD5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60C06F-3829-4B6A-E9A8-F60355D969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0E47CA-47DC-1350-4831-E742043374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36B472-17D9-6EAE-FD3A-D78BC1008654}"/>
              </a:ext>
            </a:extLst>
          </p:cNvPr>
          <p:cNvSpPr>
            <a:spLocks noGrp="1"/>
          </p:cNvSpPr>
          <p:nvPr>
            <p:ph type="sldNum" sz="quarter" idx="5"/>
          </p:nvPr>
        </p:nvSpPr>
        <p:spPr/>
        <p:txBody>
          <a:bodyPr/>
          <a:lstStyle/>
          <a:p>
            <a:fld id="{5467D81E-7B3B-4A36-8049-9F76272EE8DD}" type="slidenum">
              <a:rPr lang="en-US" smtClean="0"/>
              <a:t>41</a:t>
            </a:fld>
            <a:endParaRPr lang="en-US"/>
          </a:p>
        </p:txBody>
      </p:sp>
    </p:spTree>
    <p:extLst>
      <p:ext uri="{BB962C8B-B14F-4D97-AF65-F5344CB8AC3E}">
        <p14:creationId xmlns:p14="http://schemas.microsoft.com/office/powerpoint/2010/main" val="1402978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67D81E-7B3B-4A36-8049-9F76272EE8DD}" type="slidenum">
              <a:rPr lang="en-US" smtClean="0"/>
              <a:t>42</a:t>
            </a:fld>
            <a:endParaRPr lang="en-US"/>
          </a:p>
        </p:txBody>
      </p:sp>
    </p:spTree>
    <p:extLst>
      <p:ext uri="{BB962C8B-B14F-4D97-AF65-F5344CB8AC3E}">
        <p14:creationId xmlns:p14="http://schemas.microsoft.com/office/powerpoint/2010/main" val="26148946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88A63-BA8D-79C1-FA8B-5A151EEB84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BEB522-B39D-C010-1729-8B6D34ABA2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9D42AB-D5C8-5850-E2AA-FF248F27EF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20F472-7620-55B3-6CBE-E5ED6DDE1289}"/>
              </a:ext>
            </a:extLst>
          </p:cNvPr>
          <p:cNvSpPr>
            <a:spLocks noGrp="1"/>
          </p:cNvSpPr>
          <p:nvPr>
            <p:ph type="sldNum" sz="quarter" idx="5"/>
          </p:nvPr>
        </p:nvSpPr>
        <p:spPr/>
        <p:txBody>
          <a:bodyPr/>
          <a:lstStyle/>
          <a:p>
            <a:fld id="{D2FC717B-41A1-4558-8D0F-B1F2A73384F1}" type="slidenum">
              <a:rPr lang="en-US" smtClean="0"/>
              <a:t>48</a:t>
            </a:fld>
            <a:endParaRPr lang="en-US"/>
          </a:p>
        </p:txBody>
      </p:sp>
    </p:spTree>
    <p:extLst>
      <p:ext uri="{BB962C8B-B14F-4D97-AF65-F5344CB8AC3E}">
        <p14:creationId xmlns:p14="http://schemas.microsoft.com/office/powerpoint/2010/main" val="19773875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1F8ED6-A22D-41EC-888B-50345DBBBE28}" type="slidenum">
              <a:rPr lang="en-US" smtClean="0"/>
              <a:t>49</a:t>
            </a:fld>
            <a:endParaRPr lang="en-US"/>
          </a:p>
        </p:txBody>
      </p:sp>
    </p:spTree>
    <p:extLst>
      <p:ext uri="{BB962C8B-B14F-4D97-AF65-F5344CB8AC3E}">
        <p14:creationId xmlns:p14="http://schemas.microsoft.com/office/powerpoint/2010/main" val="1544182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FC717B-41A1-4558-8D0F-B1F2A73384F1}" type="slidenum">
              <a:rPr lang="en-US" smtClean="0"/>
              <a:t>52</a:t>
            </a:fld>
            <a:endParaRPr lang="en-US"/>
          </a:p>
        </p:txBody>
      </p:sp>
    </p:spTree>
    <p:extLst>
      <p:ext uri="{BB962C8B-B14F-4D97-AF65-F5344CB8AC3E}">
        <p14:creationId xmlns:p14="http://schemas.microsoft.com/office/powerpoint/2010/main" val="16914500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28DD13-289D-40F5-B203-FC113D5F7935}" type="slidenum">
              <a:rPr lang="en-US" smtClean="0"/>
              <a:t>53</a:t>
            </a:fld>
            <a:endParaRPr lang="en-US"/>
          </a:p>
        </p:txBody>
      </p:sp>
    </p:spTree>
    <p:extLst>
      <p:ext uri="{BB962C8B-B14F-4D97-AF65-F5344CB8AC3E}">
        <p14:creationId xmlns:p14="http://schemas.microsoft.com/office/powerpoint/2010/main" val="32081590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67D81E-7B3B-4A36-8049-9F76272EE8DD}" type="slidenum">
              <a:rPr lang="en-US" smtClean="0"/>
              <a:t>55</a:t>
            </a:fld>
            <a:endParaRPr lang="en-US"/>
          </a:p>
        </p:txBody>
      </p:sp>
    </p:spTree>
    <p:extLst>
      <p:ext uri="{BB962C8B-B14F-4D97-AF65-F5344CB8AC3E}">
        <p14:creationId xmlns:p14="http://schemas.microsoft.com/office/powerpoint/2010/main" val="35592773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9741C-92CB-A5D2-01A7-C107975447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6A41DC-AC09-408A-09B1-4EF8AF84D54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6E1CFEA-DE26-8B3D-FE1A-B49A309848D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A6E195D-1408-AF2C-0FA6-293D3228E2D6}"/>
              </a:ext>
            </a:extLst>
          </p:cNvPr>
          <p:cNvSpPr>
            <a:spLocks noGrp="1"/>
          </p:cNvSpPr>
          <p:nvPr>
            <p:ph type="sldNum" sz="quarter" idx="5"/>
          </p:nvPr>
        </p:nvSpPr>
        <p:spPr/>
        <p:txBody>
          <a:bodyPr/>
          <a:lstStyle/>
          <a:p>
            <a:fld id="{7E603819-9CD7-47B0-ABC6-4B8EB3A0CE89}" type="slidenum">
              <a:rPr lang="en-IN" smtClean="0"/>
              <a:t>58</a:t>
            </a:fld>
            <a:endParaRPr lang="en-IN"/>
          </a:p>
        </p:txBody>
      </p:sp>
    </p:spTree>
    <p:extLst>
      <p:ext uri="{BB962C8B-B14F-4D97-AF65-F5344CB8AC3E}">
        <p14:creationId xmlns:p14="http://schemas.microsoft.com/office/powerpoint/2010/main" val="26948491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28DD13-289D-40F5-B203-FC113D5F7935}" type="slidenum">
              <a:rPr lang="en-US" smtClean="0"/>
              <a:t>64</a:t>
            </a:fld>
            <a:endParaRPr lang="en-US"/>
          </a:p>
        </p:txBody>
      </p:sp>
    </p:spTree>
    <p:extLst>
      <p:ext uri="{BB962C8B-B14F-4D97-AF65-F5344CB8AC3E}">
        <p14:creationId xmlns:p14="http://schemas.microsoft.com/office/powerpoint/2010/main" val="15251419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603819-9CD7-47B0-ABC6-4B8EB3A0CE89}" type="slidenum">
              <a:rPr lang="en-IN" smtClean="0"/>
              <a:t>66</a:t>
            </a:fld>
            <a:endParaRPr lang="en-IN"/>
          </a:p>
        </p:txBody>
      </p:sp>
    </p:spTree>
    <p:extLst>
      <p:ext uri="{BB962C8B-B14F-4D97-AF65-F5344CB8AC3E}">
        <p14:creationId xmlns:p14="http://schemas.microsoft.com/office/powerpoint/2010/main" val="31410534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E603819-9CD7-47B0-ABC6-4B8EB3A0CE89}" type="slidenum">
              <a:rPr lang="en-IN" smtClean="0"/>
              <a:t>70</a:t>
            </a:fld>
            <a:endParaRPr lang="en-IN"/>
          </a:p>
        </p:txBody>
      </p:sp>
    </p:spTree>
    <p:extLst>
      <p:ext uri="{BB962C8B-B14F-4D97-AF65-F5344CB8AC3E}">
        <p14:creationId xmlns:p14="http://schemas.microsoft.com/office/powerpoint/2010/main" val="19531178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E603819-9CD7-47B0-ABC6-4B8EB3A0CE89}" type="slidenum">
              <a:rPr lang="en-IN" smtClean="0"/>
              <a:t>73</a:t>
            </a:fld>
            <a:endParaRPr lang="en-IN"/>
          </a:p>
        </p:txBody>
      </p:sp>
    </p:spTree>
    <p:extLst>
      <p:ext uri="{BB962C8B-B14F-4D97-AF65-F5344CB8AC3E}">
        <p14:creationId xmlns:p14="http://schemas.microsoft.com/office/powerpoint/2010/main" val="5245540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0381B-4152-01AC-6003-4EA1206645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36544C-117F-96A7-BAAD-E8D3429CB5B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6273EC1-4AD8-CA95-39CD-47EB7168839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5A03266-05EA-F048-6390-5C8D32A457C1}"/>
              </a:ext>
            </a:extLst>
          </p:cNvPr>
          <p:cNvSpPr>
            <a:spLocks noGrp="1"/>
          </p:cNvSpPr>
          <p:nvPr>
            <p:ph type="sldNum" sz="quarter" idx="5"/>
          </p:nvPr>
        </p:nvSpPr>
        <p:spPr/>
        <p:txBody>
          <a:bodyPr/>
          <a:lstStyle/>
          <a:p>
            <a:fld id="{7E603819-9CD7-47B0-ABC6-4B8EB3A0CE89}" type="slidenum">
              <a:rPr lang="en-IN" smtClean="0"/>
              <a:t>77</a:t>
            </a:fld>
            <a:endParaRPr lang="en-IN"/>
          </a:p>
        </p:txBody>
      </p:sp>
    </p:spTree>
    <p:extLst>
      <p:ext uri="{BB962C8B-B14F-4D97-AF65-F5344CB8AC3E}">
        <p14:creationId xmlns:p14="http://schemas.microsoft.com/office/powerpoint/2010/main" val="6176603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23BA03-92AF-42D0-8A77-071EFAA45F1E}" type="slidenum">
              <a:rPr lang="en-IN" smtClean="0"/>
              <a:t>87</a:t>
            </a:fld>
            <a:endParaRPr lang="en-IN"/>
          </a:p>
        </p:txBody>
      </p:sp>
    </p:spTree>
    <p:extLst>
      <p:ext uri="{BB962C8B-B14F-4D97-AF65-F5344CB8AC3E}">
        <p14:creationId xmlns:p14="http://schemas.microsoft.com/office/powerpoint/2010/main" val="744630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C1E65-FAAD-1485-D29E-D6A366BB35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DFE2DDA-D08B-50DB-EE59-F0EFC1B2F5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B9CD0C2-D3C3-939E-9E5E-7DDB909C3E8B}"/>
              </a:ext>
            </a:extLst>
          </p:cNvPr>
          <p:cNvSpPr>
            <a:spLocks noGrp="1"/>
          </p:cNvSpPr>
          <p:nvPr>
            <p:ph type="dt" sz="half" idx="10"/>
          </p:nvPr>
        </p:nvSpPr>
        <p:spPr/>
        <p:txBody>
          <a:bodyPr/>
          <a:lstStyle/>
          <a:p>
            <a:fld id="{2A47B798-BB5A-4C65-BDAB-FA3F58126CB6}" type="datetimeFigureOut">
              <a:rPr lang="en-US" smtClean="0"/>
              <a:t>1/31/2026</a:t>
            </a:fld>
            <a:endParaRPr lang="en-US"/>
          </a:p>
        </p:txBody>
      </p:sp>
      <p:sp>
        <p:nvSpPr>
          <p:cNvPr id="5" name="Footer Placeholder 4">
            <a:extLst>
              <a:ext uri="{FF2B5EF4-FFF2-40B4-BE49-F238E27FC236}">
                <a16:creationId xmlns:a16="http://schemas.microsoft.com/office/drawing/2014/main" id="{529D99E7-223A-2504-F03E-207DF56635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BB479C-1619-5365-B28A-1C15AB8ED639}"/>
              </a:ext>
            </a:extLst>
          </p:cNvPr>
          <p:cNvSpPr>
            <a:spLocks noGrp="1"/>
          </p:cNvSpPr>
          <p:nvPr>
            <p:ph type="sldNum" sz="quarter" idx="12"/>
          </p:nvPr>
        </p:nvSpPr>
        <p:spPr/>
        <p:txBody>
          <a:bodyPr/>
          <a:lstStyle/>
          <a:p>
            <a:fld id="{C5DB8450-BB56-4303-AC16-398612D421C6}" type="slidenum">
              <a:rPr lang="en-US" smtClean="0"/>
              <a:t>‹#›</a:t>
            </a:fld>
            <a:endParaRPr lang="en-US"/>
          </a:p>
        </p:txBody>
      </p:sp>
    </p:spTree>
    <p:extLst>
      <p:ext uri="{BB962C8B-B14F-4D97-AF65-F5344CB8AC3E}">
        <p14:creationId xmlns:p14="http://schemas.microsoft.com/office/powerpoint/2010/main" val="506671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F5CA0-7600-5DE5-48EE-4C8AC0C130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051A8EE-A99B-0260-6E40-A862FA316B0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EAEA34-ACFA-2840-94DF-542AC69510D3}"/>
              </a:ext>
            </a:extLst>
          </p:cNvPr>
          <p:cNvSpPr>
            <a:spLocks noGrp="1"/>
          </p:cNvSpPr>
          <p:nvPr>
            <p:ph type="dt" sz="half" idx="10"/>
          </p:nvPr>
        </p:nvSpPr>
        <p:spPr/>
        <p:txBody>
          <a:bodyPr/>
          <a:lstStyle/>
          <a:p>
            <a:fld id="{2A47B798-BB5A-4C65-BDAB-FA3F58126CB6}" type="datetimeFigureOut">
              <a:rPr lang="en-US" smtClean="0"/>
              <a:t>1/31/2026</a:t>
            </a:fld>
            <a:endParaRPr lang="en-US"/>
          </a:p>
        </p:txBody>
      </p:sp>
      <p:sp>
        <p:nvSpPr>
          <p:cNvPr id="5" name="Footer Placeholder 4">
            <a:extLst>
              <a:ext uri="{FF2B5EF4-FFF2-40B4-BE49-F238E27FC236}">
                <a16:creationId xmlns:a16="http://schemas.microsoft.com/office/drawing/2014/main" id="{25C57659-4F7B-96C2-00E2-90A0CB33AC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41E821-1EF3-6672-959C-D885C7844BC1}"/>
              </a:ext>
            </a:extLst>
          </p:cNvPr>
          <p:cNvSpPr>
            <a:spLocks noGrp="1"/>
          </p:cNvSpPr>
          <p:nvPr>
            <p:ph type="sldNum" sz="quarter" idx="12"/>
          </p:nvPr>
        </p:nvSpPr>
        <p:spPr/>
        <p:txBody>
          <a:bodyPr/>
          <a:lstStyle/>
          <a:p>
            <a:fld id="{C5DB8450-BB56-4303-AC16-398612D421C6}" type="slidenum">
              <a:rPr lang="en-US" smtClean="0"/>
              <a:t>‹#›</a:t>
            </a:fld>
            <a:endParaRPr lang="en-US"/>
          </a:p>
        </p:txBody>
      </p:sp>
    </p:spTree>
    <p:extLst>
      <p:ext uri="{BB962C8B-B14F-4D97-AF65-F5344CB8AC3E}">
        <p14:creationId xmlns:p14="http://schemas.microsoft.com/office/powerpoint/2010/main" val="2403954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2F80A-9780-0536-70F1-1BC782967C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689931F-6A43-EC43-BC26-7E40EFB32B8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DD7DFC-666D-D598-FA15-443B6002948D}"/>
              </a:ext>
            </a:extLst>
          </p:cNvPr>
          <p:cNvSpPr>
            <a:spLocks noGrp="1"/>
          </p:cNvSpPr>
          <p:nvPr>
            <p:ph type="dt" sz="half" idx="10"/>
          </p:nvPr>
        </p:nvSpPr>
        <p:spPr/>
        <p:txBody>
          <a:bodyPr/>
          <a:lstStyle/>
          <a:p>
            <a:fld id="{2A47B798-BB5A-4C65-BDAB-FA3F58126CB6}" type="datetimeFigureOut">
              <a:rPr lang="en-US" smtClean="0"/>
              <a:t>1/31/2026</a:t>
            </a:fld>
            <a:endParaRPr lang="en-US"/>
          </a:p>
        </p:txBody>
      </p:sp>
      <p:sp>
        <p:nvSpPr>
          <p:cNvPr id="5" name="Footer Placeholder 4">
            <a:extLst>
              <a:ext uri="{FF2B5EF4-FFF2-40B4-BE49-F238E27FC236}">
                <a16:creationId xmlns:a16="http://schemas.microsoft.com/office/drawing/2014/main" id="{C0CADF56-ED4E-A6B3-8303-CC77BCF243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39E222-D70F-1A6A-ED9E-D42B73C57C7E}"/>
              </a:ext>
            </a:extLst>
          </p:cNvPr>
          <p:cNvSpPr>
            <a:spLocks noGrp="1"/>
          </p:cNvSpPr>
          <p:nvPr>
            <p:ph type="sldNum" sz="quarter" idx="12"/>
          </p:nvPr>
        </p:nvSpPr>
        <p:spPr/>
        <p:txBody>
          <a:bodyPr/>
          <a:lstStyle/>
          <a:p>
            <a:fld id="{C5DB8450-BB56-4303-AC16-398612D421C6}" type="slidenum">
              <a:rPr lang="en-US" smtClean="0"/>
              <a:t>‹#›</a:t>
            </a:fld>
            <a:endParaRPr lang="en-US"/>
          </a:p>
        </p:txBody>
      </p:sp>
    </p:spTree>
    <p:extLst>
      <p:ext uri="{BB962C8B-B14F-4D97-AF65-F5344CB8AC3E}">
        <p14:creationId xmlns:p14="http://schemas.microsoft.com/office/powerpoint/2010/main" val="4231600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E56C5-706A-AA86-E691-622BF50C79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B6D31E-D49A-7438-DF79-8EB2981E4A3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221D894-22BF-1990-19A8-395AA48EF7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DBB4BDC-D033-8D0F-0575-0EA7D5880486}"/>
              </a:ext>
            </a:extLst>
          </p:cNvPr>
          <p:cNvSpPr>
            <a:spLocks noGrp="1"/>
          </p:cNvSpPr>
          <p:nvPr>
            <p:ph type="dt" sz="half" idx="10"/>
          </p:nvPr>
        </p:nvSpPr>
        <p:spPr/>
        <p:txBody>
          <a:bodyPr/>
          <a:lstStyle/>
          <a:p>
            <a:fld id="{2A47B798-BB5A-4C65-BDAB-FA3F58126CB6}" type="datetimeFigureOut">
              <a:rPr lang="en-US" smtClean="0"/>
              <a:t>1/31/2026</a:t>
            </a:fld>
            <a:endParaRPr lang="en-US"/>
          </a:p>
        </p:txBody>
      </p:sp>
      <p:sp>
        <p:nvSpPr>
          <p:cNvPr id="6" name="Footer Placeholder 5">
            <a:extLst>
              <a:ext uri="{FF2B5EF4-FFF2-40B4-BE49-F238E27FC236}">
                <a16:creationId xmlns:a16="http://schemas.microsoft.com/office/drawing/2014/main" id="{F8FE2CD7-FC21-24BF-FC86-F585AB662E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61A46E-D705-9B75-2BCA-959930E70D67}"/>
              </a:ext>
            </a:extLst>
          </p:cNvPr>
          <p:cNvSpPr>
            <a:spLocks noGrp="1"/>
          </p:cNvSpPr>
          <p:nvPr>
            <p:ph type="sldNum" sz="quarter" idx="12"/>
          </p:nvPr>
        </p:nvSpPr>
        <p:spPr/>
        <p:txBody>
          <a:bodyPr/>
          <a:lstStyle/>
          <a:p>
            <a:fld id="{C5DB8450-BB56-4303-AC16-398612D421C6}" type="slidenum">
              <a:rPr lang="en-US" smtClean="0"/>
              <a:t>‹#›</a:t>
            </a:fld>
            <a:endParaRPr lang="en-US"/>
          </a:p>
        </p:txBody>
      </p:sp>
    </p:spTree>
    <p:extLst>
      <p:ext uri="{BB962C8B-B14F-4D97-AF65-F5344CB8AC3E}">
        <p14:creationId xmlns:p14="http://schemas.microsoft.com/office/powerpoint/2010/main" val="2949499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A0CC3-EE6F-68F3-3190-3BA09D81D5F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BDDE680-63DD-8278-F87C-8CEE058DE2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A3E96A-2855-1380-15AA-38B636FC1D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220E688-F657-173F-E0B0-A8F6039C92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0E1190-AB0A-9B9A-2D0F-3BFB0BA4B4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A67ECED-6CAD-CB5C-4614-1B88E77054DE}"/>
              </a:ext>
            </a:extLst>
          </p:cNvPr>
          <p:cNvSpPr>
            <a:spLocks noGrp="1"/>
          </p:cNvSpPr>
          <p:nvPr>
            <p:ph type="dt" sz="half" idx="10"/>
          </p:nvPr>
        </p:nvSpPr>
        <p:spPr/>
        <p:txBody>
          <a:bodyPr/>
          <a:lstStyle/>
          <a:p>
            <a:fld id="{2A47B798-BB5A-4C65-BDAB-FA3F58126CB6}" type="datetimeFigureOut">
              <a:rPr lang="en-US" smtClean="0"/>
              <a:t>1/31/2026</a:t>
            </a:fld>
            <a:endParaRPr lang="en-US"/>
          </a:p>
        </p:txBody>
      </p:sp>
      <p:sp>
        <p:nvSpPr>
          <p:cNvPr id="8" name="Footer Placeholder 7">
            <a:extLst>
              <a:ext uri="{FF2B5EF4-FFF2-40B4-BE49-F238E27FC236}">
                <a16:creationId xmlns:a16="http://schemas.microsoft.com/office/drawing/2014/main" id="{EDBFDF8A-89C4-E289-318A-638FB13EB95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02FE194-9762-F5E1-7849-4096ED1E447A}"/>
              </a:ext>
            </a:extLst>
          </p:cNvPr>
          <p:cNvSpPr>
            <a:spLocks noGrp="1"/>
          </p:cNvSpPr>
          <p:nvPr>
            <p:ph type="sldNum" sz="quarter" idx="12"/>
          </p:nvPr>
        </p:nvSpPr>
        <p:spPr/>
        <p:txBody>
          <a:bodyPr/>
          <a:lstStyle/>
          <a:p>
            <a:fld id="{C5DB8450-BB56-4303-AC16-398612D421C6}" type="slidenum">
              <a:rPr lang="en-US" smtClean="0"/>
              <a:t>‹#›</a:t>
            </a:fld>
            <a:endParaRPr lang="en-US"/>
          </a:p>
        </p:txBody>
      </p:sp>
    </p:spTree>
    <p:extLst>
      <p:ext uri="{BB962C8B-B14F-4D97-AF65-F5344CB8AC3E}">
        <p14:creationId xmlns:p14="http://schemas.microsoft.com/office/powerpoint/2010/main" val="4103786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14B02-55A6-C511-49E8-13E9235AC66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2973521-15A8-B478-2C08-B7749D7D0D81}"/>
              </a:ext>
            </a:extLst>
          </p:cNvPr>
          <p:cNvSpPr>
            <a:spLocks noGrp="1"/>
          </p:cNvSpPr>
          <p:nvPr>
            <p:ph type="dt" sz="half" idx="10"/>
          </p:nvPr>
        </p:nvSpPr>
        <p:spPr/>
        <p:txBody>
          <a:bodyPr/>
          <a:lstStyle/>
          <a:p>
            <a:fld id="{2A47B798-BB5A-4C65-BDAB-FA3F58126CB6}" type="datetimeFigureOut">
              <a:rPr lang="en-US" smtClean="0"/>
              <a:t>1/31/2026</a:t>
            </a:fld>
            <a:endParaRPr lang="en-US"/>
          </a:p>
        </p:txBody>
      </p:sp>
      <p:sp>
        <p:nvSpPr>
          <p:cNvPr id="4" name="Footer Placeholder 3">
            <a:extLst>
              <a:ext uri="{FF2B5EF4-FFF2-40B4-BE49-F238E27FC236}">
                <a16:creationId xmlns:a16="http://schemas.microsoft.com/office/drawing/2014/main" id="{ECB50602-880C-9317-1EA1-FAA0F082E1E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C37BC0-1C4C-94BE-1C59-1F51F0563117}"/>
              </a:ext>
            </a:extLst>
          </p:cNvPr>
          <p:cNvSpPr>
            <a:spLocks noGrp="1"/>
          </p:cNvSpPr>
          <p:nvPr>
            <p:ph type="sldNum" sz="quarter" idx="12"/>
          </p:nvPr>
        </p:nvSpPr>
        <p:spPr/>
        <p:txBody>
          <a:bodyPr/>
          <a:lstStyle/>
          <a:p>
            <a:fld id="{C5DB8450-BB56-4303-AC16-398612D421C6}" type="slidenum">
              <a:rPr lang="en-US" smtClean="0"/>
              <a:t>‹#›</a:t>
            </a:fld>
            <a:endParaRPr lang="en-US"/>
          </a:p>
        </p:txBody>
      </p:sp>
    </p:spTree>
    <p:extLst>
      <p:ext uri="{BB962C8B-B14F-4D97-AF65-F5344CB8AC3E}">
        <p14:creationId xmlns:p14="http://schemas.microsoft.com/office/powerpoint/2010/main" val="12635210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A54343-C859-7CA1-68B9-629ADFB8AEFD}"/>
              </a:ext>
            </a:extLst>
          </p:cNvPr>
          <p:cNvSpPr>
            <a:spLocks noGrp="1"/>
          </p:cNvSpPr>
          <p:nvPr>
            <p:ph type="dt" sz="half" idx="10"/>
          </p:nvPr>
        </p:nvSpPr>
        <p:spPr/>
        <p:txBody>
          <a:bodyPr/>
          <a:lstStyle/>
          <a:p>
            <a:fld id="{2A47B798-BB5A-4C65-BDAB-FA3F58126CB6}" type="datetimeFigureOut">
              <a:rPr lang="en-US" smtClean="0"/>
              <a:t>1/31/2026</a:t>
            </a:fld>
            <a:endParaRPr lang="en-US"/>
          </a:p>
        </p:txBody>
      </p:sp>
      <p:sp>
        <p:nvSpPr>
          <p:cNvPr id="3" name="Footer Placeholder 2">
            <a:extLst>
              <a:ext uri="{FF2B5EF4-FFF2-40B4-BE49-F238E27FC236}">
                <a16:creationId xmlns:a16="http://schemas.microsoft.com/office/drawing/2014/main" id="{1A1DC16E-524F-003A-C390-BC649A6033A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9A48C90-AAC7-A8BF-C803-5480533F21B8}"/>
              </a:ext>
            </a:extLst>
          </p:cNvPr>
          <p:cNvSpPr>
            <a:spLocks noGrp="1"/>
          </p:cNvSpPr>
          <p:nvPr>
            <p:ph type="sldNum" sz="quarter" idx="12"/>
          </p:nvPr>
        </p:nvSpPr>
        <p:spPr/>
        <p:txBody>
          <a:bodyPr/>
          <a:lstStyle/>
          <a:p>
            <a:fld id="{C5DB8450-BB56-4303-AC16-398612D421C6}" type="slidenum">
              <a:rPr lang="en-US" smtClean="0"/>
              <a:t>‹#›</a:t>
            </a:fld>
            <a:endParaRPr lang="en-US"/>
          </a:p>
        </p:txBody>
      </p:sp>
    </p:spTree>
    <p:extLst>
      <p:ext uri="{BB962C8B-B14F-4D97-AF65-F5344CB8AC3E}">
        <p14:creationId xmlns:p14="http://schemas.microsoft.com/office/powerpoint/2010/main" val="33232110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6A344-3C9F-92AA-369B-9DAE02E28D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A7F96A5-08E3-D5FC-E44E-11A434BF30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FED2DA6-6B1D-FDD4-A52E-6A64E1790F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D33D35-22A1-3A07-16CB-96C64AC1F55A}"/>
              </a:ext>
            </a:extLst>
          </p:cNvPr>
          <p:cNvSpPr>
            <a:spLocks noGrp="1"/>
          </p:cNvSpPr>
          <p:nvPr>
            <p:ph type="dt" sz="half" idx="10"/>
          </p:nvPr>
        </p:nvSpPr>
        <p:spPr/>
        <p:txBody>
          <a:bodyPr/>
          <a:lstStyle/>
          <a:p>
            <a:fld id="{2A47B798-BB5A-4C65-BDAB-FA3F58126CB6}" type="datetimeFigureOut">
              <a:rPr lang="en-US" smtClean="0"/>
              <a:t>1/31/2026</a:t>
            </a:fld>
            <a:endParaRPr lang="en-US"/>
          </a:p>
        </p:txBody>
      </p:sp>
      <p:sp>
        <p:nvSpPr>
          <p:cNvPr id="6" name="Footer Placeholder 5">
            <a:extLst>
              <a:ext uri="{FF2B5EF4-FFF2-40B4-BE49-F238E27FC236}">
                <a16:creationId xmlns:a16="http://schemas.microsoft.com/office/drawing/2014/main" id="{8BC970E7-F6F7-D454-E0C9-D564D4C267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FB1F06-9C2B-ABD1-3D18-9A0C19A69C0A}"/>
              </a:ext>
            </a:extLst>
          </p:cNvPr>
          <p:cNvSpPr>
            <a:spLocks noGrp="1"/>
          </p:cNvSpPr>
          <p:nvPr>
            <p:ph type="sldNum" sz="quarter" idx="12"/>
          </p:nvPr>
        </p:nvSpPr>
        <p:spPr/>
        <p:txBody>
          <a:bodyPr/>
          <a:lstStyle/>
          <a:p>
            <a:fld id="{C5DB8450-BB56-4303-AC16-398612D421C6}" type="slidenum">
              <a:rPr lang="en-US" smtClean="0"/>
              <a:t>‹#›</a:t>
            </a:fld>
            <a:endParaRPr lang="en-US"/>
          </a:p>
        </p:txBody>
      </p:sp>
    </p:spTree>
    <p:extLst>
      <p:ext uri="{BB962C8B-B14F-4D97-AF65-F5344CB8AC3E}">
        <p14:creationId xmlns:p14="http://schemas.microsoft.com/office/powerpoint/2010/main" val="1587946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25D69-54DA-A42B-AFC7-56C484A350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3F826A1-2A8B-CB7C-4C44-BA8FE26262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2E9DBAC-F74E-C5A9-F5F6-FC7F512C9F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29F2F3-24A4-316E-4854-97972BFA7DB1}"/>
              </a:ext>
            </a:extLst>
          </p:cNvPr>
          <p:cNvSpPr>
            <a:spLocks noGrp="1"/>
          </p:cNvSpPr>
          <p:nvPr>
            <p:ph type="dt" sz="half" idx="10"/>
          </p:nvPr>
        </p:nvSpPr>
        <p:spPr/>
        <p:txBody>
          <a:bodyPr/>
          <a:lstStyle/>
          <a:p>
            <a:fld id="{2A47B798-BB5A-4C65-BDAB-FA3F58126CB6}" type="datetimeFigureOut">
              <a:rPr lang="en-US" smtClean="0"/>
              <a:t>1/31/2026</a:t>
            </a:fld>
            <a:endParaRPr lang="en-US"/>
          </a:p>
        </p:txBody>
      </p:sp>
      <p:sp>
        <p:nvSpPr>
          <p:cNvPr id="6" name="Footer Placeholder 5">
            <a:extLst>
              <a:ext uri="{FF2B5EF4-FFF2-40B4-BE49-F238E27FC236}">
                <a16:creationId xmlns:a16="http://schemas.microsoft.com/office/drawing/2014/main" id="{9B4B8886-8829-332F-09E1-5B83F164A3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EA8388-1932-A262-8037-1106B88104FB}"/>
              </a:ext>
            </a:extLst>
          </p:cNvPr>
          <p:cNvSpPr>
            <a:spLocks noGrp="1"/>
          </p:cNvSpPr>
          <p:nvPr>
            <p:ph type="sldNum" sz="quarter" idx="12"/>
          </p:nvPr>
        </p:nvSpPr>
        <p:spPr/>
        <p:txBody>
          <a:bodyPr/>
          <a:lstStyle/>
          <a:p>
            <a:fld id="{C5DB8450-BB56-4303-AC16-398612D421C6}" type="slidenum">
              <a:rPr lang="en-US" smtClean="0"/>
              <a:t>‹#›</a:t>
            </a:fld>
            <a:endParaRPr lang="en-US"/>
          </a:p>
        </p:txBody>
      </p:sp>
    </p:spTree>
    <p:extLst>
      <p:ext uri="{BB962C8B-B14F-4D97-AF65-F5344CB8AC3E}">
        <p14:creationId xmlns:p14="http://schemas.microsoft.com/office/powerpoint/2010/main" val="3665701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8D3E6-7BDE-FB48-F6ED-69048864174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E0A8E3-6E4E-F57F-8DAF-8A38A0274B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C91631-6AB5-5EB8-DBEE-0172221EC09C}"/>
              </a:ext>
            </a:extLst>
          </p:cNvPr>
          <p:cNvSpPr>
            <a:spLocks noGrp="1"/>
          </p:cNvSpPr>
          <p:nvPr>
            <p:ph type="dt" sz="half" idx="10"/>
          </p:nvPr>
        </p:nvSpPr>
        <p:spPr/>
        <p:txBody>
          <a:bodyPr/>
          <a:lstStyle/>
          <a:p>
            <a:fld id="{2A47B798-BB5A-4C65-BDAB-FA3F58126CB6}" type="datetimeFigureOut">
              <a:rPr lang="en-US" smtClean="0"/>
              <a:t>1/31/2026</a:t>
            </a:fld>
            <a:endParaRPr lang="en-US"/>
          </a:p>
        </p:txBody>
      </p:sp>
      <p:sp>
        <p:nvSpPr>
          <p:cNvPr id="5" name="Footer Placeholder 4">
            <a:extLst>
              <a:ext uri="{FF2B5EF4-FFF2-40B4-BE49-F238E27FC236}">
                <a16:creationId xmlns:a16="http://schemas.microsoft.com/office/drawing/2014/main" id="{4F866C23-B3C8-57B0-A7C7-4AB9A2DB57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11AD84-BF16-5E5B-A040-70F3AF6475D9}"/>
              </a:ext>
            </a:extLst>
          </p:cNvPr>
          <p:cNvSpPr>
            <a:spLocks noGrp="1"/>
          </p:cNvSpPr>
          <p:nvPr>
            <p:ph type="sldNum" sz="quarter" idx="12"/>
          </p:nvPr>
        </p:nvSpPr>
        <p:spPr/>
        <p:txBody>
          <a:bodyPr/>
          <a:lstStyle/>
          <a:p>
            <a:fld id="{C5DB8450-BB56-4303-AC16-398612D421C6}" type="slidenum">
              <a:rPr lang="en-US" smtClean="0"/>
              <a:t>‹#›</a:t>
            </a:fld>
            <a:endParaRPr lang="en-US"/>
          </a:p>
        </p:txBody>
      </p:sp>
    </p:spTree>
    <p:extLst>
      <p:ext uri="{BB962C8B-B14F-4D97-AF65-F5344CB8AC3E}">
        <p14:creationId xmlns:p14="http://schemas.microsoft.com/office/powerpoint/2010/main" val="39961316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FFF8A0-72D8-229D-6844-0DAB02B886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FF0422-EAE3-AC71-F565-4A60A4C185E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196683-9674-BB4D-0C81-E413E0C772BB}"/>
              </a:ext>
            </a:extLst>
          </p:cNvPr>
          <p:cNvSpPr>
            <a:spLocks noGrp="1"/>
          </p:cNvSpPr>
          <p:nvPr>
            <p:ph type="dt" sz="half" idx="10"/>
          </p:nvPr>
        </p:nvSpPr>
        <p:spPr/>
        <p:txBody>
          <a:bodyPr/>
          <a:lstStyle/>
          <a:p>
            <a:fld id="{2A47B798-BB5A-4C65-BDAB-FA3F58126CB6}" type="datetimeFigureOut">
              <a:rPr lang="en-US" smtClean="0"/>
              <a:t>1/31/2026</a:t>
            </a:fld>
            <a:endParaRPr lang="en-US"/>
          </a:p>
        </p:txBody>
      </p:sp>
      <p:sp>
        <p:nvSpPr>
          <p:cNvPr id="5" name="Footer Placeholder 4">
            <a:extLst>
              <a:ext uri="{FF2B5EF4-FFF2-40B4-BE49-F238E27FC236}">
                <a16:creationId xmlns:a16="http://schemas.microsoft.com/office/drawing/2014/main" id="{DF7C2678-01E2-D5B8-0AF0-C9A2FCB817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6246C3-6429-E482-3632-4EF0D561B53B}"/>
              </a:ext>
            </a:extLst>
          </p:cNvPr>
          <p:cNvSpPr>
            <a:spLocks noGrp="1"/>
          </p:cNvSpPr>
          <p:nvPr>
            <p:ph type="sldNum" sz="quarter" idx="12"/>
          </p:nvPr>
        </p:nvSpPr>
        <p:spPr/>
        <p:txBody>
          <a:bodyPr/>
          <a:lstStyle/>
          <a:p>
            <a:fld id="{C5DB8450-BB56-4303-AC16-398612D421C6}" type="slidenum">
              <a:rPr lang="en-US" smtClean="0"/>
              <a:t>‹#›</a:t>
            </a:fld>
            <a:endParaRPr lang="en-US"/>
          </a:p>
        </p:txBody>
      </p:sp>
    </p:spTree>
    <p:extLst>
      <p:ext uri="{BB962C8B-B14F-4D97-AF65-F5344CB8AC3E}">
        <p14:creationId xmlns:p14="http://schemas.microsoft.com/office/powerpoint/2010/main" val="2664373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Picture Placeholder 17"/>
          <p:cNvSpPr>
            <a:spLocks noGrp="1"/>
          </p:cNvSpPr>
          <p:nvPr>
            <p:ph type="pic" sz="quarter" idx="10"/>
          </p:nvPr>
        </p:nvSpPr>
        <p:spPr>
          <a:xfrm>
            <a:off x="3491399" y="981074"/>
            <a:ext cx="2233125" cy="4844563"/>
          </a:xfrm>
          <a:custGeom>
            <a:avLst/>
            <a:gdLst>
              <a:gd name="connsiteX0" fmla="*/ 182633 w 1639888"/>
              <a:gd name="connsiteY0" fmla="*/ 0 h 3557588"/>
              <a:gd name="connsiteX1" fmla="*/ 331022 w 1639888"/>
              <a:gd name="connsiteY1" fmla="*/ 0 h 3557588"/>
              <a:gd name="connsiteX2" fmla="*/ 365265 w 1639888"/>
              <a:gd name="connsiteY2" fmla="*/ 34281 h 3557588"/>
              <a:gd name="connsiteX3" fmla="*/ 365265 w 1639888"/>
              <a:gd name="connsiteY3" fmla="*/ 38090 h 3557588"/>
              <a:gd name="connsiteX4" fmla="*/ 460386 w 1639888"/>
              <a:gd name="connsiteY4" fmla="*/ 133314 h 3557588"/>
              <a:gd name="connsiteX5" fmla="*/ 1183307 w 1639888"/>
              <a:gd name="connsiteY5" fmla="*/ 133314 h 3557588"/>
              <a:gd name="connsiteX6" fmla="*/ 1278428 w 1639888"/>
              <a:gd name="connsiteY6" fmla="*/ 38090 h 3557588"/>
              <a:gd name="connsiteX7" fmla="*/ 1278428 w 1639888"/>
              <a:gd name="connsiteY7" fmla="*/ 34281 h 3557588"/>
              <a:gd name="connsiteX8" fmla="*/ 1308867 w 1639888"/>
              <a:gd name="connsiteY8" fmla="*/ 0 h 3557588"/>
              <a:gd name="connsiteX9" fmla="*/ 1461060 w 1639888"/>
              <a:gd name="connsiteY9" fmla="*/ 0 h 3557588"/>
              <a:gd name="connsiteX10" fmla="*/ 1639888 w 1639888"/>
              <a:gd name="connsiteY10" fmla="*/ 182831 h 3557588"/>
              <a:gd name="connsiteX11" fmla="*/ 1639888 w 1639888"/>
              <a:gd name="connsiteY11" fmla="*/ 3378566 h 3557588"/>
              <a:gd name="connsiteX12" fmla="*/ 1461060 w 1639888"/>
              <a:gd name="connsiteY12" fmla="*/ 3557588 h 3557588"/>
              <a:gd name="connsiteX13" fmla="*/ 182633 w 1639888"/>
              <a:gd name="connsiteY13" fmla="*/ 3557588 h 3557588"/>
              <a:gd name="connsiteX14" fmla="*/ 0 w 1639888"/>
              <a:gd name="connsiteY14" fmla="*/ 3378566 h 3557588"/>
              <a:gd name="connsiteX15" fmla="*/ 0 w 1639888"/>
              <a:gd name="connsiteY15" fmla="*/ 182831 h 3557588"/>
              <a:gd name="connsiteX16" fmla="*/ 182633 w 1639888"/>
              <a:gd name="connsiteY16" fmla="*/ 0 h 3557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39888" h="3557588">
                <a:moveTo>
                  <a:pt x="182633" y="0"/>
                </a:moveTo>
                <a:cubicBezTo>
                  <a:pt x="182633" y="0"/>
                  <a:pt x="182633" y="0"/>
                  <a:pt x="331022" y="0"/>
                </a:cubicBezTo>
                <a:cubicBezTo>
                  <a:pt x="350046" y="0"/>
                  <a:pt x="365265" y="15236"/>
                  <a:pt x="365265" y="34281"/>
                </a:cubicBezTo>
                <a:cubicBezTo>
                  <a:pt x="365265" y="34281"/>
                  <a:pt x="365265" y="34281"/>
                  <a:pt x="365265" y="38090"/>
                </a:cubicBezTo>
                <a:cubicBezTo>
                  <a:pt x="365265" y="87607"/>
                  <a:pt x="407119" y="133314"/>
                  <a:pt x="460386" y="133314"/>
                </a:cubicBezTo>
                <a:cubicBezTo>
                  <a:pt x="460386" y="133314"/>
                  <a:pt x="460386" y="133314"/>
                  <a:pt x="1183307" y="133314"/>
                </a:cubicBezTo>
                <a:cubicBezTo>
                  <a:pt x="1236575" y="133314"/>
                  <a:pt x="1278428" y="87607"/>
                  <a:pt x="1278428" y="38090"/>
                </a:cubicBezTo>
                <a:cubicBezTo>
                  <a:pt x="1278428" y="38090"/>
                  <a:pt x="1278428" y="38090"/>
                  <a:pt x="1278428" y="34281"/>
                </a:cubicBezTo>
                <a:cubicBezTo>
                  <a:pt x="1278428" y="15236"/>
                  <a:pt x="1293647" y="0"/>
                  <a:pt x="1308867" y="0"/>
                </a:cubicBezTo>
                <a:cubicBezTo>
                  <a:pt x="1308867" y="0"/>
                  <a:pt x="1308867" y="0"/>
                  <a:pt x="1461060" y="0"/>
                </a:cubicBezTo>
                <a:cubicBezTo>
                  <a:pt x="1559986" y="0"/>
                  <a:pt x="1639888" y="79989"/>
                  <a:pt x="1639888" y="182831"/>
                </a:cubicBezTo>
                <a:cubicBezTo>
                  <a:pt x="1639888" y="182831"/>
                  <a:pt x="1639888" y="182831"/>
                  <a:pt x="1639888" y="3378566"/>
                </a:cubicBezTo>
                <a:cubicBezTo>
                  <a:pt x="1639888" y="3477600"/>
                  <a:pt x="1559986" y="3557588"/>
                  <a:pt x="1461060" y="3557588"/>
                </a:cubicBezTo>
                <a:cubicBezTo>
                  <a:pt x="1461060" y="3557588"/>
                  <a:pt x="1461060" y="3557588"/>
                  <a:pt x="182633" y="3557588"/>
                </a:cubicBezTo>
                <a:cubicBezTo>
                  <a:pt x="83707" y="3557588"/>
                  <a:pt x="0" y="3477600"/>
                  <a:pt x="0" y="3378566"/>
                </a:cubicBezTo>
                <a:cubicBezTo>
                  <a:pt x="0" y="3378566"/>
                  <a:pt x="0" y="3378566"/>
                  <a:pt x="0" y="182831"/>
                </a:cubicBezTo>
                <a:cubicBezTo>
                  <a:pt x="0" y="79989"/>
                  <a:pt x="83707" y="0"/>
                  <a:pt x="182633" y="0"/>
                </a:cubicBezTo>
                <a:close/>
              </a:path>
            </a:pathLst>
          </a:custGeom>
        </p:spPr>
        <p:txBody>
          <a:bodyPr rtlCol="0">
            <a:noAutofit/>
          </a:bodyPr>
          <a:lstStyle/>
          <a:p>
            <a:pPr lvl="0"/>
            <a:endParaRPr lang="ru-RU" noProof="0"/>
          </a:p>
        </p:txBody>
      </p:sp>
    </p:spTree>
    <p:extLst>
      <p:ext uri="{BB962C8B-B14F-4D97-AF65-F5344CB8AC3E}">
        <p14:creationId xmlns:p14="http://schemas.microsoft.com/office/powerpoint/2010/main" val="22900382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975CC7-D2B4-0F36-0B6C-8F9211CDE1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A4B1798-D4EA-2CB0-72DC-22C32FD642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DF8825-0DA3-01BC-E443-FA8840033A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A47B798-BB5A-4C65-BDAB-FA3F58126CB6}" type="datetimeFigureOut">
              <a:rPr lang="en-US" smtClean="0"/>
              <a:t>1/31/2026</a:t>
            </a:fld>
            <a:endParaRPr lang="en-US"/>
          </a:p>
        </p:txBody>
      </p:sp>
      <p:sp>
        <p:nvSpPr>
          <p:cNvPr id="5" name="Footer Placeholder 4">
            <a:extLst>
              <a:ext uri="{FF2B5EF4-FFF2-40B4-BE49-F238E27FC236}">
                <a16:creationId xmlns:a16="http://schemas.microsoft.com/office/drawing/2014/main" id="{7A4FE894-9FCA-45FD-5060-582CA515EB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437D3E4-2579-9B24-55B0-D7AF01C436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5DB8450-BB56-4303-AC16-398612D421C6}" type="slidenum">
              <a:rPr lang="en-US" smtClean="0"/>
              <a:t>‹#›</a:t>
            </a:fld>
            <a:endParaRPr lang="en-US"/>
          </a:p>
        </p:txBody>
      </p:sp>
    </p:spTree>
    <p:extLst>
      <p:ext uri="{BB962C8B-B14F-4D97-AF65-F5344CB8AC3E}">
        <p14:creationId xmlns:p14="http://schemas.microsoft.com/office/powerpoint/2010/main" val="5435553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8" Type="http://schemas.openxmlformats.org/officeDocument/2006/relationships/image" Target="../media/image33.svg"/><Relationship Id="rId13" Type="http://schemas.openxmlformats.org/officeDocument/2006/relationships/image" Target="../media/image38.sv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 Type="http://schemas.openxmlformats.org/officeDocument/2006/relationships/notesSlide" Target="../notesSlides/notesSlide16.xml"/><Relationship Id="rId16" Type="http://schemas.openxmlformats.org/officeDocument/2006/relationships/image" Target="../media/image41.svg"/><Relationship Id="rId1" Type="http://schemas.openxmlformats.org/officeDocument/2006/relationships/slideLayout" Target="../slideLayouts/slideLayout1.xml"/><Relationship Id="rId6" Type="http://schemas.openxmlformats.org/officeDocument/2006/relationships/image" Target="../media/image31.sv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svg"/></Relationships>
</file>

<file path=ppt/slides/_rels/slide5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xml"/><Relationship Id="rId5" Type="http://schemas.openxmlformats.org/officeDocument/2006/relationships/image" Target="../media/image50.png"/><Relationship Id="rId4" Type="http://schemas.openxmlformats.org/officeDocument/2006/relationships/image" Target="../media/image49.png"/></Relationships>
</file>

<file path=ppt/slides/_rels/slide51.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png"/><Relationship Id="rId1" Type="http://schemas.openxmlformats.org/officeDocument/2006/relationships/slideLayout" Target="../slideLayouts/slideLayout7.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52.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 Id="rId9" Type="http://schemas.openxmlformats.org/officeDocument/2006/relationships/image" Target="../media/image64.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66.sv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8.sv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7.xml"/><Relationship Id="rId1" Type="http://schemas.openxmlformats.org/officeDocument/2006/relationships/slideLayout" Target="../slideLayouts/slideLayout4.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 Id="rId9" Type="http://schemas.openxmlformats.org/officeDocument/2006/relationships/image" Target="../media/image70.svg"/></Relationships>
</file>

<file path=ppt/slides/_rels/slide65.xml.rels><?xml version="1.0" encoding="UTF-8" standalone="yes"?>
<Relationships xmlns="http://schemas.openxmlformats.org/package/2006/relationships"><Relationship Id="rId3" Type="http://schemas.openxmlformats.org/officeDocument/2006/relationships/image" Target="../media/image72.sv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74.svg"/><Relationship Id="rId7" Type="http://schemas.openxmlformats.org/officeDocument/2006/relationships/image" Target="../media/image78.svg"/><Relationship Id="rId2" Type="http://schemas.openxmlformats.org/officeDocument/2006/relationships/image" Target="../media/image73.png"/><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76.svg"/><Relationship Id="rId4" Type="http://schemas.openxmlformats.org/officeDocument/2006/relationships/image" Target="../media/image75.png"/><Relationship Id="rId9" Type="http://schemas.openxmlformats.org/officeDocument/2006/relationships/image" Target="../media/image80.svg"/></Relationships>
</file>

<file path=ppt/slides/_rels/slide70.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82.svg"/></Relationships>
</file>

<file path=ppt/slides/_rels/slide74.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7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80.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81.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diagramLayout" Target="../diagrams/layout11.xml"/><Relationship Id="rId7" Type="http://schemas.openxmlformats.org/officeDocument/2006/relationships/image" Target="../media/image86.png"/><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10" Type="http://schemas.openxmlformats.org/officeDocument/2006/relationships/image" Target="../media/image89.png"/><Relationship Id="rId4" Type="http://schemas.openxmlformats.org/officeDocument/2006/relationships/diagramQuickStyle" Target="../diagrams/quickStyle11.xml"/><Relationship Id="rId9" Type="http://schemas.openxmlformats.org/officeDocument/2006/relationships/image" Target="../media/image88.png"/></Relationships>
</file>

<file path=ppt/slides/_rels/slide83.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diagramLayout" Target="../diagrams/layout12.xml"/><Relationship Id="rId7" Type="http://schemas.openxmlformats.org/officeDocument/2006/relationships/image" Target="../media/image90.png"/><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95.png"/><Relationship Id="rId7" Type="http://schemas.openxmlformats.org/officeDocument/2006/relationships/image" Target="../media/image91.png"/><Relationship Id="rId2" Type="http://schemas.openxmlformats.org/officeDocument/2006/relationships/image" Target="../media/image94.png"/><Relationship Id="rId1" Type="http://schemas.openxmlformats.org/officeDocument/2006/relationships/slideLayout" Target="../slideLayouts/slideLayout2.xml"/><Relationship Id="rId6" Type="http://schemas.openxmlformats.org/officeDocument/2006/relationships/image" Target="../media/image88.png"/><Relationship Id="rId5" Type="http://schemas.openxmlformats.org/officeDocument/2006/relationships/image" Target="../media/image97.png"/><Relationship Id="rId4" Type="http://schemas.openxmlformats.org/officeDocument/2006/relationships/image" Target="../media/image96.png"/></Relationships>
</file>

<file path=ppt/slides/_rels/slide90.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diagramLayout" Target="../diagrams/layout14.xml"/><Relationship Id="rId7" Type="http://schemas.openxmlformats.org/officeDocument/2006/relationships/image" Target="../media/image88.png"/><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92.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diagramLayout" Target="../diagrams/layout15.xml"/><Relationship Id="rId7" Type="http://schemas.openxmlformats.org/officeDocument/2006/relationships/image" Target="../media/image100.png"/><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94.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2.xml"/><Relationship Id="rId5" Type="http://schemas.openxmlformats.org/officeDocument/2006/relationships/image" Target="../media/image104.png"/><Relationship Id="rId4" Type="http://schemas.openxmlformats.org/officeDocument/2006/relationships/image" Target="../media/image103.png"/></Relationships>
</file>

<file path=ppt/slides/_rels/slide99.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png"/></Relationships>
</file>

<file path=ppt/slides/_rels/slide100.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61D6D-15EE-02F7-48D4-CB43B92EA07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38B1F24-D043-B1DE-F2B7-EAA4BD922868}"/>
              </a:ext>
            </a:extLst>
          </p:cNvPr>
          <p:cNvSpPr txBox="1"/>
          <p:nvPr/>
        </p:nvSpPr>
        <p:spPr>
          <a:xfrm>
            <a:off x="1027689" y="2321004"/>
            <a:ext cx="9869905" cy="1107996"/>
          </a:xfrm>
          <a:prstGeom prst="rect">
            <a:avLst/>
          </a:prstGeom>
          <a:noFill/>
        </p:spPr>
        <p:txBody>
          <a:bodyPr wrap="square" rtlCol="0">
            <a:spAutoFit/>
          </a:bodyPr>
          <a:lstStyle/>
          <a:p>
            <a:pPr algn="ctr"/>
            <a:r>
              <a:rPr lang="en-US" sz="6600" b="1" u="sng" dirty="0">
                <a:solidFill>
                  <a:srgbClr val="FF0000"/>
                </a:solidFill>
              </a:rPr>
              <a:t>PROMPT ENGINEERING</a:t>
            </a:r>
          </a:p>
        </p:txBody>
      </p:sp>
      <p:sp>
        <p:nvSpPr>
          <p:cNvPr id="3" name="TextBox 2">
            <a:extLst>
              <a:ext uri="{FF2B5EF4-FFF2-40B4-BE49-F238E27FC236}">
                <a16:creationId xmlns:a16="http://schemas.microsoft.com/office/drawing/2014/main" id="{E5A6537A-DC89-8089-E90C-9E0F084D6618}"/>
              </a:ext>
            </a:extLst>
          </p:cNvPr>
          <p:cNvSpPr txBox="1"/>
          <p:nvPr/>
        </p:nvSpPr>
        <p:spPr>
          <a:xfrm>
            <a:off x="72828" y="3288944"/>
            <a:ext cx="10262663" cy="646331"/>
          </a:xfrm>
          <a:prstGeom prst="rect">
            <a:avLst/>
          </a:prstGeom>
          <a:noFill/>
        </p:spPr>
        <p:txBody>
          <a:bodyPr wrap="square" rtlCol="0">
            <a:spAutoFit/>
          </a:bodyPr>
          <a:lstStyle/>
          <a:p>
            <a:pPr algn="r"/>
            <a:r>
              <a:rPr lang="en-US" sz="3600" dirty="0">
                <a:solidFill>
                  <a:schemeClr val="tx2">
                    <a:lumMod val="90000"/>
                    <a:lumOff val="10000"/>
                  </a:schemeClr>
                </a:solidFill>
              </a:rPr>
              <a:t>-Basics to Brilliance</a:t>
            </a:r>
          </a:p>
        </p:txBody>
      </p:sp>
    </p:spTree>
    <p:extLst>
      <p:ext uri="{BB962C8B-B14F-4D97-AF65-F5344CB8AC3E}">
        <p14:creationId xmlns:p14="http://schemas.microsoft.com/office/powerpoint/2010/main" val="1606328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E6E22-4C00-03C6-4F64-FF3E44CBA22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44ED5F7-5013-554C-A65F-591DA36BFEB7}"/>
              </a:ext>
            </a:extLst>
          </p:cNvPr>
          <p:cNvSpPr txBox="1"/>
          <p:nvPr/>
        </p:nvSpPr>
        <p:spPr>
          <a:xfrm>
            <a:off x="906309" y="1286878"/>
            <a:ext cx="9343702" cy="923330"/>
          </a:xfrm>
          <a:prstGeom prst="rect">
            <a:avLst/>
          </a:prstGeom>
          <a:noFill/>
        </p:spPr>
        <p:txBody>
          <a:bodyPr wrap="square" rtlCol="0">
            <a:spAutoFit/>
          </a:bodyPr>
          <a:lstStyle/>
          <a:p>
            <a:pPr algn="ctr"/>
            <a:r>
              <a:rPr lang="en-US" sz="5400" b="1" u="sng" dirty="0">
                <a:solidFill>
                  <a:srgbClr val="FF0000"/>
                </a:solidFill>
              </a:rPr>
              <a:t>Fundamentals of Prompting</a:t>
            </a:r>
          </a:p>
        </p:txBody>
      </p:sp>
      <p:sp>
        <p:nvSpPr>
          <p:cNvPr id="4" name="TextBox 3">
            <a:extLst>
              <a:ext uri="{FF2B5EF4-FFF2-40B4-BE49-F238E27FC236}">
                <a16:creationId xmlns:a16="http://schemas.microsoft.com/office/drawing/2014/main" id="{D4B1E267-A097-A3C7-CB7A-98C1C7DFFF11}"/>
              </a:ext>
            </a:extLst>
          </p:cNvPr>
          <p:cNvSpPr txBox="1"/>
          <p:nvPr/>
        </p:nvSpPr>
        <p:spPr>
          <a:xfrm>
            <a:off x="3896990" y="2210208"/>
            <a:ext cx="6097348" cy="2677656"/>
          </a:xfrm>
          <a:prstGeom prst="rect">
            <a:avLst/>
          </a:prstGeom>
          <a:noFill/>
        </p:spPr>
        <p:txBody>
          <a:bodyPr wrap="square">
            <a:spAutoFit/>
          </a:bodyPr>
          <a:lstStyle/>
          <a:p>
            <a:pPr marL="457200" indent="-457200">
              <a:buFont typeface="+mj-lt"/>
              <a:buAutoNum type="arabicPeriod"/>
            </a:pPr>
            <a:r>
              <a:rPr lang="en-US" sz="2400" b="1" dirty="0">
                <a:solidFill>
                  <a:schemeClr val="accent1">
                    <a:lumMod val="75000"/>
                  </a:schemeClr>
                </a:solidFill>
              </a:rPr>
              <a:t>What is prompt ?</a:t>
            </a:r>
          </a:p>
          <a:p>
            <a:pPr marL="457200" indent="-457200">
              <a:buFont typeface="+mj-lt"/>
              <a:buAutoNum type="arabicPeriod"/>
            </a:pPr>
            <a:r>
              <a:rPr lang="en-US" sz="2400" b="1" dirty="0">
                <a:solidFill>
                  <a:schemeClr val="accent1">
                    <a:lumMod val="75000"/>
                  </a:schemeClr>
                </a:solidFill>
              </a:rPr>
              <a:t>Why prompts matter ?</a:t>
            </a:r>
          </a:p>
          <a:p>
            <a:pPr marL="457200" indent="-457200">
              <a:buFont typeface="+mj-lt"/>
              <a:buAutoNum type="arabicPeriod"/>
            </a:pPr>
            <a:r>
              <a:rPr lang="en-US" sz="2400" b="1" dirty="0">
                <a:solidFill>
                  <a:schemeClr val="accent1">
                    <a:lumMod val="75000"/>
                  </a:schemeClr>
                </a:solidFill>
              </a:rPr>
              <a:t>How it works ?</a:t>
            </a:r>
          </a:p>
          <a:p>
            <a:pPr marL="457200" indent="-457200">
              <a:buFont typeface="+mj-lt"/>
              <a:buAutoNum type="arabicPeriod"/>
            </a:pPr>
            <a:r>
              <a:rPr lang="en-US" sz="2400" b="1" dirty="0">
                <a:solidFill>
                  <a:schemeClr val="accent1">
                    <a:lumMod val="75000"/>
                  </a:schemeClr>
                </a:solidFill>
              </a:rPr>
              <a:t>Planning Before Typing</a:t>
            </a:r>
          </a:p>
          <a:p>
            <a:pPr marL="457200" indent="-457200">
              <a:buFont typeface="+mj-lt"/>
              <a:buAutoNum type="arabicPeriod"/>
            </a:pPr>
            <a:r>
              <a:rPr lang="en-US" sz="2400" b="1" dirty="0">
                <a:solidFill>
                  <a:schemeClr val="accent1">
                    <a:lumMod val="75000"/>
                  </a:schemeClr>
                </a:solidFill>
              </a:rPr>
              <a:t>How to make a clear prompt ?</a:t>
            </a:r>
          </a:p>
          <a:p>
            <a:pPr marL="457200" indent="-457200">
              <a:buFont typeface="+mj-lt"/>
              <a:buAutoNum type="arabicPeriod"/>
            </a:pPr>
            <a:r>
              <a:rPr lang="en-US" sz="2400" b="1" dirty="0">
                <a:solidFill>
                  <a:schemeClr val="accent1">
                    <a:lumMod val="75000"/>
                  </a:schemeClr>
                </a:solidFill>
              </a:rPr>
              <a:t>Anatomy of a prompt</a:t>
            </a:r>
          </a:p>
          <a:p>
            <a:pPr marL="457200" indent="-457200">
              <a:buFont typeface="+mj-lt"/>
              <a:buAutoNum type="arabicPeriod"/>
            </a:pPr>
            <a:r>
              <a:rPr lang="en-US" sz="2400" b="1" dirty="0">
                <a:solidFill>
                  <a:schemeClr val="accent1">
                    <a:lumMod val="75000"/>
                  </a:schemeClr>
                </a:solidFill>
              </a:rPr>
              <a:t>Common prompting mistakes </a:t>
            </a:r>
          </a:p>
        </p:txBody>
      </p:sp>
    </p:spTree>
    <p:extLst>
      <p:ext uri="{BB962C8B-B14F-4D97-AF65-F5344CB8AC3E}">
        <p14:creationId xmlns:p14="http://schemas.microsoft.com/office/powerpoint/2010/main" val="2312958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681C5CD-295F-0433-C203-FF7D32539004}"/>
              </a:ext>
            </a:extLst>
          </p:cNvPr>
          <p:cNvSpPr txBox="1"/>
          <p:nvPr/>
        </p:nvSpPr>
        <p:spPr>
          <a:xfrm>
            <a:off x="0" y="186407"/>
            <a:ext cx="12192000" cy="646331"/>
          </a:xfrm>
          <a:prstGeom prst="rect">
            <a:avLst/>
          </a:prstGeom>
          <a:solidFill>
            <a:schemeClr val="accent2">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IN" sz="3600" dirty="0"/>
              <a:t>What Is a Prompt?</a:t>
            </a:r>
          </a:p>
        </p:txBody>
      </p:sp>
      <p:sp>
        <p:nvSpPr>
          <p:cNvPr id="10" name="TextBox 9">
            <a:extLst>
              <a:ext uri="{FF2B5EF4-FFF2-40B4-BE49-F238E27FC236}">
                <a16:creationId xmlns:a16="http://schemas.microsoft.com/office/drawing/2014/main" id="{44B1EF24-51D9-FB1B-31D7-6DA08A91F84A}"/>
              </a:ext>
            </a:extLst>
          </p:cNvPr>
          <p:cNvSpPr txBox="1"/>
          <p:nvPr/>
        </p:nvSpPr>
        <p:spPr>
          <a:xfrm>
            <a:off x="1336686" y="1042541"/>
            <a:ext cx="10365972" cy="830997"/>
          </a:xfrm>
          <a:prstGeom prst="rect">
            <a:avLst/>
          </a:prstGeom>
          <a:noFill/>
        </p:spPr>
        <p:txBody>
          <a:bodyPr wrap="square">
            <a:spAutoFit/>
          </a:bodyPr>
          <a:lstStyle/>
          <a:p>
            <a:r>
              <a:rPr lang="en-US" sz="2400" dirty="0"/>
              <a:t>A prompt is the input or instruction you give to a Large Language Model(LLM) that guides what it does and how it responds.</a:t>
            </a:r>
            <a:endParaRPr lang="en-IN" sz="2200" dirty="0">
              <a:solidFill>
                <a:srgbClr val="1F2933"/>
              </a:solidFill>
            </a:endParaRPr>
          </a:p>
        </p:txBody>
      </p:sp>
      <p:grpSp>
        <p:nvGrpSpPr>
          <p:cNvPr id="18" name="Group 17">
            <a:extLst>
              <a:ext uri="{FF2B5EF4-FFF2-40B4-BE49-F238E27FC236}">
                <a16:creationId xmlns:a16="http://schemas.microsoft.com/office/drawing/2014/main" id="{5DA59C4D-7676-BCC4-F110-6C235C5A9433}"/>
              </a:ext>
            </a:extLst>
          </p:cNvPr>
          <p:cNvGrpSpPr/>
          <p:nvPr/>
        </p:nvGrpSpPr>
        <p:grpSpPr>
          <a:xfrm>
            <a:off x="3019598" y="2106027"/>
            <a:ext cx="6152804" cy="1839824"/>
            <a:chOff x="2412460" y="3026547"/>
            <a:chExt cx="7708359" cy="2946236"/>
          </a:xfrm>
        </p:grpSpPr>
        <p:sp>
          <p:nvSpPr>
            <p:cNvPr id="4" name="Rectangle: Rounded Corners 3">
              <a:extLst>
                <a:ext uri="{FF2B5EF4-FFF2-40B4-BE49-F238E27FC236}">
                  <a16:creationId xmlns:a16="http://schemas.microsoft.com/office/drawing/2014/main" id="{57AE98A1-F8DB-1626-9A61-70B975E7BF14}"/>
                </a:ext>
              </a:extLst>
            </p:cNvPr>
            <p:cNvSpPr/>
            <p:nvPr/>
          </p:nvSpPr>
          <p:spPr>
            <a:xfrm>
              <a:off x="5240594" y="3321171"/>
              <a:ext cx="4880225" cy="2356988"/>
            </a:xfrm>
            <a:prstGeom prst="roundRect">
              <a:avLst>
                <a:gd name="adj" fmla="val 11979"/>
              </a:avLst>
            </a:prstGeom>
            <a:scene3d>
              <a:camera prst="orthographicFront"/>
              <a:lightRig rig="flat" dir="t"/>
            </a:scene3d>
            <a:sp3d extrusionH="12700" prstMaterial="plastic">
              <a:bevelT w="50800" h="50800"/>
            </a:sp3d>
          </p:spPr>
          <p:style>
            <a:lnRef idx="1">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2">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99061" tIns="164588" rIns="214118" bIns="164590" numCol="1" spcCol="1270" anchor="ctr" anchorCtr="0">
              <a:noAutofit/>
            </a:bodyPr>
            <a:lstStyle/>
            <a:p>
              <a:pPr marL="0" lvl="1" algn="l" defTabSz="1155700">
                <a:lnSpc>
                  <a:spcPct val="90000"/>
                </a:lnSpc>
                <a:spcBef>
                  <a:spcPct val="0"/>
                </a:spcBef>
                <a:spcAft>
                  <a:spcPct val="15000"/>
                </a:spcAft>
              </a:pPr>
              <a:endParaRPr lang="en-IN" sz="2600" kern="1200" dirty="0"/>
            </a:p>
          </p:txBody>
        </p:sp>
        <p:sp>
          <p:nvSpPr>
            <p:cNvPr id="5" name="Freeform: Shape 4">
              <a:extLst>
                <a:ext uri="{FF2B5EF4-FFF2-40B4-BE49-F238E27FC236}">
                  <a16:creationId xmlns:a16="http://schemas.microsoft.com/office/drawing/2014/main" id="{775CD5E9-2644-D7E6-9273-AC3E8C16C0AD}"/>
                </a:ext>
              </a:extLst>
            </p:cNvPr>
            <p:cNvSpPr/>
            <p:nvPr/>
          </p:nvSpPr>
          <p:spPr>
            <a:xfrm>
              <a:off x="2412460" y="3026547"/>
              <a:ext cx="3053706" cy="2946236"/>
            </a:xfrm>
            <a:custGeom>
              <a:avLst/>
              <a:gdLst>
                <a:gd name="csX0" fmla="*/ 0 w 3053706"/>
                <a:gd name="csY0" fmla="*/ 491049 h 2946236"/>
                <a:gd name="csX1" fmla="*/ 491049 w 3053706"/>
                <a:gd name="csY1" fmla="*/ 0 h 2946236"/>
                <a:gd name="csX2" fmla="*/ 2562657 w 3053706"/>
                <a:gd name="csY2" fmla="*/ 0 h 2946236"/>
                <a:gd name="csX3" fmla="*/ 3053706 w 3053706"/>
                <a:gd name="csY3" fmla="*/ 491049 h 2946236"/>
                <a:gd name="csX4" fmla="*/ 3053706 w 3053706"/>
                <a:gd name="csY4" fmla="*/ 2455187 h 2946236"/>
                <a:gd name="csX5" fmla="*/ 2562657 w 3053706"/>
                <a:gd name="csY5" fmla="*/ 2946236 h 2946236"/>
                <a:gd name="csX6" fmla="*/ 491049 w 3053706"/>
                <a:gd name="csY6" fmla="*/ 2946236 h 2946236"/>
                <a:gd name="csX7" fmla="*/ 0 w 3053706"/>
                <a:gd name="csY7" fmla="*/ 2455187 h 2946236"/>
                <a:gd name="csX8" fmla="*/ 0 w 3053706"/>
                <a:gd name="csY8" fmla="*/ 491049 h 29462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053706" h="2946236">
                  <a:moveTo>
                    <a:pt x="0" y="491049"/>
                  </a:moveTo>
                  <a:cubicBezTo>
                    <a:pt x="0" y="219850"/>
                    <a:pt x="219850" y="0"/>
                    <a:pt x="491049" y="0"/>
                  </a:cubicBezTo>
                  <a:lnTo>
                    <a:pt x="2562657" y="0"/>
                  </a:lnTo>
                  <a:cubicBezTo>
                    <a:pt x="2833856" y="0"/>
                    <a:pt x="3053706" y="219850"/>
                    <a:pt x="3053706" y="491049"/>
                  </a:cubicBezTo>
                  <a:lnTo>
                    <a:pt x="3053706" y="2455187"/>
                  </a:lnTo>
                  <a:cubicBezTo>
                    <a:pt x="3053706" y="2726386"/>
                    <a:pt x="2833856" y="2946236"/>
                    <a:pt x="2562657" y="2946236"/>
                  </a:cubicBezTo>
                  <a:lnTo>
                    <a:pt x="491049" y="2946236"/>
                  </a:lnTo>
                  <a:cubicBezTo>
                    <a:pt x="219850" y="2946236"/>
                    <a:pt x="0" y="2726386"/>
                    <a:pt x="0" y="2455187"/>
                  </a:cubicBezTo>
                  <a:lnTo>
                    <a:pt x="0" y="491049"/>
                  </a:lnTo>
                  <a:close/>
                </a:path>
              </a:pathLst>
            </a:custGeom>
            <a:solidFill>
              <a:schemeClr val="tx1">
                <a:lumMod val="65000"/>
                <a:lumOff val="35000"/>
              </a:schemeClr>
            </a:solidFill>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322893" tIns="233358" rIns="322893" bIns="233358" numCol="1" spcCol="1270" anchor="ctr" anchorCtr="0">
              <a:noAutofit/>
            </a:bodyPr>
            <a:lstStyle/>
            <a:p>
              <a:pPr marL="0" lvl="0" indent="0" algn="ctr" defTabSz="2089150">
                <a:lnSpc>
                  <a:spcPct val="90000"/>
                </a:lnSpc>
                <a:spcBef>
                  <a:spcPct val="0"/>
                </a:spcBef>
                <a:spcAft>
                  <a:spcPct val="35000"/>
                </a:spcAft>
                <a:buNone/>
              </a:pPr>
              <a:r>
                <a:rPr lang="en-US" sz="3000" kern="1200" dirty="0"/>
                <a:t>A prompt can include:</a:t>
              </a:r>
              <a:endParaRPr lang="en-IN" sz="3000" kern="1200" dirty="0"/>
            </a:p>
          </p:txBody>
        </p:sp>
        <p:grpSp>
          <p:nvGrpSpPr>
            <p:cNvPr id="13" name="Group 12">
              <a:extLst>
                <a:ext uri="{FF2B5EF4-FFF2-40B4-BE49-F238E27FC236}">
                  <a16:creationId xmlns:a16="http://schemas.microsoft.com/office/drawing/2014/main" id="{557CFC01-71A6-6B30-B1E7-0F89D3AF21D0}"/>
                </a:ext>
              </a:extLst>
            </p:cNvPr>
            <p:cNvGrpSpPr/>
            <p:nvPr/>
          </p:nvGrpSpPr>
          <p:grpSpPr>
            <a:xfrm>
              <a:off x="5567766" y="3439299"/>
              <a:ext cx="4457180" cy="2138400"/>
              <a:chOff x="5567766" y="3439299"/>
              <a:chExt cx="4457180" cy="2138400"/>
            </a:xfrm>
            <a:solidFill>
              <a:schemeClr val="bg1"/>
            </a:solidFill>
            <a:scene3d>
              <a:camera prst="orthographicFront">
                <a:rot lat="0" lon="0" rev="0"/>
              </a:camera>
              <a:lightRig rig="chilly" dir="t">
                <a:rot lat="0" lon="0" rev="18480000"/>
              </a:lightRig>
            </a:scene3d>
          </p:grpSpPr>
          <p:sp>
            <p:nvSpPr>
              <p:cNvPr id="14" name="Rectangle: Rounded Corners 13">
                <a:extLst>
                  <a:ext uri="{FF2B5EF4-FFF2-40B4-BE49-F238E27FC236}">
                    <a16:creationId xmlns:a16="http://schemas.microsoft.com/office/drawing/2014/main" id="{A4167457-9A10-CBCA-58C7-FBC76FC48058}"/>
                  </a:ext>
                </a:extLst>
              </p:cNvPr>
              <p:cNvSpPr/>
              <p:nvPr/>
            </p:nvSpPr>
            <p:spPr>
              <a:xfrm>
                <a:off x="5567766" y="3439299"/>
                <a:ext cx="4457180" cy="491400"/>
              </a:xfrm>
              <a:prstGeom prst="roundRect">
                <a:avLst>
                  <a:gd name="adj" fmla="val 37343"/>
                </a:avLst>
              </a:prstGeom>
              <a:grpFill/>
              <a:ln>
                <a:noFill/>
              </a:ln>
              <a:effectLst/>
              <a:sp3d prstMaterial="clear">
                <a:bevelT h="63500"/>
              </a:sp3d>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00188" tIns="100188" rIns="100188" bIns="100188" numCol="1" spcCol="1270" anchor="ctr" anchorCtr="0">
                <a:noAutofit/>
              </a:bodyPr>
              <a:lstStyle/>
              <a:p>
                <a:pPr marL="0" lvl="0" indent="0" algn="l" defTabSz="889000">
                  <a:lnSpc>
                    <a:spcPct val="90000"/>
                  </a:lnSpc>
                  <a:spcBef>
                    <a:spcPct val="0"/>
                  </a:spcBef>
                  <a:spcAft>
                    <a:spcPct val="35000"/>
                  </a:spcAft>
                  <a:buNone/>
                </a:pPr>
                <a:r>
                  <a:rPr lang="en-US" sz="1600" b="1" kern="1200" dirty="0"/>
                  <a:t>A question or task</a:t>
                </a:r>
                <a:endParaRPr lang="en-IN" sz="1600" b="1" kern="1200" dirty="0"/>
              </a:p>
            </p:txBody>
          </p:sp>
          <p:sp>
            <p:nvSpPr>
              <p:cNvPr id="15" name="Rectangle: Rounded Corners 14">
                <a:extLst>
                  <a:ext uri="{FF2B5EF4-FFF2-40B4-BE49-F238E27FC236}">
                    <a16:creationId xmlns:a16="http://schemas.microsoft.com/office/drawing/2014/main" id="{ECA67462-7BAC-C6DE-8A32-CB8668FA0466}"/>
                  </a:ext>
                </a:extLst>
              </p:cNvPr>
              <p:cNvSpPr/>
              <p:nvPr/>
            </p:nvSpPr>
            <p:spPr>
              <a:xfrm>
                <a:off x="5567766" y="3988299"/>
                <a:ext cx="4457180" cy="491400"/>
              </a:xfrm>
              <a:prstGeom prst="roundRect">
                <a:avLst>
                  <a:gd name="adj" fmla="val 39152"/>
                </a:avLst>
              </a:prstGeom>
              <a:grpFill/>
              <a:ln>
                <a:noFill/>
              </a:ln>
              <a:effectLst/>
              <a:sp3d prstMaterial="clear">
                <a:bevelT h="63500"/>
              </a:sp3d>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00188" tIns="100188" rIns="100188" bIns="100188" numCol="1" spcCol="1270" anchor="ctr" anchorCtr="0">
                <a:noAutofit/>
              </a:bodyPr>
              <a:lstStyle/>
              <a:p>
                <a:pPr marL="0" lvl="0" indent="0" algn="l" defTabSz="889000">
                  <a:lnSpc>
                    <a:spcPct val="90000"/>
                  </a:lnSpc>
                  <a:spcBef>
                    <a:spcPct val="0"/>
                  </a:spcBef>
                  <a:spcAft>
                    <a:spcPct val="35000"/>
                  </a:spcAft>
                  <a:buNone/>
                </a:pPr>
                <a:r>
                  <a:rPr lang="en-US" sz="1600" b="1" kern="1200" dirty="0"/>
                  <a:t>Context or background information</a:t>
                </a:r>
                <a:endParaRPr lang="en-IN" sz="1600" b="1" kern="1200" dirty="0"/>
              </a:p>
            </p:txBody>
          </p:sp>
          <p:sp>
            <p:nvSpPr>
              <p:cNvPr id="16" name="Rectangle: Rounded Corners 15">
                <a:extLst>
                  <a:ext uri="{FF2B5EF4-FFF2-40B4-BE49-F238E27FC236}">
                    <a16:creationId xmlns:a16="http://schemas.microsoft.com/office/drawing/2014/main" id="{2A0B53D0-2F5F-59A4-EF2C-83D345A63A8F}"/>
                  </a:ext>
                </a:extLst>
              </p:cNvPr>
              <p:cNvSpPr/>
              <p:nvPr/>
            </p:nvSpPr>
            <p:spPr>
              <a:xfrm>
                <a:off x="5567766" y="4537299"/>
                <a:ext cx="4457180" cy="491400"/>
              </a:xfrm>
              <a:prstGeom prst="roundRect">
                <a:avLst>
                  <a:gd name="adj" fmla="val 38376"/>
                </a:avLst>
              </a:prstGeom>
              <a:grpFill/>
              <a:ln>
                <a:noFill/>
              </a:ln>
              <a:effectLst/>
              <a:sp3d prstMaterial="clear">
                <a:bevelT h="63500"/>
              </a:sp3d>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00188" tIns="100188" rIns="100188" bIns="100188" numCol="1" spcCol="1270" anchor="ctr" anchorCtr="0">
                <a:noAutofit/>
              </a:bodyPr>
              <a:lstStyle/>
              <a:p>
                <a:pPr marL="0" lvl="0" indent="0" algn="l" defTabSz="889000">
                  <a:lnSpc>
                    <a:spcPct val="90000"/>
                  </a:lnSpc>
                  <a:spcBef>
                    <a:spcPct val="0"/>
                  </a:spcBef>
                  <a:spcAft>
                    <a:spcPct val="35000"/>
                  </a:spcAft>
                  <a:buNone/>
                </a:pPr>
                <a:r>
                  <a:rPr lang="en-US" sz="1600" b="1" kern="1200" dirty="0"/>
                  <a:t>Instructions on tone or format</a:t>
                </a:r>
                <a:endParaRPr lang="en-IN" sz="1600" b="1" kern="1200" dirty="0"/>
              </a:p>
            </p:txBody>
          </p:sp>
          <p:sp>
            <p:nvSpPr>
              <p:cNvPr id="17" name="Rectangle: Rounded Corners 16">
                <a:extLst>
                  <a:ext uri="{FF2B5EF4-FFF2-40B4-BE49-F238E27FC236}">
                    <a16:creationId xmlns:a16="http://schemas.microsoft.com/office/drawing/2014/main" id="{34D11B10-AF96-3D12-EC89-DD05E6C715FF}"/>
                  </a:ext>
                </a:extLst>
              </p:cNvPr>
              <p:cNvSpPr/>
              <p:nvPr/>
            </p:nvSpPr>
            <p:spPr>
              <a:xfrm>
                <a:off x="5567766" y="5086299"/>
                <a:ext cx="4457180" cy="491400"/>
              </a:xfrm>
              <a:prstGeom prst="roundRect">
                <a:avLst>
                  <a:gd name="adj" fmla="val 37989"/>
                </a:avLst>
              </a:prstGeom>
              <a:grpFill/>
              <a:ln>
                <a:noFill/>
              </a:ln>
              <a:effectLst/>
              <a:sp3d prstMaterial="clear">
                <a:bevelT h="63500"/>
              </a:sp3d>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00188" tIns="100188" rIns="100188" bIns="100188" numCol="1" spcCol="1270" anchor="ctr" anchorCtr="0">
                <a:noAutofit/>
              </a:bodyPr>
              <a:lstStyle/>
              <a:p>
                <a:pPr lvl="0" defTabSz="889000">
                  <a:lnSpc>
                    <a:spcPct val="90000"/>
                  </a:lnSpc>
                  <a:spcBef>
                    <a:spcPct val="0"/>
                  </a:spcBef>
                  <a:spcAft>
                    <a:spcPct val="35000"/>
                  </a:spcAft>
                </a:pPr>
                <a:r>
                  <a:rPr lang="en-US" sz="1600" b="1" dirty="0"/>
                  <a:t>Limits or rules</a:t>
                </a:r>
                <a:endParaRPr lang="en-IN" sz="1600" b="1" kern="1200" dirty="0"/>
              </a:p>
            </p:txBody>
          </p:sp>
        </p:grpSp>
      </p:grpSp>
      <p:cxnSp>
        <p:nvCxnSpPr>
          <p:cNvPr id="11" name="Straight Arrow Connector 10">
            <a:extLst>
              <a:ext uri="{FF2B5EF4-FFF2-40B4-BE49-F238E27FC236}">
                <a16:creationId xmlns:a16="http://schemas.microsoft.com/office/drawing/2014/main" id="{ED7CCD0F-E06E-1F3C-323E-4254FACEE459}"/>
              </a:ext>
            </a:extLst>
          </p:cNvPr>
          <p:cNvCxnSpPr/>
          <p:nvPr/>
        </p:nvCxnSpPr>
        <p:spPr>
          <a:xfrm>
            <a:off x="4638866" y="5740937"/>
            <a:ext cx="702507"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7AB3DCCD-73D9-F5F2-93E4-93743B56610C}"/>
              </a:ext>
            </a:extLst>
          </p:cNvPr>
          <p:cNvCxnSpPr/>
          <p:nvPr/>
        </p:nvCxnSpPr>
        <p:spPr>
          <a:xfrm>
            <a:off x="3407112" y="4874813"/>
            <a:ext cx="0" cy="4936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86A192D2-A7D9-1583-0CF2-D61DAEDE3B74}"/>
              </a:ext>
            </a:extLst>
          </p:cNvPr>
          <p:cNvCxnSpPr>
            <a:cxnSpLocks/>
          </p:cNvCxnSpPr>
          <p:nvPr/>
        </p:nvCxnSpPr>
        <p:spPr>
          <a:xfrm>
            <a:off x="7288050" y="5723700"/>
            <a:ext cx="1120943"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3" name="Rectangle 22">
            <a:extLst>
              <a:ext uri="{FF2B5EF4-FFF2-40B4-BE49-F238E27FC236}">
                <a16:creationId xmlns:a16="http://schemas.microsoft.com/office/drawing/2014/main" id="{7F1E983C-D532-0633-4112-457D66E9B237}"/>
              </a:ext>
            </a:extLst>
          </p:cNvPr>
          <p:cNvSpPr/>
          <p:nvPr/>
        </p:nvSpPr>
        <p:spPr>
          <a:xfrm>
            <a:off x="1039805" y="4282281"/>
            <a:ext cx="10360847" cy="220654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A831CC5F-98BC-24EC-0ADB-0C90BA52266D}"/>
              </a:ext>
            </a:extLst>
          </p:cNvPr>
          <p:cNvSpPr/>
          <p:nvPr/>
        </p:nvSpPr>
        <p:spPr>
          <a:xfrm>
            <a:off x="2608604" y="4466263"/>
            <a:ext cx="1623060" cy="408550"/>
          </a:xfrm>
          <a:prstGeom prst="round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User Intent                     </a:t>
            </a:r>
          </a:p>
        </p:txBody>
      </p:sp>
      <p:sp>
        <p:nvSpPr>
          <p:cNvPr id="3" name="Rectangle: Rounded Corners 2">
            <a:extLst>
              <a:ext uri="{FF2B5EF4-FFF2-40B4-BE49-F238E27FC236}">
                <a16:creationId xmlns:a16="http://schemas.microsoft.com/office/drawing/2014/main" id="{55C775BA-CEBF-A01C-CEE4-9958AF1845D5}"/>
              </a:ext>
            </a:extLst>
          </p:cNvPr>
          <p:cNvSpPr/>
          <p:nvPr/>
        </p:nvSpPr>
        <p:spPr>
          <a:xfrm>
            <a:off x="2201402" y="5368428"/>
            <a:ext cx="2437464" cy="822036"/>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Prompt (Instruction + Context + Constraints)</a:t>
            </a:r>
          </a:p>
        </p:txBody>
      </p:sp>
      <p:sp>
        <p:nvSpPr>
          <p:cNvPr id="8" name="Rectangle: Rounded Corners 7">
            <a:extLst>
              <a:ext uri="{FF2B5EF4-FFF2-40B4-BE49-F238E27FC236}">
                <a16:creationId xmlns:a16="http://schemas.microsoft.com/office/drawing/2014/main" id="{94BF25B4-F281-FA85-9150-D0541651BBAB}"/>
              </a:ext>
            </a:extLst>
          </p:cNvPr>
          <p:cNvSpPr/>
          <p:nvPr/>
        </p:nvSpPr>
        <p:spPr>
          <a:xfrm>
            <a:off x="5360779" y="5544523"/>
            <a:ext cx="1927271" cy="352322"/>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AI Model (LLM)</a:t>
            </a:r>
          </a:p>
        </p:txBody>
      </p:sp>
      <p:sp>
        <p:nvSpPr>
          <p:cNvPr id="22" name="Rectangle: Rounded Corners 21">
            <a:extLst>
              <a:ext uri="{FF2B5EF4-FFF2-40B4-BE49-F238E27FC236}">
                <a16:creationId xmlns:a16="http://schemas.microsoft.com/office/drawing/2014/main" id="{B46D688C-243C-3FE2-E34B-64814B4CB788}"/>
              </a:ext>
            </a:extLst>
          </p:cNvPr>
          <p:cNvSpPr/>
          <p:nvPr/>
        </p:nvSpPr>
        <p:spPr>
          <a:xfrm>
            <a:off x="8408993" y="5500769"/>
            <a:ext cx="2237285" cy="438032"/>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Response (Output)</a:t>
            </a:r>
          </a:p>
        </p:txBody>
      </p:sp>
    </p:spTree>
    <p:extLst>
      <p:ext uri="{BB962C8B-B14F-4D97-AF65-F5344CB8AC3E}">
        <p14:creationId xmlns:p14="http://schemas.microsoft.com/office/powerpoint/2010/main" val="3623860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A20E1-7DB4-1647-B6DC-E82F7CFFE7E9}"/>
            </a:ext>
          </a:extLst>
        </p:cNvPr>
        <p:cNvGrpSpPr/>
        <p:nvPr/>
      </p:nvGrpSpPr>
      <p:grpSpPr>
        <a:xfrm>
          <a:off x="0" y="0"/>
          <a:ext cx="0" cy="0"/>
          <a:chOff x="0" y="0"/>
          <a:chExt cx="0" cy="0"/>
        </a:xfrm>
      </p:grpSpPr>
      <p:sp>
        <p:nvSpPr>
          <p:cNvPr id="11" name="Freeform: Shape 10">
            <a:extLst>
              <a:ext uri="{FF2B5EF4-FFF2-40B4-BE49-F238E27FC236}">
                <a16:creationId xmlns:a16="http://schemas.microsoft.com/office/drawing/2014/main" id="{C4A1357D-718C-BA5F-86DB-AAAB8E0168BF}"/>
              </a:ext>
            </a:extLst>
          </p:cNvPr>
          <p:cNvSpPr/>
          <p:nvPr/>
        </p:nvSpPr>
        <p:spPr>
          <a:xfrm>
            <a:off x="1139976" y="928993"/>
            <a:ext cx="3264954" cy="676373"/>
          </a:xfrm>
          <a:custGeom>
            <a:avLst/>
            <a:gdLst>
              <a:gd name="csX0" fmla="*/ 0 w 2587488"/>
              <a:gd name="csY0" fmla="*/ 57601 h 345599"/>
              <a:gd name="csX1" fmla="*/ 57601 w 2587488"/>
              <a:gd name="csY1" fmla="*/ 0 h 345599"/>
              <a:gd name="csX2" fmla="*/ 2529887 w 2587488"/>
              <a:gd name="csY2" fmla="*/ 0 h 345599"/>
              <a:gd name="csX3" fmla="*/ 2587488 w 2587488"/>
              <a:gd name="csY3" fmla="*/ 57601 h 345599"/>
              <a:gd name="csX4" fmla="*/ 2587488 w 2587488"/>
              <a:gd name="csY4" fmla="*/ 287998 h 345599"/>
              <a:gd name="csX5" fmla="*/ 2529887 w 2587488"/>
              <a:gd name="csY5" fmla="*/ 345599 h 345599"/>
              <a:gd name="csX6" fmla="*/ 57601 w 2587488"/>
              <a:gd name="csY6" fmla="*/ 345599 h 345599"/>
              <a:gd name="csX7" fmla="*/ 0 w 2587488"/>
              <a:gd name="csY7" fmla="*/ 287998 h 345599"/>
              <a:gd name="csX8" fmla="*/ 0 w 2587488"/>
              <a:gd name="csY8" fmla="*/ 57601 h 345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587488" h="345599">
                <a:moveTo>
                  <a:pt x="0" y="57601"/>
                </a:moveTo>
                <a:cubicBezTo>
                  <a:pt x="0" y="25789"/>
                  <a:pt x="25789" y="0"/>
                  <a:pt x="57601" y="0"/>
                </a:cubicBezTo>
                <a:lnTo>
                  <a:pt x="2529887" y="0"/>
                </a:lnTo>
                <a:cubicBezTo>
                  <a:pt x="2561699" y="0"/>
                  <a:pt x="2587488" y="25789"/>
                  <a:pt x="2587488" y="57601"/>
                </a:cubicBezTo>
                <a:lnTo>
                  <a:pt x="2587488" y="287998"/>
                </a:lnTo>
                <a:cubicBezTo>
                  <a:pt x="2587488" y="319810"/>
                  <a:pt x="2561699" y="345599"/>
                  <a:pt x="2529887" y="345599"/>
                </a:cubicBezTo>
                <a:lnTo>
                  <a:pt x="57601" y="345599"/>
                </a:lnTo>
                <a:cubicBezTo>
                  <a:pt x="25789" y="345599"/>
                  <a:pt x="0" y="319810"/>
                  <a:pt x="0" y="287998"/>
                </a:cubicBezTo>
                <a:lnTo>
                  <a:pt x="0" y="57601"/>
                </a:lnTo>
                <a:close/>
              </a:path>
            </a:pathLst>
          </a:custGeom>
          <a:noFill/>
          <a:ln>
            <a:noFill/>
          </a:ln>
          <a:effectLst/>
          <a:scene3d>
            <a:camera prst="orthographicFront">
              <a:rot lat="0" lon="0" rev="0"/>
            </a:camera>
            <a:lightRig rig="chilly" dir="t">
              <a:rot lat="0" lon="0" rev="18480000"/>
            </a:lightRig>
          </a:scene3d>
          <a:sp3d prstMaterial="clear">
            <a:bevelT h="63500"/>
          </a:sp3d>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70211" tIns="70211" rIns="70211" bIns="70211" numCol="1" spcCol="1270" anchor="ctr" anchorCtr="0">
            <a:noAutofit/>
          </a:bodyPr>
          <a:lstStyle/>
          <a:p>
            <a:pPr marL="0" lvl="0" indent="0" algn="ctr" defTabSz="622300">
              <a:lnSpc>
                <a:spcPct val="90000"/>
              </a:lnSpc>
              <a:spcBef>
                <a:spcPct val="0"/>
              </a:spcBef>
              <a:spcAft>
                <a:spcPct val="35000"/>
              </a:spcAft>
              <a:buNone/>
            </a:pPr>
            <a:r>
              <a:rPr lang="en-IN" sz="2400" b="1" dirty="0"/>
              <a:t>Bad</a:t>
            </a:r>
            <a:r>
              <a:rPr lang="en-IN" sz="2400" b="1" kern="1200" dirty="0"/>
              <a:t> Prompt</a:t>
            </a:r>
          </a:p>
        </p:txBody>
      </p:sp>
      <p:sp>
        <p:nvSpPr>
          <p:cNvPr id="19" name="TextBox 18">
            <a:extLst>
              <a:ext uri="{FF2B5EF4-FFF2-40B4-BE49-F238E27FC236}">
                <a16:creationId xmlns:a16="http://schemas.microsoft.com/office/drawing/2014/main" id="{6A2DD176-14F6-3FE1-0B8C-8A584FF75E48}"/>
              </a:ext>
            </a:extLst>
          </p:cNvPr>
          <p:cNvSpPr txBox="1"/>
          <p:nvPr/>
        </p:nvSpPr>
        <p:spPr>
          <a:xfrm>
            <a:off x="423943" y="1873590"/>
            <a:ext cx="4471639" cy="400110"/>
          </a:xfrm>
          <a:prstGeom prst="rect">
            <a:avLst/>
          </a:prstGeom>
          <a:noFill/>
          <a:ln w="19050">
            <a:solidFill>
              <a:schemeClr val="tx1"/>
            </a:solidFill>
          </a:ln>
        </p:spPr>
        <p:txBody>
          <a:bodyPr wrap="square" rtlCol="0">
            <a:spAutoFit/>
          </a:bodyPr>
          <a:lstStyle/>
          <a:p>
            <a:r>
              <a:rPr lang="en-US" sz="2000" b="1" dirty="0"/>
              <a:t>Prompt: </a:t>
            </a:r>
            <a:r>
              <a:rPr lang="en-US" sz="2000" dirty="0"/>
              <a:t>Explain customer feedback.</a:t>
            </a:r>
            <a:endParaRPr lang="en-US" sz="2000" b="1" dirty="0"/>
          </a:p>
        </p:txBody>
      </p:sp>
      <p:sp>
        <p:nvSpPr>
          <p:cNvPr id="20" name="TextBox 19">
            <a:extLst>
              <a:ext uri="{FF2B5EF4-FFF2-40B4-BE49-F238E27FC236}">
                <a16:creationId xmlns:a16="http://schemas.microsoft.com/office/drawing/2014/main" id="{EE0C0E44-8788-56C7-7ABA-97F84EC9535E}"/>
              </a:ext>
            </a:extLst>
          </p:cNvPr>
          <p:cNvSpPr txBox="1"/>
          <p:nvPr/>
        </p:nvSpPr>
        <p:spPr>
          <a:xfrm>
            <a:off x="423943" y="2406826"/>
            <a:ext cx="5140714" cy="2554545"/>
          </a:xfrm>
          <a:prstGeom prst="rect">
            <a:avLst/>
          </a:prstGeom>
          <a:noFill/>
          <a:ln w="19050">
            <a:solidFill>
              <a:schemeClr val="tx1"/>
            </a:solidFill>
          </a:ln>
        </p:spPr>
        <p:txBody>
          <a:bodyPr wrap="square" rtlCol="0">
            <a:spAutoFit/>
          </a:bodyPr>
          <a:lstStyle/>
          <a:p>
            <a:r>
              <a:rPr lang="en-US" sz="2000" b="1"/>
              <a:t>Example output you’ll get:</a:t>
            </a:r>
          </a:p>
          <a:p>
            <a:r>
              <a:rPr lang="en-US" sz="2000" dirty="0"/>
              <a:t>Customer feedback is information provided by customers about their experience with a product or service. It helps businesses understand customer needs, improve offerings, and increase satisfaction. Feedback can be collected through surveys, reviews, or direct communication.</a:t>
            </a:r>
          </a:p>
        </p:txBody>
      </p:sp>
      <p:sp>
        <p:nvSpPr>
          <p:cNvPr id="23" name="Freeform: Shape 22">
            <a:extLst>
              <a:ext uri="{FF2B5EF4-FFF2-40B4-BE49-F238E27FC236}">
                <a16:creationId xmlns:a16="http://schemas.microsoft.com/office/drawing/2014/main" id="{4F03978A-B698-8F45-CF05-9EEDE5081F42}"/>
              </a:ext>
            </a:extLst>
          </p:cNvPr>
          <p:cNvSpPr/>
          <p:nvPr/>
        </p:nvSpPr>
        <p:spPr>
          <a:xfrm>
            <a:off x="7476409" y="937860"/>
            <a:ext cx="3264954" cy="676373"/>
          </a:xfrm>
          <a:custGeom>
            <a:avLst/>
            <a:gdLst>
              <a:gd name="csX0" fmla="*/ 0 w 2587488"/>
              <a:gd name="csY0" fmla="*/ 57601 h 345599"/>
              <a:gd name="csX1" fmla="*/ 57601 w 2587488"/>
              <a:gd name="csY1" fmla="*/ 0 h 345599"/>
              <a:gd name="csX2" fmla="*/ 2529887 w 2587488"/>
              <a:gd name="csY2" fmla="*/ 0 h 345599"/>
              <a:gd name="csX3" fmla="*/ 2587488 w 2587488"/>
              <a:gd name="csY3" fmla="*/ 57601 h 345599"/>
              <a:gd name="csX4" fmla="*/ 2587488 w 2587488"/>
              <a:gd name="csY4" fmla="*/ 287998 h 345599"/>
              <a:gd name="csX5" fmla="*/ 2529887 w 2587488"/>
              <a:gd name="csY5" fmla="*/ 345599 h 345599"/>
              <a:gd name="csX6" fmla="*/ 57601 w 2587488"/>
              <a:gd name="csY6" fmla="*/ 345599 h 345599"/>
              <a:gd name="csX7" fmla="*/ 0 w 2587488"/>
              <a:gd name="csY7" fmla="*/ 287998 h 345599"/>
              <a:gd name="csX8" fmla="*/ 0 w 2587488"/>
              <a:gd name="csY8" fmla="*/ 57601 h 345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587488" h="345599">
                <a:moveTo>
                  <a:pt x="0" y="57601"/>
                </a:moveTo>
                <a:cubicBezTo>
                  <a:pt x="0" y="25789"/>
                  <a:pt x="25789" y="0"/>
                  <a:pt x="57601" y="0"/>
                </a:cubicBezTo>
                <a:lnTo>
                  <a:pt x="2529887" y="0"/>
                </a:lnTo>
                <a:cubicBezTo>
                  <a:pt x="2561699" y="0"/>
                  <a:pt x="2587488" y="25789"/>
                  <a:pt x="2587488" y="57601"/>
                </a:cubicBezTo>
                <a:lnTo>
                  <a:pt x="2587488" y="287998"/>
                </a:lnTo>
                <a:cubicBezTo>
                  <a:pt x="2587488" y="319810"/>
                  <a:pt x="2561699" y="345599"/>
                  <a:pt x="2529887" y="345599"/>
                </a:cubicBezTo>
                <a:lnTo>
                  <a:pt x="57601" y="345599"/>
                </a:lnTo>
                <a:cubicBezTo>
                  <a:pt x="25789" y="345599"/>
                  <a:pt x="0" y="319810"/>
                  <a:pt x="0" y="287998"/>
                </a:cubicBezTo>
                <a:lnTo>
                  <a:pt x="0" y="57601"/>
                </a:lnTo>
                <a:close/>
              </a:path>
            </a:pathLst>
          </a:custGeom>
          <a:solidFill>
            <a:schemeClr val="accent3">
              <a:lumMod val="60000"/>
              <a:lumOff val="40000"/>
            </a:schemeClr>
          </a:solidFill>
          <a:ln>
            <a:noFill/>
          </a:ln>
          <a:effectLst/>
          <a:scene3d>
            <a:camera prst="orthographicFront">
              <a:rot lat="0" lon="0" rev="0"/>
            </a:camera>
            <a:lightRig rig="chilly" dir="t">
              <a:rot lat="0" lon="0" rev="18480000"/>
            </a:lightRig>
          </a:scene3d>
          <a:sp3d prstMaterial="clear">
            <a:bevelT h="63500"/>
          </a:sp3d>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70211" tIns="70211" rIns="70211" bIns="70211" numCol="1" spcCol="1270" anchor="ctr" anchorCtr="0">
            <a:noAutofit/>
          </a:bodyPr>
          <a:lstStyle/>
          <a:p>
            <a:pPr marL="0" lvl="0" indent="0" algn="ctr" defTabSz="622300">
              <a:lnSpc>
                <a:spcPct val="90000"/>
              </a:lnSpc>
              <a:spcBef>
                <a:spcPct val="0"/>
              </a:spcBef>
              <a:spcAft>
                <a:spcPct val="35000"/>
              </a:spcAft>
              <a:buNone/>
            </a:pPr>
            <a:r>
              <a:rPr lang="en-IN" sz="2400" b="1" kern="1200" dirty="0"/>
              <a:t>Good Prompt</a:t>
            </a:r>
          </a:p>
        </p:txBody>
      </p:sp>
      <p:sp>
        <p:nvSpPr>
          <p:cNvPr id="24" name="TextBox 23">
            <a:extLst>
              <a:ext uri="{FF2B5EF4-FFF2-40B4-BE49-F238E27FC236}">
                <a16:creationId xmlns:a16="http://schemas.microsoft.com/office/drawing/2014/main" id="{239CEB5D-8E05-2332-756C-6FC10C2E3881}"/>
              </a:ext>
            </a:extLst>
          </p:cNvPr>
          <p:cNvSpPr txBox="1"/>
          <p:nvPr/>
        </p:nvSpPr>
        <p:spPr>
          <a:xfrm>
            <a:off x="6449321" y="1770006"/>
            <a:ext cx="5140712" cy="1015663"/>
          </a:xfrm>
          <a:prstGeom prst="rect">
            <a:avLst/>
          </a:prstGeom>
          <a:noFill/>
          <a:ln w="19050">
            <a:solidFill>
              <a:schemeClr val="accent3">
                <a:lumMod val="60000"/>
                <a:lumOff val="40000"/>
              </a:schemeClr>
            </a:solidFill>
          </a:ln>
        </p:spPr>
        <p:txBody>
          <a:bodyPr wrap="square" rtlCol="0">
            <a:spAutoFit/>
          </a:bodyPr>
          <a:lstStyle/>
          <a:p>
            <a:r>
              <a:rPr lang="en-US" sz="2000" b="1" dirty="0"/>
              <a:t>Prompt:</a:t>
            </a:r>
            <a:r>
              <a:rPr lang="en-US" sz="2000" dirty="0"/>
              <a:t> Explain customer feedback to a new intern at a mobile app startup. Use simple language and a numbered list.</a:t>
            </a:r>
            <a:endParaRPr lang="en-US" sz="2000" b="1" dirty="0"/>
          </a:p>
        </p:txBody>
      </p:sp>
      <p:sp>
        <p:nvSpPr>
          <p:cNvPr id="25" name="TextBox 24">
            <a:extLst>
              <a:ext uri="{FF2B5EF4-FFF2-40B4-BE49-F238E27FC236}">
                <a16:creationId xmlns:a16="http://schemas.microsoft.com/office/drawing/2014/main" id="{3652AED3-F533-1E83-B344-933A6ED2BD72}"/>
              </a:ext>
            </a:extLst>
          </p:cNvPr>
          <p:cNvSpPr txBox="1"/>
          <p:nvPr/>
        </p:nvSpPr>
        <p:spPr>
          <a:xfrm>
            <a:off x="6006988" y="2941442"/>
            <a:ext cx="5739160" cy="2862322"/>
          </a:xfrm>
          <a:prstGeom prst="rect">
            <a:avLst/>
          </a:prstGeom>
          <a:noFill/>
          <a:ln w="19050">
            <a:solidFill>
              <a:schemeClr val="tx1"/>
            </a:solidFill>
          </a:ln>
        </p:spPr>
        <p:txBody>
          <a:bodyPr wrap="square" rtlCol="0">
            <a:spAutoFit/>
          </a:bodyPr>
          <a:lstStyle/>
          <a:p>
            <a:r>
              <a:rPr lang="en-US" sz="2000" b="1" dirty="0"/>
              <a:t>Example output you’ll get:</a:t>
            </a:r>
          </a:p>
          <a:p>
            <a:pPr marL="342900" indent="-342900">
              <a:buFont typeface="Arial" panose="020B0604020202020204" pitchFamily="34" charset="0"/>
              <a:buChar char="•"/>
            </a:pPr>
            <a:r>
              <a:rPr lang="en-US" sz="2000" dirty="0"/>
              <a:t>Customer feedback is what users tell us about their experience with the app.</a:t>
            </a:r>
          </a:p>
          <a:p>
            <a:pPr marL="342900" indent="-342900">
              <a:buFont typeface="Arial" panose="020B0604020202020204" pitchFamily="34" charset="0"/>
              <a:buChar char="•"/>
            </a:pPr>
            <a:r>
              <a:rPr lang="en-US" sz="2000" dirty="0"/>
              <a:t>We collect feedback through app reviews, surveys, and support messages.</a:t>
            </a:r>
          </a:p>
          <a:p>
            <a:pPr marL="342900" indent="-342900">
              <a:buFont typeface="Arial" panose="020B0604020202020204" pitchFamily="34" charset="0"/>
              <a:buChar char="•"/>
            </a:pPr>
            <a:r>
              <a:rPr lang="en-US" sz="2000" dirty="0"/>
              <a:t>We group similar feedback together to see common problems or requests.</a:t>
            </a:r>
          </a:p>
          <a:p>
            <a:pPr marL="342900" indent="-342900">
              <a:buFont typeface="Arial" panose="020B0604020202020204" pitchFamily="34" charset="0"/>
              <a:buChar char="•"/>
            </a:pPr>
            <a:r>
              <a:rPr lang="en-US" sz="2000" dirty="0"/>
              <a:t>Important feedback helps us decide what to fix or improve in the next update.</a:t>
            </a:r>
            <a:endParaRPr lang="en-US" sz="2000" b="1" dirty="0"/>
          </a:p>
        </p:txBody>
      </p:sp>
    </p:spTree>
    <p:extLst>
      <p:ext uri="{BB962C8B-B14F-4D97-AF65-F5344CB8AC3E}">
        <p14:creationId xmlns:p14="http://schemas.microsoft.com/office/powerpoint/2010/main" val="1613023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38F99-6B09-D36B-1D83-38A70C94AB2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15DAD0-2F41-55A9-A605-4CD7F88CDC8E}"/>
              </a:ext>
            </a:extLst>
          </p:cNvPr>
          <p:cNvSpPr txBox="1"/>
          <p:nvPr/>
        </p:nvSpPr>
        <p:spPr>
          <a:xfrm>
            <a:off x="1" y="171373"/>
            <a:ext cx="12191999" cy="646331"/>
          </a:xfrm>
          <a:prstGeom prst="rect">
            <a:avLst/>
          </a:prstGeom>
          <a:solidFill>
            <a:schemeClr val="accent2">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IN" sz="3600" b="1" dirty="0"/>
              <a:t>Why Prompts Matter?</a:t>
            </a:r>
          </a:p>
        </p:txBody>
      </p:sp>
      <p:grpSp>
        <p:nvGrpSpPr>
          <p:cNvPr id="3" name="Group 2">
            <a:extLst>
              <a:ext uri="{FF2B5EF4-FFF2-40B4-BE49-F238E27FC236}">
                <a16:creationId xmlns:a16="http://schemas.microsoft.com/office/drawing/2014/main" id="{FF30AD36-BC51-C49C-EC58-E244C0032748}"/>
              </a:ext>
            </a:extLst>
          </p:cNvPr>
          <p:cNvGrpSpPr/>
          <p:nvPr/>
        </p:nvGrpSpPr>
        <p:grpSpPr>
          <a:xfrm>
            <a:off x="559232" y="1051320"/>
            <a:ext cx="8447750" cy="3454709"/>
            <a:chOff x="3088404" y="3464567"/>
            <a:chExt cx="6381534" cy="2462699"/>
          </a:xfrm>
          <a:solidFill>
            <a:schemeClr val="bg1">
              <a:lumMod val="95000"/>
            </a:schemeClr>
          </a:solidFill>
        </p:grpSpPr>
        <p:sp>
          <p:nvSpPr>
            <p:cNvPr id="4" name="Freeform: Shape 3">
              <a:extLst>
                <a:ext uri="{FF2B5EF4-FFF2-40B4-BE49-F238E27FC236}">
                  <a16:creationId xmlns:a16="http://schemas.microsoft.com/office/drawing/2014/main" id="{011D1DAB-95CA-7A40-622A-DBF100B1CF99}"/>
                </a:ext>
              </a:extLst>
            </p:cNvPr>
            <p:cNvSpPr/>
            <p:nvPr/>
          </p:nvSpPr>
          <p:spPr>
            <a:xfrm>
              <a:off x="3088404" y="3464567"/>
              <a:ext cx="6381534" cy="2462699"/>
            </a:xfrm>
            <a:custGeom>
              <a:avLst/>
              <a:gdLst>
                <a:gd name="csX0" fmla="*/ 0 w 6015190"/>
                <a:gd name="csY0" fmla="*/ 202748 h 2385268"/>
                <a:gd name="csX1" fmla="*/ 202748 w 6015190"/>
                <a:gd name="csY1" fmla="*/ 0 h 2385268"/>
                <a:gd name="csX2" fmla="*/ 5812442 w 6015190"/>
                <a:gd name="csY2" fmla="*/ 0 h 2385268"/>
                <a:gd name="csX3" fmla="*/ 6015190 w 6015190"/>
                <a:gd name="csY3" fmla="*/ 202748 h 2385268"/>
                <a:gd name="csX4" fmla="*/ 6015190 w 6015190"/>
                <a:gd name="csY4" fmla="*/ 2182520 h 2385268"/>
                <a:gd name="csX5" fmla="*/ 5812442 w 6015190"/>
                <a:gd name="csY5" fmla="*/ 2385268 h 2385268"/>
                <a:gd name="csX6" fmla="*/ 202748 w 6015190"/>
                <a:gd name="csY6" fmla="*/ 2385268 h 2385268"/>
                <a:gd name="csX7" fmla="*/ 0 w 6015190"/>
                <a:gd name="csY7" fmla="*/ 2182520 h 2385268"/>
                <a:gd name="csX8" fmla="*/ 0 w 6015190"/>
                <a:gd name="csY8" fmla="*/ 202748 h 23852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015190" h="2385268">
                  <a:moveTo>
                    <a:pt x="0" y="202748"/>
                  </a:moveTo>
                  <a:cubicBezTo>
                    <a:pt x="0" y="90773"/>
                    <a:pt x="90773" y="0"/>
                    <a:pt x="202748" y="0"/>
                  </a:cubicBezTo>
                  <a:lnTo>
                    <a:pt x="5812442" y="0"/>
                  </a:lnTo>
                  <a:cubicBezTo>
                    <a:pt x="5924417" y="0"/>
                    <a:pt x="6015190" y="90773"/>
                    <a:pt x="6015190" y="202748"/>
                  </a:cubicBezTo>
                  <a:lnTo>
                    <a:pt x="6015190" y="2182520"/>
                  </a:lnTo>
                  <a:cubicBezTo>
                    <a:pt x="6015190" y="2294495"/>
                    <a:pt x="5924417" y="2385268"/>
                    <a:pt x="5812442" y="2385268"/>
                  </a:cubicBezTo>
                  <a:lnTo>
                    <a:pt x="202748" y="2385268"/>
                  </a:lnTo>
                  <a:cubicBezTo>
                    <a:pt x="90773" y="2385268"/>
                    <a:pt x="0" y="2294495"/>
                    <a:pt x="0" y="2182520"/>
                  </a:cubicBezTo>
                  <a:lnTo>
                    <a:pt x="0" y="202748"/>
                  </a:lnTo>
                  <a:close/>
                </a:path>
              </a:pathLst>
            </a:custGeom>
            <a:grpFill/>
            <a:scene3d>
              <a:camera prst="orthographicFront"/>
              <a:lightRig rig="flat" dir="t"/>
            </a:scene3d>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211783" tIns="211783" rIns="211783" bIns="1531955" numCol="1" spcCol="1270" anchor="t" anchorCtr="0">
              <a:noAutofit/>
            </a:bodyPr>
            <a:lstStyle/>
            <a:p>
              <a:pPr defTabSz="2329180">
                <a:lnSpc>
                  <a:spcPct val="90000"/>
                </a:lnSpc>
                <a:spcBef>
                  <a:spcPct val="0"/>
                </a:spcBef>
                <a:spcAft>
                  <a:spcPct val="35000"/>
                </a:spcAft>
              </a:pPr>
              <a:r>
                <a:rPr lang="en-US" sz="2800" b="1" kern="1200" dirty="0">
                  <a:solidFill>
                    <a:schemeClr val="dk1"/>
                  </a:solidFill>
                  <a:latin typeface="+mn-lt"/>
                  <a:ea typeface="+mn-ea"/>
                  <a:cs typeface="+mn-cs"/>
                </a:rPr>
                <a:t>Prompts matter because:</a:t>
              </a:r>
            </a:p>
            <a:p>
              <a:pPr defTabSz="2329180">
                <a:lnSpc>
                  <a:spcPct val="90000"/>
                </a:lnSpc>
                <a:spcBef>
                  <a:spcPct val="0"/>
                </a:spcBef>
                <a:spcAft>
                  <a:spcPct val="35000"/>
                </a:spcAft>
              </a:pPr>
              <a:endParaRPr lang="en-IN" sz="2800" b="1" kern="1200" dirty="0"/>
            </a:p>
          </p:txBody>
        </p:sp>
        <p:sp>
          <p:nvSpPr>
            <p:cNvPr id="5" name="Freeform: Shape 4">
              <a:extLst>
                <a:ext uri="{FF2B5EF4-FFF2-40B4-BE49-F238E27FC236}">
                  <a16:creationId xmlns:a16="http://schemas.microsoft.com/office/drawing/2014/main" id="{4CED50DE-7F21-07D8-6F1F-A69AE994C413}"/>
                </a:ext>
              </a:extLst>
            </p:cNvPr>
            <p:cNvSpPr/>
            <p:nvPr/>
          </p:nvSpPr>
          <p:spPr>
            <a:xfrm>
              <a:off x="3541068" y="4059254"/>
              <a:ext cx="1751577" cy="1096805"/>
            </a:xfrm>
            <a:custGeom>
              <a:avLst/>
              <a:gdLst>
                <a:gd name="csX0" fmla="*/ 0 w 1411866"/>
                <a:gd name="csY0" fmla="*/ 112704 h 1073370"/>
                <a:gd name="csX1" fmla="*/ 112704 w 1411866"/>
                <a:gd name="csY1" fmla="*/ 0 h 1073370"/>
                <a:gd name="csX2" fmla="*/ 1299162 w 1411866"/>
                <a:gd name="csY2" fmla="*/ 0 h 1073370"/>
                <a:gd name="csX3" fmla="*/ 1411866 w 1411866"/>
                <a:gd name="csY3" fmla="*/ 112704 h 1073370"/>
                <a:gd name="csX4" fmla="*/ 1411866 w 1411866"/>
                <a:gd name="csY4" fmla="*/ 960666 h 1073370"/>
                <a:gd name="csX5" fmla="*/ 1299162 w 1411866"/>
                <a:gd name="csY5" fmla="*/ 1073370 h 1073370"/>
                <a:gd name="csX6" fmla="*/ 112704 w 1411866"/>
                <a:gd name="csY6" fmla="*/ 1073370 h 1073370"/>
                <a:gd name="csX7" fmla="*/ 0 w 1411866"/>
                <a:gd name="csY7" fmla="*/ 960666 h 1073370"/>
                <a:gd name="csX8" fmla="*/ 0 w 1411866"/>
                <a:gd name="csY8" fmla="*/ 112704 h 10733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411866" h="1073370">
                  <a:moveTo>
                    <a:pt x="0" y="112704"/>
                  </a:moveTo>
                  <a:cubicBezTo>
                    <a:pt x="0" y="50459"/>
                    <a:pt x="50459" y="0"/>
                    <a:pt x="112704" y="0"/>
                  </a:cubicBezTo>
                  <a:lnTo>
                    <a:pt x="1299162" y="0"/>
                  </a:lnTo>
                  <a:cubicBezTo>
                    <a:pt x="1361407" y="0"/>
                    <a:pt x="1411866" y="50459"/>
                    <a:pt x="1411866" y="112704"/>
                  </a:cubicBezTo>
                  <a:lnTo>
                    <a:pt x="1411866" y="960666"/>
                  </a:lnTo>
                  <a:cubicBezTo>
                    <a:pt x="1411866" y="1022911"/>
                    <a:pt x="1361407" y="1073370"/>
                    <a:pt x="1299162" y="1073370"/>
                  </a:cubicBezTo>
                  <a:lnTo>
                    <a:pt x="112704" y="1073370"/>
                  </a:lnTo>
                  <a:cubicBezTo>
                    <a:pt x="50459" y="1073370"/>
                    <a:pt x="0" y="1022911"/>
                    <a:pt x="0" y="960666"/>
                  </a:cubicBezTo>
                  <a:lnTo>
                    <a:pt x="0" y="112704"/>
                  </a:lnTo>
                  <a:close/>
                </a:path>
              </a:pathLst>
            </a:custGeom>
            <a:grpFill/>
            <a:ln>
              <a:noFill/>
            </a:ln>
            <a:effectLst/>
            <a:scene3d>
              <a:camera prst="orthographicFront">
                <a:rot lat="0" lon="0" rev="0"/>
              </a:camera>
              <a:lightRig rig="chilly" dir="t">
                <a:rot lat="0" lon="0" rev="18480000"/>
              </a:lightRig>
            </a:scene3d>
            <a:sp3d prstMaterial="clear">
              <a:bevelT h="63500"/>
            </a:sp3d>
          </p:spPr>
          <p:style>
            <a:lnRef idx="1">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0160" tIns="90160" rIns="90160" bIns="90160" numCol="1" spcCol="1270" anchor="ctr" anchorCtr="0">
              <a:noAutofit/>
            </a:bodyPr>
            <a:lstStyle/>
            <a:p>
              <a:pPr algn="ctr" defTabSz="873443">
                <a:lnSpc>
                  <a:spcPct val="90000"/>
                </a:lnSpc>
                <a:spcBef>
                  <a:spcPct val="0"/>
                </a:spcBef>
                <a:spcAft>
                  <a:spcPct val="35000"/>
                </a:spcAft>
              </a:pPr>
              <a:r>
                <a:rPr lang="en-US" sz="1600" b="1" dirty="0"/>
                <a:t>You control what the AI focuses on</a:t>
              </a:r>
              <a:endParaRPr lang="en-IN" sz="1600" b="1" kern="1200" dirty="0"/>
            </a:p>
          </p:txBody>
        </p:sp>
        <p:sp>
          <p:nvSpPr>
            <p:cNvPr id="6" name="Freeform: Shape 5">
              <a:extLst>
                <a:ext uri="{FF2B5EF4-FFF2-40B4-BE49-F238E27FC236}">
                  <a16:creationId xmlns:a16="http://schemas.microsoft.com/office/drawing/2014/main" id="{4D2A954A-0A4C-786D-A2D6-ADECBA8119E6}"/>
                </a:ext>
              </a:extLst>
            </p:cNvPr>
            <p:cNvSpPr/>
            <p:nvPr/>
          </p:nvSpPr>
          <p:spPr>
            <a:xfrm>
              <a:off x="5582318" y="3996487"/>
              <a:ext cx="1688403" cy="1172292"/>
            </a:xfrm>
            <a:custGeom>
              <a:avLst/>
              <a:gdLst>
                <a:gd name="csX0" fmla="*/ 0 w 1411866"/>
                <a:gd name="csY0" fmla="*/ 112704 h 1073370"/>
                <a:gd name="csX1" fmla="*/ 112704 w 1411866"/>
                <a:gd name="csY1" fmla="*/ 0 h 1073370"/>
                <a:gd name="csX2" fmla="*/ 1299162 w 1411866"/>
                <a:gd name="csY2" fmla="*/ 0 h 1073370"/>
                <a:gd name="csX3" fmla="*/ 1411866 w 1411866"/>
                <a:gd name="csY3" fmla="*/ 112704 h 1073370"/>
                <a:gd name="csX4" fmla="*/ 1411866 w 1411866"/>
                <a:gd name="csY4" fmla="*/ 960666 h 1073370"/>
                <a:gd name="csX5" fmla="*/ 1299162 w 1411866"/>
                <a:gd name="csY5" fmla="*/ 1073370 h 1073370"/>
                <a:gd name="csX6" fmla="*/ 112704 w 1411866"/>
                <a:gd name="csY6" fmla="*/ 1073370 h 1073370"/>
                <a:gd name="csX7" fmla="*/ 0 w 1411866"/>
                <a:gd name="csY7" fmla="*/ 960666 h 1073370"/>
                <a:gd name="csX8" fmla="*/ 0 w 1411866"/>
                <a:gd name="csY8" fmla="*/ 112704 h 10733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411866" h="1073370">
                  <a:moveTo>
                    <a:pt x="0" y="112704"/>
                  </a:moveTo>
                  <a:cubicBezTo>
                    <a:pt x="0" y="50459"/>
                    <a:pt x="50459" y="0"/>
                    <a:pt x="112704" y="0"/>
                  </a:cubicBezTo>
                  <a:lnTo>
                    <a:pt x="1299162" y="0"/>
                  </a:lnTo>
                  <a:cubicBezTo>
                    <a:pt x="1361407" y="0"/>
                    <a:pt x="1411866" y="50459"/>
                    <a:pt x="1411866" y="112704"/>
                  </a:cubicBezTo>
                  <a:lnTo>
                    <a:pt x="1411866" y="960666"/>
                  </a:lnTo>
                  <a:cubicBezTo>
                    <a:pt x="1411866" y="1022911"/>
                    <a:pt x="1361407" y="1073370"/>
                    <a:pt x="1299162" y="1073370"/>
                  </a:cubicBezTo>
                  <a:lnTo>
                    <a:pt x="112704" y="1073370"/>
                  </a:lnTo>
                  <a:cubicBezTo>
                    <a:pt x="50459" y="1073370"/>
                    <a:pt x="0" y="1022911"/>
                    <a:pt x="0" y="960666"/>
                  </a:cubicBezTo>
                  <a:lnTo>
                    <a:pt x="0" y="112704"/>
                  </a:lnTo>
                  <a:close/>
                </a:path>
              </a:pathLst>
            </a:custGeom>
            <a:grpFill/>
            <a:ln>
              <a:noFill/>
            </a:ln>
            <a:effectLst/>
            <a:scene3d>
              <a:camera prst="orthographicFront">
                <a:rot lat="0" lon="0" rev="0"/>
              </a:camera>
              <a:lightRig rig="chilly" dir="t">
                <a:rot lat="0" lon="0" rev="18480000"/>
              </a:lightRig>
            </a:scene3d>
            <a:sp3d prstMaterial="clear">
              <a:bevelT h="63500"/>
            </a:sp3d>
          </p:spPr>
          <p:style>
            <a:lnRef idx="1">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0160" tIns="90160" rIns="90160" bIns="90160" numCol="1" spcCol="1270" anchor="ctr" anchorCtr="0">
              <a:noAutofit/>
            </a:bodyPr>
            <a:lstStyle/>
            <a:p>
              <a:pPr algn="ctr" defTabSz="873443">
                <a:lnSpc>
                  <a:spcPct val="90000"/>
                </a:lnSpc>
                <a:spcBef>
                  <a:spcPct val="0"/>
                </a:spcBef>
                <a:spcAft>
                  <a:spcPct val="35000"/>
                </a:spcAft>
              </a:pPr>
              <a:r>
                <a:rPr lang="en-US" sz="1600" b="1" dirty="0"/>
                <a:t>You reduce guessing and ambiguity</a:t>
              </a:r>
              <a:endParaRPr lang="en-IN" sz="1600" b="1" kern="1200" dirty="0"/>
            </a:p>
          </p:txBody>
        </p:sp>
        <p:sp>
          <p:nvSpPr>
            <p:cNvPr id="7" name="Freeform: Shape 6">
              <a:extLst>
                <a:ext uri="{FF2B5EF4-FFF2-40B4-BE49-F238E27FC236}">
                  <a16:creationId xmlns:a16="http://schemas.microsoft.com/office/drawing/2014/main" id="{B6DE865B-9D71-AC72-A046-0B4011E76B1E}"/>
                </a:ext>
              </a:extLst>
            </p:cNvPr>
            <p:cNvSpPr/>
            <p:nvPr/>
          </p:nvSpPr>
          <p:spPr>
            <a:xfrm>
              <a:off x="7560393" y="3944554"/>
              <a:ext cx="1819117" cy="1217618"/>
            </a:xfrm>
            <a:custGeom>
              <a:avLst/>
              <a:gdLst>
                <a:gd name="csX0" fmla="*/ 0 w 1411866"/>
                <a:gd name="csY0" fmla="*/ 112704 h 1073370"/>
                <a:gd name="csX1" fmla="*/ 112704 w 1411866"/>
                <a:gd name="csY1" fmla="*/ 0 h 1073370"/>
                <a:gd name="csX2" fmla="*/ 1299162 w 1411866"/>
                <a:gd name="csY2" fmla="*/ 0 h 1073370"/>
                <a:gd name="csX3" fmla="*/ 1411866 w 1411866"/>
                <a:gd name="csY3" fmla="*/ 112704 h 1073370"/>
                <a:gd name="csX4" fmla="*/ 1411866 w 1411866"/>
                <a:gd name="csY4" fmla="*/ 960666 h 1073370"/>
                <a:gd name="csX5" fmla="*/ 1299162 w 1411866"/>
                <a:gd name="csY5" fmla="*/ 1073370 h 1073370"/>
                <a:gd name="csX6" fmla="*/ 112704 w 1411866"/>
                <a:gd name="csY6" fmla="*/ 1073370 h 1073370"/>
                <a:gd name="csX7" fmla="*/ 0 w 1411866"/>
                <a:gd name="csY7" fmla="*/ 960666 h 1073370"/>
                <a:gd name="csX8" fmla="*/ 0 w 1411866"/>
                <a:gd name="csY8" fmla="*/ 112704 h 10733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411866" h="1073370">
                  <a:moveTo>
                    <a:pt x="0" y="112704"/>
                  </a:moveTo>
                  <a:cubicBezTo>
                    <a:pt x="0" y="50459"/>
                    <a:pt x="50459" y="0"/>
                    <a:pt x="112704" y="0"/>
                  </a:cubicBezTo>
                  <a:lnTo>
                    <a:pt x="1299162" y="0"/>
                  </a:lnTo>
                  <a:cubicBezTo>
                    <a:pt x="1361407" y="0"/>
                    <a:pt x="1411866" y="50459"/>
                    <a:pt x="1411866" y="112704"/>
                  </a:cubicBezTo>
                  <a:lnTo>
                    <a:pt x="1411866" y="960666"/>
                  </a:lnTo>
                  <a:cubicBezTo>
                    <a:pt x="1411866" y="1022911"/>
                    <a:pt x="1361407" y="1073370"/>
                    <a:pt x="1299162" y="1073370"/>
                  </a:cubicBezTo>
                  <a:lnTo>
                    <a:pt x="112704" y="1073370"/>
                  </a:lnTo>
                  <a:cubicBezTo>
                    <a:pt x="50459" y="1073370"/>
                    <a:pt x="0" y="1022911"/>
                    <a:pt x="0" y="960666"/>
                  </a:cubicBezTo>
                  <a:lnTo>
                    <a:pt x="0" y="112704"/>
                  </a:lnTo>
                  <a:close/>
                </a:path>
              </a:pathLst>
            </a:custGeom>
            <a:grpFill/>
            <a:ln>
              <a:noFill/>
            </a:ln>
            <a:effectLst/>
            <a:scene3d>
              <a:camera prst="orthographicFront">
                <a:rot lat="0" lon="0" rev="0"/>
              </a:camera>
              <a:lightRig rig="chilly" dir="t">
                <a:rot lat="0" lon="0" rev="18480000"/>
              </a:lightRig>
            </a:scene3d>
            <a:sp3d prstMaterial="clear">
              <a:bevelT h="63500"/>
            </a:sp3d>
          </p:spPr>
          <p:style>
            <a:lnRef idx="1">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0160" tIns="90160" rIns="90160" bIns="90160" numCol="1" spcCol="1270" anchor="ctr" anchorCtr="0">
              <a:noAutofit/>
            </a:bodyPr>
            <a:lstStyle/>
            <a:p>
              <a:pPr algn="ctr" defTabSz="873443">
                <a:lnSpc>
                  <a:spcPct val="90000"/>
                </a:lnSpc>
                <a:spcBef>
                  <a:spcPct val="0"/>
                </a:spcBef>
                <a:spcAft>
                  <a:spcPct val="35000"/>
                </a:spcAft>
              </a:pPr>
              <a:r>
                <a:rPr lang="en-US" sz="1600" b="1" dirty="0"/>
                <a:t>You shape the quality of the output</a:t>
              </a:r>
              <a:endParaRPr lang="en-IN" sz="1600" b="1" kern="1200" dirty="0"/>
            </a:p>
          </p:txBody>
        </p:sp>
      </p:grpSp>
      <p:sp>
        <p:nvSpPr>
          <p:cNvPr id="8" name="TextBox 7">
            <a:extLst>
              <a:ext uri="{FF2B5EF4-FFF2-40B4-BE49-F238E27FC236}">
                <a16:creationId xmlns:a16="http://schemas.microsoft.com/office/drawing/2014/main" id="{5ACFBC36-ECFC-B983-8C06-832F8BB4CDA4}"/>
              </a:ext>
            </a:extLst>
          </p:cNvPr>
          <p:cNvSpPr txBox="1"/>
          <p:nvPr/>
        </p:nvSpPr>
        <p:spPr>
          <a:xfrm>
            <a:off x="249545" y="3717265"/>
            <a:ext cx="9281362" cy="461665"/>
          </a:xfrm>
          <a:prstGeom prst="rect">
            <a:avLst/>
          </a:prstGeom>
          <a:noFill/>
        </p:spPr>
        <p:txBody>
          <a:bodyPr wrap="square">
            <a:spAutoFit/>
          </a:bodyPr>
          <a:lstStyle/>
          <a:p>
            <a:pPr algn="ctr"/>
            <a:r>
              <a:rPr lang="en-US" sz="2400" b="1" dirty="0"/>
              <a:t>Prompt clarity directly determines output reliability.</a:t>
            </a:r>
            <a:endParaRPr lang="en-US" sz="2200" b="1" dirty="0"/>
          </a:p>
        </p:txBody>
      </p:sp>
      <p:sp>
        <p:nvSpPr>
          <p:cNvPr id="9" name="Rectangle: Rounded Corners 8">
            <a:extLst>
              <a:ext uri="{FF2B5EF4-FFF2-40B4-BE49-F238E27FC236}">
                <a16:creationId xmlns:a16="http://schemas.microsoft.com/office/drawing/2014/main" id="{7111127E-E81E-61D4-FBEC-4AAA2B78E80A}"/>
              </a:ext>
            </a:extLst>
          </p:cNvPr>
          <p:cNvSpPr/>
          <p:nvPr/>
        </p:nvSpPr>
        <p:spPr>
          <a:xfrm>
            <a:off x="555765" y="5788061"/>
            <a:ext cx="11294859" cy="752540"/>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Vague prompts → Low-Control Prompt → random answers </a:t>
            </a:r>
          </a:p>
          <a:p>
            <a:pPr algn="ctr"/>
            <a:r>
              <a:rPr lang="en-US" b="1" dirty="0">
                <a:solidFill>
                  <a:schemeClr val="tx1"/>
                </a:solidFill>
              </a:rPr>
              <a:t>Clear prompts  → High-Control Prompt → predictable results</a:t>
            </a:r>
            <a:endParaRPr lang="en-US" dirty="0">
              <a:solidFill>
                <a:schemeClr val="tx1"/>
              </a:solidFill>
            </a:endParaRPr>
          </a:p>
        </p:txBody>
      </p:sp>
      <p:sp>
        <p:nvSpPr>
          <p:cNvPr id="12" name="Rectangle: Rounded Corners 11">
            <a:extLst>
              <a:ext uri="{FF2B5EF4-FFF2-40B4-BE49-F238E27FC236}">
                <a16:creationId xmlns:a16="http://schemas.microsoft.com/office/drawing/2014/main" id="{1F28C6AC-5164-EC7E-BF8D-480230929865}"/>
              </a:ext>
            </a:extLst>
          </p:cNvPr>
          <p:cNvSpPr/>
          <p:nvPr/>
        </p:nvSpPr>
        <p:spPr>
          <a:xfrm>
            <a:off x="9450865" y="2116118"/>
            <a:ext cx="2194560" cy="606829"/>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Prompt Quality </a:t>
            </a:r>
          </a:p>
        </p:txBody>
      </p:sp>
      <p:sp>
        <p:nvSpPr>
          <p:cNvPr id="13" name="Rectangle: Rounded Corners 12">
            <a:extLst>
              <a:ext uri="{FF2B5EF4-FFF2-40B4-BE49-F238E27FC236}">
                <a16:creationId xmlns:a16="http://schemas.microsoft.com/office/drawing/2014/main" id="{65019F95-B82D-2575-F1C4-1C2820C09731}"/>
              </a:ext>
            </a:extLst>
          </p:cNvPr>
          <p:cNvSpPr/>
          <p:nvPr/>
        </p:nvSpPr>
        <p:spPr>
          <a:xfrm>
            <a:off x="9447502" y="3175757"/>
            <a:ext cx="2194560" cy="606829"/>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AI Understanding</a:t>
            </a:r>
          </a:p>
        </p:txBody>
      </p:sp>
      <p:sp>
        <p:nvSpPr>
          <p:cNvPr id="14" name="Rectangle: Rounded Corners 13">
            <a:extLst>
              <a:ext uri="{FF2B5EF4-FFF2-40B4-BE49-F238E27FC236}">
                <a16:creationId xmlns:a16="http://schemas.microsoft.com/office/drawing/2014/main" id="{F45ADFFC-968B-943E-DB1E-B24EF3D38CFF}"/>
              </a:ext>
            </a:extLst>
          </p:cNvPr>
          <p:cNvSpPr/>
          <p:nvPr/>
        </p:nvSpPr>
        <p:spPr>
          <a:xfrm>
            <a:off x="9447502" y="4202615"/>
            <a:ext cx="2194560" cy="606829"/>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r>
              <a:rPr lang="en-US" b="1" dirty="0">
                <a:solidFill>
                  <a:schemeClr val="tx1"/>
                </a:solidFill>
              </a:rPr>
              <a:t>Output Quality</a:t>
            </a:r>
          </a:p>
        </p:txBody>
      </p:sp>
      <p:cxnSp>
        <p:nvCxnSpPr>
          <p:cNvPr id="16" name="Straight Arrow Connector 15">
            <a:extLst>
              <a:ext uri="{FF2B5EF4-FFF2-40B4-BE49-F238E27FC236}">
                <a16:creationId xmlns:a16="http://schemas.microsoft.com/office/drawing/2014/main" id="{21EA2B4B-DB3E-56D0-79F4-835D6864A549}"/>
              </a:ext>
            </a:extLst>
          </p:cNvPr>
          <p:cNvCxnSpPr>
            <a:stCxn id="12" idx="2"/>
            <a:endCxn id="13" idx="0"/>
          </p:cNvCxnSpPr>
          <p:nvPr/>
        </p:nvCxnSpPr>
        <p:spPr>
          <a:xfrm flipH="1">
            <a:off x="10544782" y="2722947"/>
            <a:ext cx="3363" cy="4528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BDA5816D-5949-AC19-9D19-64844443D22E}"/>
              </a:ext>
            </a:extLst>
          </p:cNvPr>
          <p:cNvCxnSpPr/>
          <p:nvPr/>
        </p:nvCxnSpPr>
        <p:spPr>
          <a:xfrm flipH="1">
            <a:off x="10541419" y="3746893"/>
            <a:ext cx="3363" cy="4528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B40506F1-5A6A-F9F4-3519-1FFE89E93E7B}"/>
              </a:ext>
            </a:extLst>
          </p:cNvPr>
          <p:cNvSpPr/>
          <p:nvPr/>
        </p:nvSpPr>
        <p:spPr>
          <a:xfrm>
            <a:off x="3391063" y="4790549"/>
            <a:ext cx="3966776" cy="606829"/>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Better Prompts =  Better Outputs</a:t>
            </a:r>
          </a:p>
        </p:txBody>
      </p:sp>
    </p:spTree>
    <p:extLst>
      <p:ext uri="{BB962C8B-B14F-4D97-AF65-F5344CB8AC3E}">
        <p14:creationId xmlns:p14="http://schemas.microsoft.com/office/powerpoint/2010/main" val="25542570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560E2-3230-D503-7A22-800D99BA97E7}"/>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B18D36F6-07DC-132F-9999-D283044A45D8}"/>
              </a:ext>
            </a:extLst>
          </p:cNvPr>
          <p:cNvSpPr/>
          <p:nvPr/>
        </p:nvSpPr>
        <p:spPr>
          <a:xfrm>
            <a:off x="1484865" y="494239"/>
            <a:ext cx="2673923" cy="2477193"/>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Low-Control Prompt </a:t>
            </a:r>
            <a:r>
              <a:rPr lang="en-US" dirty="0">
                <a:solidFill>
                  <a:schemeClr val="tx1"/>
                </a:solidFill>
              </a:rPr>
              <a:t>(Query)</a:t>
            </a:r>
          </a:p>
          <a:p>
            <a:pPr algn="ctr"/>
            <a:endParaRPr lang="en-US"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r>
              <a:rPr lang="en-US" dirty="0">
                <a:solidFill>
                  <a:schemeClr val="tx1"/>
                </a:solidFill>
              </a:rPr>
              <a:t>A short question with minimal guidance.</a:t>
            </a:r>
          </a:p>
        </p:txBody>
      </p:sp>
      <p:sp>
        <p:nvSpPr>
          <p:cNvPr id="5" name="Rectangle: Rounded Corners 4">
            <a:extLst>
              <a:ext uri="{FF2B5EF4-FFF2-40B4-BE49-F238E27FC236}">
                <a16:creationId xmlns:a16="http://schemas.microsoft.com/office/drawing/2014/main" id="{48A05682-18D8-07FF-9AB5-CA547B2AD1DC}"/>
              </a:ext>
            </a:extLst>
          </p:cNvPr>
          <p:cNvSpPr/>
          <p:nvPr/>
        </p:nvSpPr>
        <p:spPr>
          <a:xfrm>
            <a:off x="8347525" y="532947"/>
            <a:ext cx="2895601" cy="2477193"/>
          </a:xfrm>
          <a:prstGeom prst="round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High-Control Prompt</a:t>
            </a:r>
          </a:p>
          <a:p>
            <a:pPr algn="ctr"/>
            <a:r>
              <a:rPr lang="en-US" dirty="0">
                <a:solidFill>
                  <a:schemeClr val="tx1"/>
                </a:solidFill>
              </a:rPr>
              <a:t>(Add guidance)</a:t>
            </a: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r>
              <a:rPr lang="en-US" sz="1600" dirty="0">
                <a:solidFill>
                  <a:schemeClr val="tx1"/>
                </a:solidFill>
              </a:rPr>
              <a:t>A prompt provides guidance that reduces guessing.</a:t>
            </a:r>
            <a:endParaRPr lang="en-US" sz="1700" dirty="0">
              <a:solidFill>
                <a:schemeClr val="tx1"/>
              </a:solidFill>
            </a:endParaRPr>
          </a:p>
        </p:txBody>
      </p:sp>
      <p:grpSp>
        <p:nvGrpSpPr>
          <p:cNvPr id="14" name="Group 13">
            <a:extLst>
              <a:ext uri="{FF2B5EF4-FFF2-40B4-BE49-F238E27FC236}">
                <a16:creationId xmlns:a16="http://schemas.microsoft.com/office/drawing/2014/main" id="{D2705601-D166-020B-E69D-106EC5D45F2C}"/>
              </a:ext>
            </a:extLst>
          </p:cNvPr>
          <p:cNvGrpSpPr/>
          <p:nvPr/>
        </p:nvGrpSpPr>
        <p:grpSpPr>
          <a:xfrm>
            <a:off x="2183360" y="1200821"/>
            <a:ext cx="1138843" cy="1064029"/>
            <a:chOff x="3014749" y="1950492"/>
            <a:chExt cx="1138843" cy="1064029"/>
          </a:xfrm>
        </p:grpSpPr>
        <p:sp>
          <p:nvSpPr>
            <p:cNvPr id="10" name="Oval 9">
              <a:extLst>
                <a:ext uri="{FF2B5EF4-FFF2-40B4-BE49-F238E27FC236}">
                  <a16:creationId xmlns:a16="http://schemas.microsoft.com/office/drawing/2014/main" id="{E9B68F93-75D9-C9D7-D842-8EB642CE9A98}"/>
                </a:ext>
              </a:extLst>
            </p:cNvPr>
            <p:cNvSpPr/>
            <p:nvPr/>
          </p:nvSpPr>
          <p:spPr>
            <a:xfrm>
              <a:off x="3014749" y="1950492"/>
              <a:ext cx="1138843" cy="1064029"/>
            </a:xfrm>
            <a:prstGeom prst="ellipse">
              <a:avLst/>
            </a:prstGeom>
            <a:solidFill>
              <a:srgbClr val="FBFC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32F80297-2DD9-08A4-81A2-FDB8C4534335}"/>
                </a:ext>
              </a:extLst>
            </p:cNvPr>
            <p:cNvPicPr>
              <a:picLocks noChangeAspect="1"/>
            </p:cNvPicPr>
            <p:nvPr/>
          </p:nvPicPr>
          <p:blipFill>
            <a:blip r:embed="rId2"/>
            <a:stretch>
              <a:fillRect/>
            </a:stretch>
          </p:blipFill>
          <p:spPr>
            <a:xfrm>
              <a:off x="3255820" y="2157076"/>
              <a:ext cx="642850" cy="667962"/>
            </a:xfrm>
            <a:prstGeom prst="rect">
              <a:avLst/>
            </a:prstGeom>
          </p:spPr>
        </p:pic>
        <p:pic>
          <p:nvPicPr>
            <p:cNvPr id="13" name="Picture 12">
              <a:extLst>
                <a:ext uri="{FF2B5EF4-FFF2-40B4-BE49-F238E27FC236}">
                  <a16:creationId xmlns:a16="http://schemas.microsoft.com/office/drawing/2014/main" id="{F416DF13-2428-00BF-2440-E4C049D98E0E}"/>
                </a:ext>
              </a:extLst>
            </p:cNvPr>
            <p:cNvPicPr>
              <a:picLocks noChangeAspect="1"/>
            </p:cNvPicPr>
            <p:nvPr/>
          </p:nvPicPr>
          <p:blipFill>
            <a:blip r:embed="rId3"/>
            <a:stretch>
              <a:fillRect/>
            </a:stretch>
          </p:blipFill>
          <p:spPr>
            <a:xfrm>
              <a:off x="3415840" y="2261854"/>
              <a:ext cx="316576" cy="316576"/>
            </a:xfrm>
            <a:prstGeom prst="rect">
              <a:avLst/>
            </a:prstGeom>
          </p:spPr>
        </p:pic>
      </p:grpSp>
      <p:grpSp>
        <p:nvGrpSpPr>
          <p:cNvPr id="19" name="Group 18">
            <a:extLst>
              <a:ext uri="{FF2B5EF4-FFF2-40B4-BE49-F238E27FC236}">
                <a16:creationId xmlns:a16="http://schemas.microsoft.com/office/drawing/2014/main" id="{CEF48CA4-58DA-BEB5-0140-59E6066604C2}"/>
              </a:ext>
            </a:extLst>
          </p:cNvPr>
          <p:cNvGrpSpPr/>
          <p:nvPr/>
        </p:nvGrpSpPr>
        <p:grpSpPr>
          <a:xfrm>
            <a:off x="9225903" y="1287435"/>
            <a:ext cx="1138843" cy="1064029"/>
            <a:chOff x="7905404" y="1937946"/>
            <a:chExt cx="1138843" cy="1064029"/>
          </a:xfrm>
        </p:grpSpPr>
        <p:sp>
          <p:nvSpPr>
            <p:cNvPr id="17" name="Oval 16">
              <a:extLst>
                <a:ext uri="{FF2B5EF4-FFF2-40B4-BE49-F238E27FC236}">
                  <a16:creationId xmlns:a16="http://schemas.microsoft.com/office/drawing/2014/main" id="{2D19D4DB-1B77-5600-9953-A594BCB6EA22}"/>
                </a:ext>
              </a:extLst>
            </p:cNvPr>
            <p:cNvSpPr/>
            <p:nvPr/>
          </p:nvSpPr>
          <p:spPr>
            <a:xfrm>
              <a:off x="7905404" y="1937946"/>
              <a:ext cx="1138843" cy="1064029"/>
            </a:xfrm>
            <a:prstGeom prst="ellipse">
              <a:avLst/>
            </a:prstGeom>
            <a:solidFill>
              <a:srgbClr val="FBFC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75B3F94D-7A4D-EF08-CF45-BCFC059BC0C8}"/>
                </a:ext>
              </a:extLst>
            </p:cNvPr>
            <p:cNvPicPr>
              <a:picLocks noChangeAspect="1"/>
            </p:cNvPicPr>
            <p:nvPr/>
          </p:nvPicPr>
          <p:blipFill>
            <a:blip r:embed="rId4"/>
            <a:stretch>
              <a:fillRect/>
            </a:stretch>
          </p:blipFill>
          <p:spPr>
            <a:xfrm>
              <a:off x="8134003" y="2102492"/>
              <a:ext cx="717893" cy="717893"/>
            </a:xfrm>
            <a:prstGeom prst="rect">
              <a:avLst/>
            </a:prstGeom>
          </p:spPr>
        </p:pic>
      </p:grpSp>
      <p:sp>
        <p:nvSpPr>
          <p:cNvPr id="20" name="Oval 19">
            <a:extLst>
              <a:ext uri="{FF2B5EF4-FFF2-40B4-BE49-F238E27FC236}">
                <a16:creationId xmlns:a16="http://schemas.microsoft.com/office/drawing/2014/main" id="{8E8D7869-68DD-3F88-5789-C3FC9482DAEF}"/>
              </a:ext>
            </a:extLst>
          </p:cNvPr>
          <p:cNvSpPr/>
          <p:nvPr/>
        </p:nvSpPr>
        <p:spPr>
          <a:xfrm>
            <a:off x="4585299" y="1771544"/>
            <a:ext cx="3229363" cy="3142211"/>
          </a:xfrm>
          <a:prstGeom prst="ellipse">
            <a:avLst/>
          </a:prstGeom>
          <a:solidFill>
            <a:srgbClr val="FDFDF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r>
              <a:rPr lang="en-US" sz="1600" b="1" dirty="0">
                <a:solidFill>
                  <a:schemeClr val="tx1"/>
                </a:solidFill>
              </a:rPr>
              <a:t>Think “Less Guessing, More Guidance”</a:t>
            </a:r>
          </a:p>
          <a:p>
            <a:pPr algn="ctr"/>
            <a:r>
              <a:rPr lang="en-US" sz="1600" dirty="0">
                <a:solidFill>
                  <a:schemeClr val="tx1"/>
                </a:solidFill>
              </a:rPr>
              <a:t>The AI follows patterns in your guidance.</a:t>
            </a:r>
            <a:br>
              <a:rPr lang="en-US" sz="1600" dirty="0">
                <a:solidFill>
                  <a:schemeClr val="tx1"/>
                </a:solidFill>
              </a:rPr>
            </a:br>
            <a:r>
              <a:rPr lang="en-US" sz="1600" dirty="0">
                <a:solidFill>
                  <a:schemeClr val="tx1"/>
                </a:solidFill>
              </a:rPr>
              <a:t>Clear prompts reduce ambiguity and improve consistency.</a:t>
            </a:r>
          </a:p>
        </p:txBody>
      </p:sp>
      <p:pic>
        <p:nvPicPr>
          <p:cNvPr id="24" name="Picture 23">
            <a:extLst>
              <a:ext uri="{FF2B5EF4-FFF2-40B4-BE49-F238E27FC236}">
                <a16:creationId xmlns:a16="http://schemas.microsoft.com/office/drawing/2014/main" id="{4E9403FD-8F21-8568-2E98-56848778865F}"/>
              </a:ext>
            </a:extLst>
          </p:cNvPr>
          <p:cNvPicPr>
            <a:picLocks noChangeAspect="1"/>
          </p:cNvPicPr>
          <p:nvPr/>
        </p:nvPicPr>
        <p:blipFill>
          <a:blip r:embed="rId5"/>
          <a:stretch>
            <a:fillRect/>
          </a:stretch>
        </p:blipFill>
        <p:spPr>
          <a:xfrm>
            <a:off x="5848393" y="2068643"/>
            <a:ext cx="703173" cy="703173"/>
          </a:xfrm>
          <a:prstGeom prst="rect">
            <a:avLst/>
          </a:prstGeom>
        </p:spPr>
      </p:pic>
      <p:sp>
        <p:nvSpPr>
          <p:cNvPr id="26" name="TextBox 25">
            <a:extLst>
              <a:ext uri="{FF2B5EF4-FFF2-40B4-BE49-F238E27FC236}">
                <a16:creationId xmlns:a16="http://schemas.microsoft.com/office/drawing/2014/main" id="{5B4EEFC8-32F5-C74E-3631-AE08EFB1B8D1}"/>
              </a:ext>
            </a:extLst>
          </p:cNvPr>
          <p:cNvSpPr txBox="1"/>
          <p:nvPr/>
        </p:nvSpPr>
        <p:spPr>
          <a:xfrm>
            <a:off x="2455185" y="5303888"/>
            <a:ext cx="6999317" cy="923330"/>
          </a:xfrm>
          <a:prstGeom prst="rect">
            <a:avLst/>
          </a:prstGeom>
          <a:noFill/>
          <a:ln w="28575">
            <a:solidFill>
              <a:srgbClr val="00B0F0"/>
            </a:solidFill>
          </a:ln>
        </p:spPr>
        <p:txBody>
          <a:bodyPr wrap="square" rtlCol="0">
            <a:spAutoFit/>
          </a:bodyPr>
          <a:lstStyle/>
          <a:p>
            <a:pPr algn="ctr"/>
            <a:r>
              <a:rPr lang="en-US" b="1" dirty="0"/>
              <a:t>Common Mistake</a:t>
            </a:r>
          </a:p>
          <a:p>
            <a:pPr algn="ctr"/>
            <a:r>
              <a:rPr lang="en-US" dirty="0"/>
              <a:t>Leaving too many decisions to the AI</a:t>
            </a:r>
            <a:br>
              <a:rPr lang="en-US" dirty="0"/>
            </a:br>
            <a:r>
              <a:rPr lang="en-US" dirty="0"/>
              <a:t>when the output actually matters. </a:t>
            </a:r>
          </a:p>
        </p:txBody>
      </p:sp>
      <p:cxnSp>
        <p:nvCxnSpPr>
          <p:cNvPr id="28" name="Straight Connector 27">
            <a:extLst>
              <a:ext uri="{FF2B5EF4-FFF2-40B4-BE49-F238E27FC236}">
                <a16:creationId xmlns:a16="http://schemas.microsoft.com/office/drawing/2014/main" id="{6514F21B-0217-99DB-6D89-6450E1FFE849}"/>
              </a:ext>
            </a:extLst>
          </p:cNvPr>
          <p:cNvCxnSpPr>
            <a:cxnSpLocks/>
            <a:stCxn id="3" idx="2"/>
          </p:cNvCxnSpPr>
          <p:nvPr/>
        </p:nvCxnSpPr>
        <p:spPr>
          <a:xfrm flipH="1">
            <a:off x="2821826" y="2971432"/>
            <a:ext cx="1" cy="371218"/>
          </a:xfrm>
          <a:prstGeom prst="line">
            <a:avLst/>
          </a:prstGeom>
        </p:spPr>
        <p:style>
          <a:lnRef idx="2">
            <a:schemeClr val="accent1"/>
          </a:lnRef>
          <a:fillRef idx="0">
            <a:schemeClr val="accent1"/>
          </a:fillRef>
          <a:effectRef idx="1">
            <a:schemeClr val="accent1"/>
          </a:effectRef>
          <a:fontRef idx="minor">
            <a:schemeClr val="tx1"/>
          </a:fontRef>
        </p:style>
      </p:cxnSp>
      <p:sp>
        <p:nvSpPr>
          <p:cNvPr id="30" name="Freeform: Shape 29">
            <a:extLst>
              <a:ext uri="{FF2B5EF4-FFF2-40B4-BE49-F238E27FC236}">
                <a16:creationId xmlns:a16="http://schemas.microsoft.com/office/drawing/2014/main" id="{FD7F2D60-6252-0A4A-F5C8-FF3779372EC4}"/>
              </a:ext>
            </a:extLst>
          </p:cNvPr>
          <p:cNvSpPr/>
          <p:nvPr/>
        </p:nvSpPr>
        <p:spPr>
          <a:xfrm>
            <a:off x="1333155" y="3324723"/>
            <a:ext cx="2977342" cy="1174941"/>
          </a:xfrm>
          <a:custGeom>
            <a:avLst/>
            <a:gdLst>
              <a:gd name="csX0" fmla="*/ 0 w 5420429"/>
              <a:gd name="csY0" fmla="*/ 77807 h 466830"/>
              <a:gd name="csX1" fmla="*/ 77807 w 5420429"/>
              <a:gd name="csY1" fmla="*/ 0 h 466830"/>
              <a:gd name="csX2" fmla="*/ 5342622 w 5420429"/>
              <a:gd name="csY2" fmla="*/ 0 h 466830"/>
              <a:gd name="csX3" fmla="*/ 5420429 w 5420429"/>
              <a:gd name="csY3" fmla="*/ 77807 h 466830"/>
              <a:gd name="csX4" fmla="*/ 5420429 w 5420429"/>
              <a:gd name="csY4" fmla="*/ 389023 h 466830"/>
              <a:gd name="csX5" fmla="*/ 5342622 w 5420429"/>
              <a:gd name="csY5" fmla="*/ 466830 h 466830"/>
              <a:gd name="csX6" fmla="*/ 77807 w 5420429"/>
              <a:gd name="csY6" fmla="*/ 466830 h 466830"/>
              <a:gd name="csX7" fmla="*/ 0 w 5420429"/>
              <a:gd name="csY7" fmla="*/ 389023 h 466830"/>
              <a:gd name="csX8" fmla="*/ 0 w 5420429"/>
              <a:gd name="csY8" fmla="*/ 77807 h 4668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420429" h="466830">
                <a:moveTo>
                  <a:pt x="0" y="77807"/>
                </a:moveTo>
                <a:cubicBezTo>
                  <a:pt x="0" y="34835"/>
                  <a:pt x="34835" y="0"/>
                  <a:pt x="77807" y="0"/>
                </a:cubicBezTo>
                <a:lnTo>
                  <a:pt x="5342622" y="0"/>
                </a:lnTo>
                <a:cubicBezTo>
                  <a:pt x="5385594" y="0"/>
                  <a:pt x="5420429" y="34835"/>
                  <a:pt x="5420429" y="77807"/>
                </a:cubicBezTo>
                <a:lnTo>
                  <a:pt x="5420429" y="389023"/>
                </a:lnTo>
                <a:cubicBezTo>
                  <a:pt x="5420429" y="431995"/>
                  <a:pt x="5385594" y="466830"/>
                  <a:pt x="5342622" y="466830"/>
                </a:cubicBezTo>
                <a:lnTo>
                  <a:pt x="77807" y="466830"/>
                </a:lnTo>
                <a:cubicBezTo>
                  <a:pt x="34835" y="466830"/>
                  <a:pt x="0" y="431995"/>
                  <a:pt x="0" y="389023"/>
                </a:cubicBezTo>
                <a:lnTo>
                  <a:pt x="0" y="77807"/>
                </a:lnTo>
                <a:close/>
              </a:path>
            </a:pathLst>
          </a:custGeom>
          <a:ln>
            <a:solidFill>
              <a:srgbClr val="DB5856"/>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95179" tIns="95179" rIns="95179" bIns="95179" numCol="1" spcCol="1270" anchor="ctr" anchorCtr="0">
            <a:noAutofit/>
          </a:bodyPr>
          <a:lstStyle/>
          <a:p>
            <a:pPr lvl="0" defTabSz="844550">
              <a:lnSpc>
                <a:spcPct val="90000"/>
              </a:lnSpc>
              <a:spcBef>
                <a:spcPct val="0"/>
              </a:spcBef>
              <a:spcAft>
                <a:spcPct val="35000"/>
              </a:spcAft>
            </a:pPr>
            <a:r>
              <a:rPr lang="en-US" b="1" dirty="0"/>
              <a:t>Example:</a:t>
            </a:r>
            <a:br>
              <a:rPr lang="en-US" sz="2000" dirty="0"/>
            </a:br>
            <a:r>
              <a:rPr lang="en-US" sz="1600" dirty="0"/>
              <a:t>“What is time management?”</a:t>
            </a:r>
            <a:br>
              <a:rPr lang="en-US" dirty="0"/>
            </a:br>
            <a:r>
              <a:rPr lang="en-US" sz="1600" dirty="0"/>
              <a:t>“How does photosynthesis work?”</a:t>
            </a:r>
            <a:endParaRPr lang="en-IN" sz="1900" kern="1200" dirty="0"/>
          </a:p>
        </p:txBody>
      </p:sp>
      <p:sp>
        <p:nvSpPr>
          <p:cNvPr id="33" name="Freeform: Shape 32">
            <a:extLst>
              <a:ext uri="{FF2B5EF4-FFF2-40B4-BE49-F238E27FC236}">
                <a16:creationId xmlns:a16="http://schemas.microsoft.com/office/drawing/2014/main" id="{728B523D-35B7-9F06-CE49-148E2CF77EAE}"/>
              </a:ext>
            </a:extLst>
          </p:cNvPr>
          <p:cNvSpPr/>
          <p:nvPr/>
        </p:nvSpPr>
        <p:spPr>
          <a:xfrm>
            <a:off x="8241173" y="3315689"/>
            <a:ext cx="3612946" cy="1598066"/>
          </a:xfrm>
          <a:custGeom>
            <a:avLst/>
            <a:gdLst>
              <a:gd name="csX0" fmla="*/ 0 w 5420429"/>
              <a:gd name="csY0" fmla="*/ 77807 h 466830"/>
              <a:gd name="csX1" fmla="*/ 77807 w 5420429"/>
              <a:gd name="csY1" fmla="*/ 0 h 466830"/>
              <a:gd name="csX2" fmla="*/ 5342622 w 5420429"/>
              <a:gd name="csY2" fmla="*/ 0 h 466830"/>
              <a:gd name="csX3" fmla="*/ 5420429 w 5420429"/>
              <a:gd name="csY3" fmla="*/ 77807 h 466830"/>
              <a:gd name="csX4" fmla="*/ 5420429 w 5420429"/>
              <a:gd name="csY4" fmla="*/ 389023 h 466830"/>
              <a:gd name="csX5" fmla="*/ 5342622 w 5420429"/>
              <a:gd name="csY5" fmla="*/ 466830 h 466830"/>
              <a:gd name="csX6" fmla="*/ 77807 w 5420429"/>
              <a:gd name="csY6" fmla="*/ 466830 h 466830"/>
              <a:gd name="csX7" fmla="*/ 0 w 5420429"/>
              <a:gd name="csY7" fmla="*/ 389023 h 466830"/>
              <a:gd name="csX8" fmla="*/ 0 w 5420429"/>
              <a:gd name="csY8" fmla="*/ 77807 h 4668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420429" h="466830">
                <a:moveTo>
                  <a:pt x="0" y="77807"/>
                </a:moveTo>
                <a:cubicBezTo>
                  <a:pt x="0" y="34835"/>
                  <a:pt x="34835" y="0"/>
                  <a:pt x="77807" y="0"/>
                </a:cubicBezTo>
                <a:lnTo>
                  <a:pt x="5342622" y="0"/>
                </a:lnTo>
                <a:cubicBezTo>
                  <a:pt x="5385594" y="0"/>
                  <a:pt x="5420429" y="34835"/>
                  <a:pt x="5420429" y="77807"/>
                </a:cubicBezTo>
                <a:lnTo>
                  <a:pt x="5420429" y="389023"/>
                </a:lnTo>
                <a:cubicBezTo>
                  <a:pt x="5420429" y="431995"/>
                  <a:pt x="5385594" y="466830"/>
                  <a:pt x="5342622" y="466830"/>
                </a:cubicBezTo>
                <a:lnTo>
                  <a:pt x="77807" y="466830"/>
                </a:lnTo>
                <a:cubicBezTo>
                  <a:pt x="34835" y="466830"/>
                  <a:pt x="0" y="431995"/>
                  <a:pt x="0" y="389023"/>
                </a:cubicBezTo>
                <a:lnTo>
                  <a:pt x="0" y="77807"/>
                </a:lnTo>
                <a:close/>
              </a:path>
            </a:pathLst>
          </a:custGeom>
          <a:ln>
            <a:solidFill>
              <a:srgbClr val="00B050"/>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95179" tIns="95179" rIns="95179" bIns="95179" numCol="1" spcCol="1270" anchor="ctr" anchorCtr="0">
            <a:noAutofit/>
          </a:bodyPr>
          <a:lstStyle/>
          <a:p>
            <a:pPr lvl="0" defTabSz="844550">
              <a:lnSpc>
                <a:spcPct val="90000"/>
              </a:lnSpc>
              <a:spcBef>
                <a:spcPct val="0"/>
              </a:spcBef>
              <a:spcAft>
                <a:spcPct val="35000"/>
              </a:spcAft>
            </a:pPr>
            <a:r>
              <a:rPr lang="en-US" sz="1600" b="1" dirty="0"/>
              <a:t>Example:</a:t>
            </a:r>
            <a:br>
              <a:rPr lang="en-US" sz="2000" dirty="0"/>
            </a:br>
            <a:r>
              <a:rPr lang="en-US" sz="1400" dirty="0"/>
              <a:t>“Explain time management for busy professionals. Focus on 3 daily habits. Use bullet points and keep it under 200 words.”</a:t>
            </a:r>
            <a:br>
              <a:rPr lang="en-US" sz="1400" dirty="0"/>
            </a:br>
            <a:r>
              <a:rPr lang="en-US" sz="1400" dirty="0"/>
              <a:t>“List the steps of photosynthesis in a table with columns for ‘Stage’ and ‘Input/Output’.”</a:t>
            </a:r>
            <a:endParaRPr lang="en-IN" sz="1500" kern="1200" dirty="0"/>
          </a:p>
        </p:txBody>
      </p:sp>
      <p:cxnSp>
        <p:nvCxnSpPr>
          <p:cNvPr id="34" name="Straight Connector 33">
            <a:extLst>
              <a:ext uri="{FF2B5EF4-FFF2-40B4-BE49-F238E27FC236}">
                <a16:creationId xmlns:a16="http://schemas.microsoft.com/office/drawing/2014/main" id="{765FEF83-40CC-CFD6-B687-3230CB7B421A}"/>
              </a:ext>
            </a:extLst>
          </p:cNvPr>
          <p:cNvCxnSpPr>
            <a:cxnSpLocks/>
          </p:cNvCxnSpPr>
          <p:nvPr/>
        </p:nvCxnSpPr>
        <p:spPr>
          <a:xfrm>
            <a:off x="9813448" y="2982412"/>
            <a:ext cx="0" cy="360237"/>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086828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D790F-1BC1-AF27-F2E2-93020D51DAAB}"/>
            </a:ext>
          </a:extLst>
        </p:cNvPr>
        <p:cNvGrpSpPr/>
        <p:nvPr/>
      </p:nvGrpSpPr>
      <p:grpSpPr>
        <a:xfrm>
          <a:off x="0" y="0"/>
          <a:ext cx="0" cy="0"/>
          <a:chOff x="0" y="0"/>
          <a:chExt cx="0" cy="0"/>
        </a:xfrm>
      </p:grpSpPr>
      <p:sp>
        <p:nvSpPr>
          <p:cNvPr id="5" name="AutoShape 2" descr="Diagram illustrating the four steps of LLM processing: Tokenization, Embedding &amp; Encoding, Transformer Processing, and Output Generation.">
            <a:extLst>
              <a:ext uri="{FF2B5EF4-FFF2-40B4-BE49-F238E27FC236}">
                <a16:creationId xmlns:a16="http://schemas.microsoft.com/office/drawing/2014/main" id="{7797AC3A-EF48-05B2-C43B-ABE505478CD9}"/>
              </a:ext>
            </a:extLst>
          </p:cNvPr>
          <p:cNvSpPr>
            <a:spLocks noChangeAspect="1" noChangeArrowheads="1"/>
          </p:cNvSpPr>
          <p:nvPr/>
        </p:nvSpPr>
        <p:spPr bwMode="auto">
          <a:xfrm>
            <a:off x="5463018" y="3275742"/>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Rounded Corners 8">
            <a:extLst>
              <a:ext uri="{FF2B5EF4-FFF2-40B4-BE49-F238E27FC236}">
                <a16:creationId xmlns:a16="http://schemas.microsoft.com/office/drawing/2014/main" id="{C71D9A38-4F93-D626-B1DE-F5121F795F3A}"/>
              </a:ext>
            </a:extLst>
          </p:cNvPr>
          <p:cNvSpPr/>
          <p:nvPr/>
        </p:nvSpPr>
        <p:spPr>
          <a:xfrm>
            <a:off x="135971" y="2017784"/>
            <a:ext cx="2075412" cy="2592186"/>
          </a:xfrm>
          <a:prstGeom prst="roundRect">
            <a:avLst/>
          </a:prstGeom>
          <a:solidFill>
            <a:srgbClr val="FDFEF9"/>
          </a:solidFill>
          <a:ln>
            <a:solidFill>
              <a:srgbClr val="B8C0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8555AA73-5894-A1A8-34F0-E2B1DFE1BAEB}"/>
              </a:ext>
            </a:extLst>
          </p:cNvPr>
          <p:cNvSpPr/>
          <p:nvPr/>
        </p:nvSpPr>
        <p:spPr>
          <a:xfrm>
            <a:off x="316080" y="2215903"/>
            <a:ext cx="565265" cy="556953"/>
          </a:xfrm>
          <a:prstGeom prst="ellipse">
            <a:avLst/>
          </a:prstGeom>
          <a:solidFill>
            <a:srgbClr val="E5ED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52707F61-1291-E83F-5FB6-C664AE2D529F}"/>
              </a:ext>
            </a:extLst>
          </p:cNvPr>
          <p:cNvPicPr>
            <a:picLocks noChangeAspect="1"/>
          </p:cNvPicPr>
          <p:nvPr/>
        </p:nvPicPr>
        <p:blipFill>
          <a:blip r:embed="rId3"/>
          <a:stretch>
            <a:fillRect/>
          </a:stretch>
        </p:blipFill>
        <p:spPr>
          <a:xfrm>
            <a:off x="429686" y="2328123"/>
            <a:ext cx="332511" cy="332511"/>
          </a:xfrm>
          <a:prstGeom prst="rect">
            <a:avLst/>
          </a:prstGeom>
        </p:spPr>
      </p:pic>
      <p:sp>
        <p:nvSpPr>
          <p:cNvPr id="14" name="TextBox 13">
            <a:extLst>
              <a:ext uri="{FF2B5EF4-FFF2-40B4-BE49-F238E27FC236}">
                <a16:creationId xmlns:a16="http://schemas.microsoft.com/office/drawing/2014/main" id="{C4CDBD8C-107A-191B-2446-D678A33BF5A5}"/>
              </a:ext>
            </a:extLst>
          </p:cNvPr>
          <p:cNvSpPr txBox="1"/>
          <p:nvPr/>
        </p:nvSpPr>
        <p:spPr>
          <a:xfrm>
            <a:off x="936762" y="2291302"/>
            <a:ext cx="1080655" cy="369332"/>
          </a:xfrm>
          <a:prstGeom prst="rect">
            <a:avLst/>
          </a:prstGeom>
          <a:noFill/>
        </p:spPr>
        <p:txBody>
          <a:bodyPr wrap="square" rtlCol="0">
            <a:spAutoFit/>
          </a:bodyPr>
          <a:lstStyle/>
          <a:p>
            <a:r>
              <a:rPr lang="en-US" b="1" dirty="0"/>
              <a:t>Prompt</a:t>
            </a:r>
          </a:p>
        </p:txBody>
      </p:sp>
      <p:pic>
        <p:nvPicPr>
          <p:cNvPr id="19" name="Picture 18">
            <a:extLst>
              <a:ext uri="{FF2B5EF4-FFF2-40B4-BE49-F238E27FC236}">
                <a16:creationId xmlns:a16="http://schemas.microsoft.com/office/drawing/2014/main" id="{69D302A9-52E5-736C-40A6-B03C03CC4035}"/>
              </a:ext>
            </a:extLst>
          </p:cNvPr>
          <p:cNvPicPr>
            <a:picLocks noChangeAspect="1"/>
          </p:cNvPicPr>
          <p:nvPr/>
        </p:nvPicPr>
        <p:blipFill>
          <a:blip r:embed="rId4"/>
          <a:stretch>
            <a:fillRect/>
          </a:stretch>
        </p:blipFill>
        <p:spPr>
          <a:xfrm>
            <a:off x="717484" y="3610240"/>
            <a:ext cx="1080655" cy="892900"/>
          </a:xfrm>
          <a:prstGeom prst="rect">
            <a:avLst/>
          </a:prstGeom>
        </p:spPr>
      </p:pic>
      <p:grpSp>
        <p:nvGrpSpPr>
          <p:cNvPr id="25" name="Group 24">
            <a:extLst>
              <a:ext uri="{FF2B5EF4-FFF2-40B4-BE49-F238E27FC236}">
                <a16:creationId xmlns:a16="http://schemas.microsoft.com/office/drawing/2014/main" id="{1802D06F-F836-03F3-92F2-A64EEDB236D2}"/>
              </a:ext>
            </a:extLst>
          </p:cNvPr>
          <p:cNvGrpSpPr/>
          <p:nvPr/>
        </p:nvGrpSpPr>
        <p:grpSpPr>
          <a:xfrm>
            <a:off x="2439941" y="1650717"/>
            <a:ext cx="223058" cy="3310198"/>
            <a:chOff x="2951018" y="2101482"/>
            <a:chExt cx="174567" cy="3010845"/>
          </a:xfrm>
        </p:grpSpPr>
        <p:cxnSp>
          <p:nvCxnSpPr>
            <p:cNvPr id="21" name="Straight Connector 20">
              <a:extLst>
                <a:ext uri="{FF2B5EF4-FFF2-40B4-BE49-F238E27FC236}">
                  <a16:creationId xmlns:a16="http://schemas.microsoft.com/office/drawing/2014/main" id="{76CF7D31-1AB5-F248-AED0-809C9481680C}"/>
                </a:ext>
              </a:extLst>
            </p:cNvPr>
            <p:cNvCxnSpPr>
              <a:cxnSpLocks/>
            </p:cNvCxnSpPr>
            <p:nvPr/>
          </p:nvCxnSpPr>
          <p:spPr>
            <a:xfrm>
              <a:off x="2968275" y="2101482"/>
              <a:ext cx="10451" cy="3010845"/>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E37E1F09-AB57-D48E-4D56-AF0AC0C05053}"/>
                </a:ext>
              </a:extLst>
            </p:cNvPr>
            <p:cNvCxnSpPr>
              <a:cxnSpLocks/>
            </p:cNvCxnSpPr>
            <p:nvPr/>
          </p:nvCxnSpPr>
          <p:spPr>
            <a:xfrm>
              <a:off x="2951018" y="2101482"/>
              <a:ext cx="174567" cy="0"/>
            </a:xfrm>
            <a:prstGeom prst="line">
              <a:avLst/>
            </a:prstGeom>
          </p:spPr>
          <p:style>
            <a:lnRef idx="2">
              <a:schemeClr val="accent1"/>
            </a:lnRef>
            <a:fillRef idx="0">
              <a:schemeClr val="accent1"/>
            </a:fillRef>
            <a:effectRef idx="1">
              <a:schemeClr val="accent1"/>
            </a:effectRef>
            <a:fontRef idx="minor">
              <a:schemeClr val="tx1"/>
            </a:fontRef>
          </p:style>
        </p:cxnSp>
      </p:grpSp>
      <p:cxnSp>
        <p:nvCxnSpPr>
          <p:cNvPr id="31" name="Straight Connector 30">
            <a:extLst>
              <a:ext uri="{FF2B5EF4-FFF2-40B4-BE49-F238E27FC236}">
                <a16:creationId xmlns:a16="http://schemas.microsoft.com/office/drawing/2014/main" id="{CF81D0B0-BFA3-C396-3C94-EE76E4DC1422}"/>
              </a:ext>
            </a:extLst>
          </p:cNvPr>
          <p:cNvCxnSpPr>
            <a:cxnSpLocks/>
          </p:cNvCxnSpPr>
          <p:nvPr/>
        </p:nvCxnSpPr>
        <p:spPr>
          <a:xfrm>
            <a:off x="2244591" y="3239314"/>
            <a:ext cx="23075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81C51998-ADB9-FD6E-3B70-512415CD1AC2}"/>
              </a:ext>
            </a:extLst>
          </p:cNvPr>
          <p:cNvCxnSpPr>
            <a:cxnSpLocks/>
            <a:endCxn id="53" idx="1"/>
          </p:cNvCxnSpPr>
          <p:nvPr/>
        </p:nvCxnSpPr>
        <p:spPr>
          <a:xfrm>
            <a:off x="2439941" y="2112707"/>
            <a:ext cx="251459" cy="1"/>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044D0FDE-6D43-0BCE-ABFD-D45A62FC9277}"/>
              </a:ext>
            </a:extLst>
          </p:cNvPr>
          <p:cNvCxnSpPr>
            <a:cxnSpLocks/>
          </p:cNvCxnSpPr>
          <p:nvPr/>
        </p:nvCxnSpPr>
        <p:spPr>
          <a:xfrm>
            <a:off x="2457643" y="2581514"/>
            <a:ext cx="22305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47403CAF-E383-AD1E-D45C-B85D66F61B1D}"/>
              </a:ext>
            </a:extLst>
          </p:cNvPr>
          <p:cNvCxnSpPr>
            <a:cxnSpLocks/>
          </p:cNvCxnSpPr>
          <p:nvPr/>
        </p:nvCxnSpPr>
        <p:spPr>
          <a:xfrm>
            <a:off x="2484043" y="3030402"/>
            <a:ext cx="22305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A32D5109-01CE-CD66-3E72-9DD02B33A78E}"/>
              </a:ext>
            </a:extLst>
          </p:cNvPr>
          <p:cNvCxnSpPr>
            <a:cxnSpLocks/>
          </p:cNvCxnSpPr>
          <p:nvPr/>
        </p:nvCxnSpPr>
        <p:spPr>
          <a:xfrm>
            <a:off x="2475346" y="3440422"/>
            <a:ext cx="22305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DF456381-34CE-377F-770D-1FFAD389111F}"/>
              </a:ext>
            </a:extLst>
          </p:cNvPr>
          <p:cNvCxnSpPr>
            <a:cxnSpLocks/>
          </p:cNvCxnSpPr>
          <p:nvPr/>
        </p:nvCxnSpPr>
        <p:spPr>
          <a:xfrm>
            <a:off x="2468651" y="3898900"/>
            <a:ext cx="22305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99F7A334-66FF-D9A5-0CD7-B5480C7BA530}"/>
              </a:ext>
            </a:extLst>
          </p:cNvPr>
          <p:cNvCxnSpPr>
            <a:cxnSpLocks/>
          </p:cNvCxnSpPr>
          <p:nvPr/>
        </p:nvCxnSpPr>
        <p:spPr>
          <a:xfrm>
            <a:off x="2484043" y="4444202"/>
            <a:ext cx="22305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518A8377-FF30-5554-10EC-6DA0898517DA}"/>
              </a:ext>
            </a:extLst>
          </p:cNvPr>
          <p:cNvCxnSpPr>
            <a:cxnSpLocks/>
            <a:endCxn id="63" idx="1"/>
          </p:cNvCxnSpPr>
          <p:nvPr/>
        </p:nvCxnSpPr>
        <p:spPr>
          <a:xfrm>
            <a:off x="2468651" y="4960576"/>
            <a:ext cx="238450" cy="0"/>
          </a:xfrm>
          <a:prstGeom prst="line">
            <a:avLst/>
          </a:prstGeom>
        </p:spPr>
        <p:style>
          <a:lnRef idx="2">
            <a:schemeClr val="accent1"/>
          </a:lnRef>
          <a:fillRef idx="0">
            <a:schemeClr val="accent1"/>
          </a:fillRef>
          <a:effectRef idx="1">
            <a:schemeClr val="accent1"/>
          </a:effectRef>
          <a:fontRef idx="minor">
            <a:schemeClr val="tx1"/>
          </a:fontRef>
        </p:style>
      </p:cxnSp>
      <p:sp>
        <p:nvSpPr>
          <p:cNvPr id="52" name="Rectangle: Rounded Corners 51">
            <a:extLst>
              <a:ext uri="{FF2B5EF4-FFF2-40B4-BE49-F238E27FC236}">
                <a16:creationId xmlns:a16="http://schemas.microsoft.com/office/drawing/2014/main" id="{FE7B9360-EC37-FFEB-3779-7FCAB32B4B9D}"/>
              </a:ext>
            </a:extLst>
          </p:cNvPr>
          <p:cNvSpPr/>
          <p:nvPr/>
        </p:nvSpPr>
        <p:spPr>
          <a:xfrm>
            <a:off x="2680701" y="1574050"/>
            <a:ext cx="1122218" cy="266007"/>
          </a:xfrm>
          <a:prstGeom prst="roundRect">
            <a:avLst/>
          </a:prstGeom>
          <a:solidFill>
            <a:srgbClr val="5FA8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Token A</a:t>
            </a:r>
          </a:p>
        </p:txBody>
      </p:sp>
      <p:sp>
        <p:nvSpPr>
          <p:cNvPr id="53" name="Rectangle: Rounded Corners 52">
            <a:extLst>
              <a:ext uri="{FF2B5EF4-FFF2-40B4-BE49-F238E27FC236}">
                <a16:creationId xmlns:a16="http://schemas.microsoft.com/office/drawing/2014/main" id="{92A24F07-4895-BBC7-6D25-7EFD4642E359}"/>
              </a:ext>
            </a:extLst>
          </p:cNvPr>
          <p:cNvSpPr/>
          <p:nvPr/>
        </p:nvSpPr>
        <p:spPr>
          <a:xfrm>
            <a:off x="2691400" y="1979704"/>
            <a:ext cx="1122218" cy="266007"/>
          </a:xfrm>
          <a:prstGeom prst="roundRect">
            <a:avLst/>
          </a:prstGeom>
          <a:solidFill>
            <a:srgbClr val="94DCB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Token B</a:t>
            </a:r>
          </a:p>
        </p:txBody>
      </p:sp>
      <p:sp>
        <p:nvSpPr>
          <p:cNvPr id="54" name="Rectangle: Rounded Corners 53">
            <a:extLst>
              <a:ext uri="{FF2B5EF4-FFF2-40B4-BE49-F238E27FC236}">
                <a16:creationId xmlns:a16="http://schemas.microsoft.com/office/drawing/2014/main" id="{D4682D6D-0B43-55E3-940C-6F91E2F483C5}"/>
              </a:ext>
            </a:extLst>
          </p:cNvPr>
          <p:cNvSpPr/>
          <p:nvPr/>
        </p:nvSpPr>
        <p:spPr>
          <a:xfrm>
            <a:off x="2698404" y="2448511"/>
            <a:ext cx="1122218" cy="266007"/>
          </a:xfrm>
          <a:prstGeom prst="roundRect">
            <a:avLst/>
          </a:prstGeom>
          <a:solidFill>
            <a:srgbClr val="F7C45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Token C</a:t>
            </a:r>
          </a:p>
        </p:txBody>
      </p:sp>
      <p:sp>
        <p:nvSpPr>
          <p:cNvPr id="59" name="Rectangle: Rounded Corners 58">
            <a:extLst>
              <a:ext uri="{FF2B5EF4-FFF2-40B4-BE49-F238E27FC236}">
                <a16:creationId xmlns:a16="http://schemas.microsoft.com/office/drawing/2014/main" id="{93A6A7D1-25E5-9BAF-32AF-C8E2E8012E22}"/>
              </a:ext>
            </a:extLst>
          </p:cNvPr>
          <p:cNvSpPr/>
          <p:nvPr/>
        </p:nvSpPr>
        <p:spPr>
          <a:xfrm>
            <a:off x="2698404" y="2906203"/>
            <a:ext cx="1122218" cy="266007"/>
          </a:xfrm>
          <a:prstGeom prst="roundRect">
            <a:avLst/>
          </a:prstGeom>
          <a:solidFill>
            <a:srgbClr val="FACB6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Token D</a:t>
            </a:r>
          </a:p>
        </p:txBody>
      </p:sp>
      <p:sp>
        <p:nvSpPr>
          <p:cNvPr id="60" name="Rectangle: Rounded Corners 59">
            <a:extLst>
              <a:ext uri="{FF2B5EF4-FFF2-40B4-BE49-F238E27FC236}">
                <a16:creationId xmlns:a16="http://schemas.microsoft.com/office/drawing/2014/main" id="{08822F96-E5B4-D31A-5CB9-1318672847B2}"/>
              </a:ext>
            </a:extLst>
          </p:cNvPr>
          <p:cNvSpPr/>
          <p:nvPr/>
        </p:nvSpPr>
        <p:spPr>
          <a:xfrm>
            <a:off x="2691709" y="3339674"/>
            <a:ext cx="1122218" cy="266004"/>
          </a:xfrm>
          <a:prstGeom prst="roundRect">
            <a:avLst/>
          </a:prstGeom>
          <a:solidFill>
            <a:srgbClr val="F0A86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Token E</a:t>
            </a:r>
          </a:p>
        </p:txBody>
      </p:sp>
      <p:sp>
        <p:nvSpPr>
          <p:cNvPr id="61" name="Rectangle: Rounded Corners 60">
            <a:extLst>
              <a:ext uri="{FF2B5EF4-FFF2-40B4-BE49-F238E27FC236}">
                <a16:creationId xmlns:a16="http://schemas.microsoft.com/office/drawing/2014/main" id="{DBA30615-D057-AA13-8A67-F38C6F5E2E47}"/>
              </a:ext>
            </a:extLst>
          </p:cNvPr>
          <p:cNvSpPr/>
          <p:nvPr/>
        </p:nvSpPr>
        <p:spPr>
          <a:xfrm>
            <a:off x="2691400" y="3773142"/>
            <a:ext cx="1122218" cy="266005"/>
          </a:xfrm>
          <a:prstGeom prst="roundRect">
            <a:avLst/>
          </a:prstGeom>
          <a:solidFill>
            <a:srgbClr val="F4937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Token F</a:t>
            </a:r>
            <a:endParaRPr lang="en-US" dirty="0"/>
          </a:p>
        </p:txBody>
      </p:sp>
      <p:sp>
        <p:nvSpPr>
          <p:cNvPr id="62" name="Rectangle: Rounded Corners 61">
            <a:extLst>
              <a:ext uri="{FF2B5EF4-FFF2-40B4-BE49-F238E27FC236}">
                <a16:creationId xmlns:a16="http://schemas.microsoft.com/office/drawing/2014/main" id="{932AEA66-4638-DEF8-9A01-4023B7C6A228}"/>
              </a:ext>
            </a:extLst>
          </p:cNvPr>
          <p:cNvSpPr/>
          <p:nvPr/>
        </p:nvSpPr>
        <p:spPr>
          <a:xfrm>
            <a:off x="2715798" y="4297334"/>
            <a:ext cx="1106826" cy="266005"/>
          </a:xfrm>
          <a:prstGeom prst="roundRect">
            <a:avLst/>
          </a:prstGeom>
          <a:solidFill>
            <a:srgbClr val="F38C7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Token G</a:t>
            </a:r>
          </a:p>
        </p:txBody>
      </p:sp>
      <p:sp>
        <p:nvSpPr>
          <p:cNvPr id="63" name="Rectangle: Rounded Corners 62">
            <a:extLst>
              <a:ext uri="{FF2B5EF4-FFF2-40B4-BE49-F238E27FC236}">
                <a16:creationId xmlns:a16="http://schemas.microsoft.com/office/drawing/2014/main" id="{FCC31BE1-E501-0BCF-E47E-895D1F295DEE}"/>
              </a:ext>
            </a:extLst>
          </p:cNvPr>
          <p:cNvSpPr/>
          <p:nvPr/>
        </p:nvSpPr>
        <p:spPr>
          <a:xfrm>
            <a:off x="2707101" y="4827572"/>
            <a:ext cx="1122218" cy="266007"/>
          </a:xfrm>
          <a:prstGeom prst="roundRect">
            <a:avLst/>
          </a:prstGeom>
          <a:solidFill>
            <a:srgbClr val="A3E0B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Token G</a:t>
            </a:r>
          </a:p>
        </p:txBody>
      </p:sp>
      <p:pic>
        <p:nvPicPr>
          <p:cNvPr id="70" name="Picture 69">
            <a:extLst>
              <a:ext uri="{FF2B5EF4-FFF2-40B4-BE49-F238E27FC236}">
                <a16:creationId xmlns:a16="http://schemas.microsoft.com/office/drawing/2014/main" id="{2FC6B548-00CD-A454-E27D-49E9508BBBC7}"/>
              </a:ext>
            </a:extLst>
          </p:cNvPr>
          <p:cNvPicPr>
            <a:picLocks noChangeAspect="1"/>
          </p:cNvPicPr>
          <p:nvPr/>
        </p:nvPicPr>
        <p:blipFill>
          <a:blip r:embed="rId5"/>
          <a:stretch>
            <a:fillRect/>
          </a:stretch>
        </p:blipFill>
        <p:spPr>
          <a:xfrm>
            <a:off x="4642243" y="3046374"/>
            <a:ext cx="706771" cy="706771"/>
          </a:xfrm>
          <a:prstGeom prst="rect">
            <a:avLst/>
          </a:prstGeom>
        </p:spPr>
      </p:pic>
      <p:sp>
        <p:nvSpPr>
          <p:cNvPr id="71" name="Rectangle: Rounded Corners 70">
            <a:extLst>
              <a:ext uri="{FF2B5EF4-FFF2-40B4-BE49-F238E27FC236}">
                <a16:creationId xmlns:a16="http://schemas.microsoft.com/office/drawing/2014/main" id="{A43A1112-583F-E03C-2DC8-D4B6EB8EFEE4}"/>
              </a:ext>
            </a:extLst>
          </p:cNvPr>
          <p:cNvSpPr/>
          <p:nvPr/>
        </p:nvSpPr>
        <p:spPr>
          <a:xfrm>
            <a:off x="4147654" y="2539014"/>
            <a:ext cx="1698204" cy="266007"/>
          </a:xfrm>
          <a:prstGeom prst="roundRect">
            <a:avLst/>
          </a:prstGeom>
          <a:gradFill flip="none" rotWithShape="1">
            <a:gsLst>
              <a:gs pos="22000">
                <a:srgbClr val="FBEBE4"/>
              </a:gs>
              <a:gs pos="81000">
                <a:srgbClr val="C6C6C6"/>
              </a:gs>
              <a:gs pos="65000">
                <a:srgbClr val="D0DFE1"/>
              </a:gs>
              <a:gs pos="46000">
                <a:srgbClr val="E2EBEA"/>
              </a:gs>
              <a:gs pos="96000">
                <a:srgbClr val="EFF7EF"/>
              </a:gs>
              <a:gs pos="0">
                <a:srgbClr val="EEE3DA"/>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tx1"/>
                </a:solidFill>
              </a:rPr>
              <a:t>1 123 456 723 49</a:t>
            </a:r>
          </a:p>
        </p:txBody>
      </p:sp>
      <p:sp>
        <p:nvSpPr>
          <p:cNvPr id="72" name="Rectangle: Rounded Corners 71">
            <a:extLst>
              <a:ext uri="{FF2B5EF4-FFF2-40B4-BE49-F238E27FC236}">
                <a16:creationId xmlns:a16="http://schemas.microsoft.com/office/drawing/2014/main" id="{64BF4B66-46C2-13A6-2CD1-1AE032185EED}"/>
              </a:ext>
            </a:extLst>
          </p:cNvPr>
          <p:cNvSpPr/>
          <p:nvPr/>
        </p:nvSpPr>
        <p:spPr>
          <a:xfrm>
            <a:off x="4153455" y="4012027"/>
            <a:ext cx="1698204" cy="266007"/>
          </a:xfrm>
          <a:prstGeom prst="roundRect">
            <a:avLst/>
          </a:prstGeom>
          <a:gradFill flip="none" rotWithShape="1">
            <a:gsLst>
              <a:gs pos="22000">
                <a:srgbClr val="FBEBE4"/>
              </a:gs>
              <a:gs pos="81000">
                <a:srgbClr val="C6C6C6"/>
              </a:gs>
              <a:gs pos="65000">
                <a:srgbClr val="D0DFE1"/>
              </a:gs>
              <a:gs pos="46000">
                <a:srgbClr val="E2EBEA"/>
              </a:gs>
              <a:gs pos="96000">
                <a:srgbClr val="EFF7EF"/>
              </a:gs>
              <a:gs pos="0">
                <a:srgbClr val="EEE3DA"/>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tx1"/>
                </a:solidFill>
              </a:rPr>
              <a:t>1 123 456 723 57</a:t>
            </a:r>
          </a:p>
        </p:txBody>
      </p:sp>
      <p:sp>
        <p:nvSpPr>
          <p:cNvPr id="73" name="Rectangle: Rounded Corners 72">
            <a:extLst>
              <a:ext uri="{FF2B5EF4-FFF2-40B4-BE49-F238E27FC236}">
                <a16:creationId xmlns:a16="http://schemas.microsoft.com/office/drawing/2014/main" id="{5BC020C3-BEB7-012A-FFF4-ACCAE77AF6C5}"/>
              </a:ext>
            </a:extLst>
          </p:cNvPr>
          <p:cNvSpPr/>
          <p:nvPr/>
        </p:nvSpPr>
        <p:spPr>
          <a:xfrm rot="19984605">
            <a:off x="4334220" y="4725283"/>
            <a:ext cx="1716492" cy="266810"/>
          </a:xfrm>
          <a:prstGeom prst="roundRect">
            <a:avLst/>
          </a:prstGeom>
          <a:gradFill flip="none" rotWithShape="1">
            <a:gsLst>
              <a:gs pos="22000">
                <a:srgbClr val="FBEBE4"/>
              </a:gs>
              <a:gs pos="81000">
                <a:srgbClr val="C6C6C6"/>
              </a:gs>
              <a:gs pos="65000">
                <a:srgbClr val="D0DFE1"/>
              </a:gs>
              <a:gs pos="46000">
                <a:srgbClr val="E2EBEA"/>
              </a:gs>
              <a:gs pos="96000">
                <a:srgbClr val="EFF7EF"/>
              </a:gs>
              <a:gs pos="0">
                <a:srgbClr val="EEE3DA"/>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tx1"/>
                </a:solidFill>
              </a:rPr>
              <a:t>1 123 456 723 49</a:t>
            </a:r>
          </a:p>
        </p:txBody>
      </p:sp>
      <p:sp>
        <p:nvSpPr>
          <p:cNvPr id="75" name="Rectangle: Rounded Corners 74">
            <a:extLst>
              <a:ext uri="{FF2B5EF4-FFF2-40B4-BE49-F238E27FC236}">
                <a16:creationId xmlns:a16="http://schemas.microsoft.com/office/drawing/2014/main" id="{17AD4898-A2E0-DFFF-D1F1-4FE460ABE365}"/>
              </a:ext>
            </a:extLst>
          </p:cNvPr>
          <p:cNvSpPr/>
          <p:nvPr/>
        </p:nvSpPr>
        <p:spPr>
          <a:xfrm>
            <a:off x="4147654" y="2135782"/>
            <a:ext cx="1698204" cy="266007"/>
          </a:xfrm>
          <a:prstGeom prst="roundRect">
            <a:avLst/>
          </a:prstGeom>
          <a:gradFill flip="none" rotWithShape="1">
            <a:gsLst>
              <a:gs pos="22000">
                <a:srgbClr val="FBEBE4"/>
              </a:gs>
              <a:gs pos="81000">
                <a:srgbClr val="C6C6C6"/>
              </a:gs>
              <a:gs pos="65000">
                <a:srgbClr val="D0DFE1"/>
              </a:gs>
              <a:gs pos="46000">
                <a:srgbClr val="E2EBEA"/>
              </a:gs>
              <a:gs pos="96000">
                <a:srgbClr val="EFF7EF"/>
              </a:gs>
              <a:gs pos="0">
                <a:srgbClr val="EEE3DA"/>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tx1"/>
                </a:solidFill>
              </a:rPr>
              <a:t>1 123 456 723 55</a:t>
            </a:r>
          </a:p>
        </p:txBody>
      </p:sp>
      <p:cxnSp>
        <p:nvCxnSpPr>
          <p:cNvPr id="77" name="Connector: Curved 76">
            <a:extLst>
              <a:ext uri="{FF2B5EF4-FFF2-40B4-BE49-F238E27FC236}">
                <a16:creationId xmlns:a16="http://schemas.microsoft.com/office/drawing/2014/main" id="{E8A62085-AA22-AFA6-60D9-A09796707FC3}"/>
              </a:ext>
            </a:extLst>
          </p:cNvPr>
          <p:cNvCxnSpPr>
            <a:cxnSpLocks/>
            <a:stCxn id="71" idx="3"/>
          </p:cNvCxnSpPr>
          <p:nvPr/>
        </p:nvCxnSpPr>
        <p:spPr>
          <a:xfrm>
            <a:off x="5845858" y="2672018"/>
            <a:ext cx="1107825" cy="326880"/>
          </a:xfrm>
          <a:prstGeom prst="curvedConnector3">
            <a:avLst>
              <a:gd name="adj1" fmla="val 50000"/>
            </a:avLst>
          </a:prstGeom>
          <a:ln>
            <a:solidFill>
              <a:srgbClr val="6390AF"/>
            </a:solidFill>
          </a:ln>
        </p:spPr>
        <p:style>
          <a:lnRef idx="2">
            <a:schemeClr val="accent1"/>
          </a:lnRef>
          <a:fillRef idx="0">
            <a:schemeClr val="accent1"/>
          </a:fillRef>
          <a:effectRef idx="1">
            <a:schemeClr val="accent1"/>
          </a:effectRef>
          <a:fontRef idx="minor">
            <a:schemeClr val="tx1"/>
          </a:fontRef>
        </p:style>
      </p:cxnSp>
      <p:cxnSp>
        <p:nvCxnSpPr>
          <p:cNvPr id="80" name="Connector: Curved 79">
            <a:extLst>
              <a:ext uri="{FF2B5EF4-FFF2-40B4-BE49-F238E27FC236}">
                <a16:creationId xmlns:a16="http://schemas.microsoft.com/office/drawing/2014/main" id="{BAF0E67D-D220-E54F-C79A-DFBA0858E793}"/>
              </a:ext>
            </a:extLst>
          </p:cNvPr>
          <p:cNvCxnSpPr>
            <a:cxnSpLocks/>
            <a:stCxn id="72" idx="3"/>
          </p:cNvCxnSpPr>
          <p:nvPr/>
        </p:nvCxnSpPr>
        <p:spPr>
          <a:xfrm flipV="1">
            <a:off x="5851659" y="2821567"/>
            <a:ext cx="914400" cy="1323464"/>
          </a:xfrm>
          <a:prstGeom prst="curvedConnector2">
            <a:avLst/>
          </a:prstGeom>
          <a:ln>
            <a:solidFill>
              <a:srgbClr val="6390AF"/>
            </a:solidFill>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53AE6899-842C-D207-2F01-8E82F043C426}"/>
              </a:ext>
            </a:extLst>
          </p:cNvPr>
          <p:cNvCxnSpPr/>
          <p:nvPr/>
        </p:nvCxnSpPr>
        <p:spPr>
          <a:xfrm>
            <a:off x="4159108" y="3399759"/>
            <a:ext cx="41545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5" name="Oval 84">
            <a:extLst>
              <a:ext uri="{FF2B5EF4-FFF2-40B4-BE49-F238E27FC236}">
                <a16:creationId xmlns:a16="http://schemas.microsoft.com/office/drawing/2014/main" id="{878E9BC5-F7BB-665B-412D-307E1857CA03}"/>
              </a:ext>
            </a:extLst>
          </p:cNvPr>
          <p:cNvSpPr/>
          <p:nvPr/>
        </p:nvSpPr>
        <p:spPr>
          <a:xfrm>
            <a:off x="3936469" y="3305415"/>
            <a:ext cx="182656" cy="208583"/>
          </a:xfrm>
          <a:prstGeom prst="ellipse">
            <a:avLst/>
          </a:prstGeom>
          <a:solidFill>
            <a:srgbClr val="60AB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8" name="Connector: Curved 87">
            <a:extLst>
              <a:ext uri="{FF2B5EF4-FFF2-40B4-BE49-F238E27FC236}">
                <a16:creationId xmlns:a16="http://schemas.microsoft.com/office/drawing/2014/main" id="{8D8E5F04-3BEE-FF08-8C64-CFC1C6348FB1}"/>
              </a:ext>
            </a:extLst>
          </p:cNvPr>
          <p:cNvCxnSpPr>
            <a:cxnSpLocks/>
          </p:cNvCxnSpPr>
          <p:nvPr/>
        </p:nvCxnSpPr>
        <p:spPr>
          <a:xfrm>
            <a:off x="5874910" y="2308977"/>
            <a:ext cx="1107825" cy="326880"/>
          </a:xfrm>
          <a:prstGeom prst="curvedConnector3">
            <a:avLst>
              <a:gd name="adj1" fmla="val 50000"/>
            </a:avLst>
          </a:prstGeom>
          <a:ln>
            <a:solidFill>
              <a:srgbClr val="6390AF"/>
            </a:solidFill>
          </a:ln>
        </p:spPr>
        <p:style>
          <a:lnRef idx="2">
            <a:schemeClr val="accent1"/>
          </a:lnRef>
          <a:fillRef idx="0">
            <a:schemeClr val="accent1"/>
          </a:fillRef>
          <a:effectRef idx="1">
            <a:schemeClr val="accent1"/>
          </a:effectRef>
          <a:fontRef idx="minor">
            <a:schemeClr val="tx1"/>
          </a:fontRef>
        </p:style>
      </p:cxnSp>
      <p:cxnSp>
        <p:nvCxnSpPr>
          <p:cNvPr id="89" name="Connector: Curved 88">
            <a:extLst>
              <a:ext uri="{FF2B5EF4-FFF2-40B4-BE49-F238E27FC236}">
                <a16:creationId xmlns:a16="http://schemas.microsoft.com/office/drawing/2014/main" id="{D893631B-9271-F093-EFC1-37EFA0592946}"/>
              </a:ext>
            </a:extLst>
          </p:cNvPr>
          <p:cNvCxnSpPr>
            <a:cxnSpLocks/>
            <a:stCxn id="73" idx="3"/>
          </p:cNvCxnSpPr>
          <p:nvPr/>
        </p:nvCxnSpPr>
        <p:spPr>
          <a:xfrm flipV="1">
            <a:off x="5957690" y="3137511"/>
            <a:ext cx="1047892" cy="1332566"/>
          </a:xfrm>
          <a:prstGeom prst="curvedConnector2">
            <a:avLst/>
          </a:prstGeom>
          <a:ln>
            <a:solidFill>
              <a:srgbClr val="6390AF"/>
            </a:solidFill>
          </a:ln>
        </p:spPr>
        <p:style>
          <a:lnRef idx="2">
            <a:schemeClr val="accent1"/>
          </a:lnRef>
          <a:fillRef idx="0">
            <a:schemeClr val="accent1"/>
          </a:fillRef>
          <a:effectRef idx="1">
            <a:schemeClr val="accent1"/>
          </a:effectRef>
          <a:fontRef idx="minor">
            <a:schemeClr val="tx1"/>
          </a:fontRef>
        </p:style>
      </p:cxnSp>
      <p:sp>
        <p:nvSpPr>
          <p:cNvPr id="116" name="Rectangle: Rounded Corners 115">
            <a:extLst>
              <a:ext uri="{FF2B5EF4-FFF2-40B4-BE49-F238E27FC236}">
                <a16:creationId xmlns:a16="http://schemas.microsoft.com/office/drawing/2014/main" id="{9EF80D2B-B104-6186-29E7-57633965452C}"/>
              </a:ext>
            </a:extLst>
          </p:cNvPr>
          <p:cNvSpPr/>
          <p:nvPr/>
        </p:nvSpPr>
        <p:spPr>
          <a:xfrm>
            <a:off x="3953990" y="4791947"/>
            <a:ext cx="299249" cy="336044"/>
          </a:xfrm>
          <a:prstGeom prst="roundRect">
            <a:avLst/>
          </a:prstGeom>
          <a:solidFill>
            <a:srgbClr val="B3C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grpSp>
        <p:nvGrpSpPr>
          <p:cNvPr id="179" name="Group 178">
            <a:extLst>
              <a:ext uri="{FF2B5EF4-FFF2-40B4-BE49-F238E27FC236}">
                <a16:creationId xmlns:a16="http://schemas.microsoft.com/office/drawing/2014/main" id="{D9CB4854-0987-481E-0404-2DD81F0BED41}"/>
              </a:ext>
            </a:extLst>
          </p:cNvPr>
          <p:cNvGrpSpPr/>
          <p:nvPr/>
        </p:nvGrpSpPr>
        <p:grpSpPr>
          <a:xfrm>
            <a:off x="9843418" y="2183373"/>
            <a:ext cx="2146280" cy="3124910"/>
            <a:chOff x="10053058" y="1777224"/>
            <a:chExt cx="2138942" cy="3040593"/>
          </a:xfrm>
          <a:solidFill>
            <a:srgbClr val="A3DEC3"/>
          </a:solidFill>
        </p:grpSpPr>
        <p:sp>
          <p:nvSpPr>
            <p:cNvPr id="177" name="Rectangle: Rounded Corners 176">
              <a:extLst>
                <a:ext uri="{FF2B5EF4-FFF2-40B4-BE49-F238E27FC236}">
                  <a16:creationId xmlns:a16="http://schemas.microsoft.com/office/drawing/2014/main" id="{38507878-E531-381A-1EF1-352543FEBE04}"/>
                </a:ext>
              </a:extLst>
            </p:cNvPr>
            <p:cNvSpPr/>
            <p:nvPr/>
          </p:nvSpPr>
          <p:spPr>
            <a:xfrm>
              <a:off x="10053058" y="1781615"/>
              <a:ext cx="2138942" cy="3036202"/>
            </a:xfrm>
            <a:prstGeom prst="roundRect">
              <a:avLst/>
            </a:prstGeom>
            <a:solidFill>
              <a:srgbClr val="EDF9F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a:p>
              <a:pPr algn="ctr"/>
              <a:r>
                <a:rPr lang="en-US" sz="1400" dirty="0">
                  <a:solidFill>
                    <a:schemeClr val="tx1"/>
                  </a:solidFill>
                </a:rPr>
                <a:t>A Large language model processes your prompt through tokenization, embedding, transformer analysis, and output generation to create a response.</a:t>
              </a:r>
            </a:p>
          </p:txBody>
        </p:sp>
        <p:sp>
          <p:nvSpPr>
            <p:cNvPr id="178" name="Rectangle: Top Corners Rounded 177">
              <a:extLst>
                <a:ext uri="{FF2B5EF4-FFF2-40B4-BE49-F238E27FC236}">
                  <a16:creationId xmlns:a16="http://schemas.microsoft.com/office/drawing/2014/main" id="{74A9396C-0781-B2FD-5080-402D0FF24113}"/>
                </a:ext>
              </a:extLst>
            </p:cNvPr>
            <p:cNvSpPr/>
            <p:nvPr/>
          </p:nvSpPr>
          <p:spPr>
            <a:xfrm>
              <a:off x="10062341" y="1777224"/>
              <a:ext cx="2120376" cy="509671"/>
            </a:xfrm>
            <a:prstGeom prst="round2Same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80" name="Oval 179">
            <a:extLst>
              <a:ext uri="{FF2B5EF4-FFF2-40B4-BE49-F238E27FC236}">
                <a16:creationId xmlns:a16="http://schemas.microsoft.com/office/drawing/2014/main" id="{9D4B48BF-9542-BE60-624F-F69C168C9AB9}"/>
              </a:ext>
            </a:extLst>
          </p:cNvPr>
          <p:cNvSpPr/>
          <p:nvPr/>
        </p:nvSpPr>
        <p:spPr>
          <a:xfrm flipV="1">
            <a:off x="10024123" y="2354031"/>
            <a:ext cx="225660" cy="240719"/>
          </a:xfrm>
          <a:prstGeom prst="ellipse">
            <a:avLst/>
          </a:prstGeom>
          <a:solidFill>
            <a:srgbClr val="FA6F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1" name="Oval 180">
            <a:extLst>
              <a:ext uri="{FF2B5EF4-FFF2-40B4-BE49-F238E27FC236}">
                <a16:creationId xmlns:a16="http://schemas.microsoft.com/office/drawing/2014/main" id="{2F071ADE-E433-2474-B441-D7460281E47E}"/>
              </a:ext>
            </a:extLst>
          </p:cNvPr>
          <p:cNvSpPr/>
          <p:nvPr/>
        </p:nvSpPr>
        <p:spPr>
          <a:xfrm flipV="1">
            <a:off x="10268807" y="2214234"/>
            <a:ext cx="225660" cy="24071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2" name="Oval 181">
            <a:extLst>
              <a:ext uri="{FF2B5EF4-FFF2-40B4-BE49-F238E27FC236}">
                <a16:creationId xmlns:a16="http://schemas.microsoft.com/office/drawing/2014/main" id="{AB0E50FA-D1E9-0CF9-E5C2-156A068003E5}"/>
              </a:ext>
            </a:extLst>
          </p:cNvPr>
          <p:cNvSpPr/>
          <p:nvPr/>
        </p:nvSpPr>
        <p:spPr>
          <a:xfrm flipV="1">
            <a:off x="10352537" y="2354031"/>
            <a:ext cx="225660" cy="240719"/>
          </a:xfrm>
          <a:prstGeom prst="ellipse">
            <a:avLst/>
          </a:prstGeom>
          <a:solidFill>
            <a:srgbClr val="D6D0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3" name="Oval 182">
            <a:extLst>
              <a:ext uri="{FF2B5EF4-FFF2-40B4-BE49-F238E27FC236}">
                <a16:creationId xmlns:a16="http://schemas.microsoft.com/office/drawing/2014/main" id="{9999287D-1A3B-920E-E43B-D18FE9CC35C1}"/>
              </a:ext>
            </a:extLst>
          </p:cNvPr>
          <p:cNvSpPr/>
          <p:nvPr/>
        </p:nvSpPr>
        <p:spPr>
          <a:xfrm flipV="1">
            <a:off x="10699975" y="2346993"/>
            <a:ext cx="225660" cy="240719"/>
          </a:xfrm>
          <a:prstGeom prst="ellipse">
            <a:avLst/>
          </a:prstGeom>
          <a:solidFill>
            <a:srgbClr val="0CB8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4" name="TextBox 183">
            <a:extLst>
              <a:ext uri="{FF2B5EF4-FFF2-40B4-BE49-F238E27FC236}">
                <a16:creationId xmlns:a16="http://schemas.microsoft.com/office/drawing/2014/main" id="{E7DA3DEA-0E5A-1743-B04A-126765F0773E}"/>
              </a:ext>
            </a:extLst>
          </p:cNvPr>
          <p:cNvSpPr txBox="1"/>
          <p:nvPr/>
        </p:nvSpPr>
        <p:spPr>
          <a:xfrm>
            <a:off x="1451527" y="727221"/>
            <a:ext cx="9428798" cy="584775"/>
          </a:xfrm>
          <a:prstGeom prst="rect">
            <a:avLst/>
          </a:prstGeom>
          <a:noFill/>
        </p:spPr>
        <p:txBody>
          <a:bodyPr wrap="square" rtlCol="0">
            <a:spAutoFit/>
          </a:bodyPr>
          <a:lstStyle/>
          <a:p>
            <a:r>
              <a:rPr lang="en-US" sz="1600" dirty="0"/>
              <a:t>A Complex, high-speed computational process breaks down your request, understands its meaning, predicts the best response, and converts it back into readable text for you.</a:t>
            </a:r>
          </a:p>
        </p:txBody>
      </p:sp>
      <p:sp>
        <p:nvSpPr>
          <p:cNvPr id="185" name="TextBox 184">
            <a:extLst>
              <a:ext uri="{FF2B5EF4-FFF2-40B4-BE49-F238E27FC236}">
                <a16:creationId xmlns:a16="http://schemas.microsoft.com/office/drawing/2014/main" id="{8AD002E0-1413-465E-17FC-995AE88880F7}"/>
              </a:ext>
            </a:extLst>
          </p:cNvPr>
          <p:cNvSpPr txBox="1"/>
          <p:nvPr/>
        </p:nvSpPr>
        <p:spPr>
          <a:xfrm>
            <a:off x="688420" y="5524282"/>
            <a:ext cx="3045926" cy="984885"/>
          </a:xfrm>
          <a:prstGeom prst="rect">
            <a:avLst/>
          </a:prstGeom>
          <a:noFill/>
        </p:spPr>
        <p:txBody>
          <a:bodyPr wrap="square" rtlCol="0">
            <a:spAutoFit/>
          </a:bodyPr>
          <a:lstStyle/>
          <a:p>
            <a:pPr marL="342900" indent="-342900">
              <a:buAutoNum type="arabicPeriod"/>
            </a:pPr>
            <a:r>
              <a:rPr lang="en-US" sz="1600" b="1" dirty="0"/>
              <a:t>Tokenization</a:t>
            </a:r>
          </a:p>
          <a:p>
            <a:r>
              <a:rPr lang="en-US" sz="1400" dirty="0"/>
              <a:t>The model breaks your prompt into smaller units, like words or </a:t>
            </a:r>
            <a:r>
              <a:rPr lang="en-US" sz="1400" dirty="0" err="1"/>
              <a:t>subwords</a:t>
            </a:r>
            <a:r>
              <a:rPr lang="en-US" sz="1400" dirty="0"/>
              <a:t> called tokens.</a:t>
            </a:r>
          </a:p>
        </p:txBody>
      </p:sp>
      <p:sp>
        <p:nvSpPr>
          <p:cNvPr id="187" name="TextBox 186">
            <a:extLst>
              <a:ext uri="{FF2B5EF4-FFF2-40B4-BE49-F238E27FC236}">
                <a16:creationId xmlns:a16="http://schemas.microsoft.com/office/drawing/2014/main" id="{55E5C126-7EC6-C014-F8D4-4C0B7A49E0E7}"/>
              </a:ext>
            </a:extLst>
          </p:cNvPr>
          <p:cNvSpPr txBox="1"/>
          <p:nvPr/>
        </p:nvSpPr>
        <p:spPr>
          <a:xfrm>
            <a:off x="3711100" y="5555978"/>
            <a:ext cx="3082809" cy="1015663"/>
          </a:xfrm>
          <a:prstGeom prst="rect">
            <a:avLst/>
          </a:prstGeom>
          <a:noFill/>
        </p:spPr>
        <p:txBody>
          <a:bodyPr wrap="square" rtlCol="0">
            <a:spAutoFit/>
          </a:bodyPr>
          <a:lstStyle/>
          <a:p>
            <a:r>
              <a:rPr lang="en-US" sz="1600" b="1" dirty="0"/>
              <a:t>2. Embedding &amp;Encoding</a:t>
            </a:r>
          </a:p>
          <a:p>
            <a:r>
              <a:rPr lang="en-US" sz="1400" dirty="0"/>
              <a:t>Each</a:t>
            </a:r>
            <a:r>
              <a:rPr lang="en-US" sz="1600" b="1" dirty="0"/>
              <a:t> </a:t>
            </a:r>
            <a:r>
              <a:rPr lang="en-US" sz="1400" dirty="0"/>
              <a:t>token is converted into a numerical vector that captures its meaning and position.</a:t>
            </a:r>
          </a:p>
        </p:txBody>
      </p:sp>
      <p:sp>
        <p:nvSpPr>
          <p:cNvPr id="188" name="TextBox 187">
            <a:extLst>
              <a:ext uri="{FF2B5EF4-FFF2-40B4-BE49-F238E27FC236}">
                <a16:creationId xmlns:a16="http://schemas.microsoft.com/office/drawing/2014/main" id="{665F9AE5-F1C1-146F-F562-6B30C28F0186}"/>
              </a:ext>
            </a:extLst>
          </p:cNvPr>
          <p:cNvSpPr txBox="1"/>
          <p:nvPr/>
        </p:nvSpPr>
        <p:spPr>
          <a:xfrm>
            <a:off x="6448349" y="5524282"/>
            <a:ext cx="3000152" cy="1000274"/>
          </a:xfrm>
          <a:prstGeom prst="rect">
            <a:avLst/>
          </a:prstGeom>
          <a:noFill/>
        </p:spPr>
        <p:txBody>
          <a:bodyPr wrap="square" rtlCol="0">
            <a:spAutoFit/>
          </a:bodyPr>
          <a:lstStyle/>
          <a:p>
            <a:r>
              <a:rPr lang="en-US" sz="1600" b="1" dirty="0"/>
              <a:t>3. Transformer Processing</a:t>
            </a:r>
          </a:p>
          <a:p>
            <a:r>
              <a:rPr lang="en-US" sz="1400" dirty="0"/>
              <a:t>Dozens of layers analyze token relationship to understand the full context of your prompt</a:t>
            </a:r>
            <a:r>
              <a:rPr lang="en-US" sz="1500" dirty="0"/>
              <a:t>.</a:t>
            </a:r>
          </a:p>
        </p:txBody>
      </p:sp>
      <p:sp>
        <p:nvSpPr>
          <p:cNvPr id="189" name="TextBox 188">
            <a:extLst>
              <a:ext uri="{FF2B5EF4-FFF2-40B4-BE49-F238E27FC236}">
                <a16:creationId xmlns:a16="http://schemas.microsoft.com/office/drawing/2014/main" id="{56D8E09A-63E5-F403-4953-30F1BAC89742}"/>
              </a:ext>
            </a:extLst>
          </p:cNvPr>
          <p:cNvSpPr txBox="1"/>
          <p:nvPr/>
        </p:nvSpPr>
        <p:spPr>
          <a:xfrm>
            <a:off x="9485509" y="5524282"/>
            <a:ext cx="2654592" cy="1061829"/>
          </a:xfrm>
          <a:prstGeom prst="rect">
            <a:avLst/>
          </a:prstGeom>
          <a:noFill/>
        </p:spPr>
        <p:txBody>
          <a:bodyPr wrap="square" rtlCol="0">
            <a:spAutoFit/>
          </a:bodyPr>
          <a:lstStyle/>
          <a:p>
            <a:r>
              <a:rPr lang="en-US" b="1" dirty="0"/>
              <a:t>4. Output Generation</a:t>
            </a:r>
          </a:p>
          <a:p>
            <a:r>
              <a:rPr lang="en-US" sz="1500" dirty="0"/>
              <a:t>The model predicts the most probable next token to form a response, one token at a time.</a:t>
            </a:r>
          </a:p>
        </p:txBody>
      </p:sp>
      <p:cxnSp>
        <p:nvCxnSpPr>
          <p:cNvPr id="194" name="Straight Arrow Connector 193">
            <a:extLst>
              <a:ext uri="{FF2B5EF4-FFF2-40B4-BE49-F238E27FC236}">
                <a16:creationId xmlns:a16="http://schemas.microsoft.com/office/drawing/2014/main" id="{D11A1AEE-D454-A94E-6E0C-75548605976F}"/>
              </a:ext>
            </a:extLst>
          </p:cNvPr>
          <p:cNvCxnSpPr>
            <a:cxnSpLocks/>
          </p:cNvCxnSpPr>
          <p:nvPr/>
        </p:nvCxnSpPr>
        <p:spPr>
          <a:xfrm flipV="1">
            <a:off x="5486101" y="3419793"/>
            <a:ext cx="298856" cy="69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196" name="Callout">
            <a:extLst>
              <a:ext uri="{FF2B5EF4-FFF2-40B4-BE49-F238E27FC236}">
                <a16:creationId xmlns:a16="http://schemas.microsoft.com/office/drawing/2014/main" id="{1CA7EA79-CFEC-792C-D666-93218FDC604D}"/>
              </a:ext>
            </a:extLst>
          </p:cNvPr>
          <p:cNvGrpSpPr/>
          <p:nvPr/>
        </p:nvGrpSpPr>
        <p:grpSpPr>
          <a:xfrm flipH="1">
            <a:off x="465688" y="2877267"/>
            <a:ext cx="1424367" cy="900000"/>
            <a:chOff x="2030137" y="-89286"/>
            <a:chExt cx="1200000" cy="900000"/>
          </a:xfrm>
          <a:solidFill>
            <a:srgbClr val="E6F0F0"/>
          </a:solidFill>
        </p:grpSpPr>
        <p:sp>
          <p:nvSpPr>
            <p:cNvPr id="197" name="Shape 2">
              <a:extLst>
                <a:ext uri="{FF2B5EF4-FFF2-40B4-BE49-F238E27FC236}">
                  <a16:creationId xmlns:a16="http://schemas.microsoft.com/office/drawing/2014/main" id="{AE99C33A-C102-1EFB-B3F7-808952686688}"/>
                </a:ext>
              </a:extLst>
            </p:cNvPr>
            <p:cNvSpPr/>
            <p:nvPr/>
          </p:nvSpPr>
          <p:spPr>
            <a:xfrm>
              <a:off x="2030137" y="-89286"/>
              <a:ext cx="1200000" cy="900000"/>
            </a:xfrm>
            <a:custGeom>
              <a:avLst/>
              <a:gdLst>
                <a:gd name="connsiteX0" fmla="*/ 0 w 1200000"/>
                <a:gd name="connsiteY0" fmla="*/ 450000 h 900000"/>
                <a:gd name="connsiteX1" fmla="*/ 600000 w 1200000"/>
                <a:gd name="connsiteY1" fmla="*/ 0 h 900000"/>
                <a:gd name="connsiteX2" fmla="*/ 1200000 w 1200000"/>
                <a:gd name="connsiteY2" fmla="*/ 450000 h 900000"/>
                <a:gd name="connsiteX3" fmla="*/ 600000 w 1200000"/>
                <a:gd name="connsiteY3" fmla="*/ 900000 h 900000"/>
              </a:gdLst>
              <a:ahLst/>
              <a:cxnLst>
                <a:cxn ang="0">
                  <a:pos x="connsiteX0" y="connsiteY0"/>
                </a:cxn>
                <a:cxn ang="0">
                  <a:pos x="connsiteX1" y="connsiteY1"/>
                </a:cxn>
                <a:cxn ang="0">
                  <a:pos x="connsiteX2" y="connsiteY2"/>
                </a:cxn>
                <a:cxn ang="0">
                  <a:pos x="connsiteX3" y="connsiteY3"/>
                </a:cxn>
              </a:cxnLst>
              <a:rect l="l" t="t" r="r" b="b"/>
              <a:pathLst>
                <a:path w="1200000" h="900000">
                  <a:moveTo>
                    <a:pt x="354557" y="701761"/>
                  </a:moveTo>
                  <a:lnTo>
                    <a:pt x="166354" y="900000"/>
                  </a:lnTo>
                  <a:lnTo>
                    <a:pt x="215147" y="701761"/>
                  </a:lnTo>
                  <a:lnTo>
                    <a:pt x="103078" y="701761"/>
                  </a:lnTo>
                  <a:cubicBezTo>
                    <a:pt x="46148" y="701761"/>
                    <a:pt x="0" y="654889"/>
                    <a:pt x="0" y="597065"/>
                  </a:cubicBezTo>
                  <a:lnTo>
                    <a:pt x="0" y="104697"/>
                  </a:lnTo>
                  <a:cubicBezTo>
                    <a:pt x="0" y="46873"/>
                    <a:pt x="46148" y="0"/>
                    <a:pt x="103078" y="0"/>
                  </a:cubicBezTo>
                  <a:lnTo>
                    <a:pt x="1096920" y="0"/>
                  </a:lnTo>
                  <a:cubicBezTo>
                    <a:pt x="1153850" y="0"/>
                    <a:pt x="1200000" y="46873"/>
                    <a:pt x="1200000" y="104697"/>
                  </a:cubicBezTo>
                  <a:lnTo>
                    <a:pt x="1200000" y="597065"/>
                  </a:lnTo>
                  <a:cubicBezTo>
                    <a:pt x="1200000" y="654889"/>
                    <a:pt x="1153850" y="701761"/>
                    <a:pt x="1096920" y="701761"/>
                  </a:cubicBezTo>
                  <a:lnTo>
                    <a:pt x="354557" y="701761"/>
                  </a:lnTo>
                  <a:close/>
                </a:path>
              </a:pathLst>
            </a:custGeom>
            <a:grpFill/>
            <a:ln w="9525" cap="flat">
              <a:solidFill>
                <a:srgbClr val="D2DEE3"/>
              </a:solidFill>
              <a:miter/>
            </a:ln>
          </p:spPr>
          <p:txBody>
            <a:bodyPr/>
            <a:lstStyle/>
            <a:p>
              <a:endParaRPr lang="en-IN" dirty="0"/>
            </a:p>
          </p:txBody>
        </p:sp>
      </p:grpSp>
      <p:sp>
        <p:nvSpPr>
          <p:cNvPr id="198" name="Rectangle: Rounded Corners 197">
            <a:extLst>
              <a:ext uri="{FF2B5EF4-FFF2-40B4-BE49-F238E27FC236}">
                <a16:creationId xmlns:a16="http://schemas.microsoft.com/office/drawing/2014/main" id="{1F6766CE-B075-82AC-CA31-D34AD3786B08}"/>
              </a:ext>
            </a:extLst>
          </p:cNvPr>
          <p:cNvSpPr/>
          <p:nvPr/>
        </p:nvSpPr>
        <p:spPr>
          <a:xfrm>
            <a:off x="595941" y="2980765"/>
            <a:ext cx="1090452" cy="65609"/>
          </a:xfrm>
          <a:prstGeom prst="roundRect">
            <a:avLst/>
          </a:prstGeom>
          <a:solidFill>
            <a:srgbClr val="C1D4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Rounded Corners 198">
            <a:extLst>
              <a:ext uri="{FF2B5EF4-FFF2-40B4-BE49-F238E27FC236}">
                <a16:creationId xmlns:a16="http://schemas.microsoft.com/office/drawing/2014/main" id="{946005C3-3B92-1BA7-1EA1-409BD6C554F4}"/>
              </a:ext>
            </a:extLst>
          </p:cNvPr>
          <p:cNvSpPr/>
          <p:nvPr/>
        </p:nvSpPr>
        <p:spPr>
          <a:xfrm>
            <a:off x="595850" y="3374735"/>
            <a:ext cx="880788" cy="91542"/>
          </a:xfrm>
          <a:prstGeom prst="roundRect">
            <a:avLst/>
          </a:prstGeom>
          <a:solidFill>
            <a:srgbClr val="C1D4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Rounded Corners 199">
            <a:extLst>
              <a:ext uri="{FF2B5EF4-FFF2-40B4-BE49-F238E27FC236}">
                <a16:creationId xmlns:a16="http://schemas.microsoft.com/office/drawing/2014/main" id="{6142F5AB-E623-8731-7BFD-734288D56C46}"/>
              </a:ext>
            </a:extLst>
          </p:cNvPr>
          <p:cNvSpPr/>
          <p:nvPr/>
        </p:nvSpPr>
        <p:spPr>
          <a:xfrm>
            <a:off x="603823" y="3127077"/>
            <a:ext cx="756891" cy="57369"/>
          </a:xfrm>
          <a:prstGeom prst="roundRect">
            <a:avLst/>
          </a:prstGeom>
          <a:solidFill>
            <a:srgbClr val="C1D4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Rectangle: Rounded Corners 200">
            <a:extLst>
              <a:ext uri="{FF2B5EF4-FFF2-40B4-BE49-F238E27FC236}">
                <a16:creationId xmlns:a16="http://schemas.microsoft.com/office/drawing/2014/main" id="{EB89A501-535D-1AEA-3417-B493BE38E247}"/>
              </a:ext>
            </a:extLst>
          </p:cNvPr>
          <p:cNvSpPr/>
          <p:nvPr/>
        </p:nvSpPr>
        <p:spPr>
          <a:xfrm>
            <a:off x="1407851" y="3117553"/>
            <a:ext cx="347798" cy="74914"/>
          </a:xfrm>
          <a:prstGeom prst="roundRect">
            <a:avLst/>
          </a:prstGeom>
          <a:solidFill>
            <a:srgbClr val="C1D4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Rectangle: Rounded Corners 201">
            <a:extLst>
              <a:ext uri="{FF2B5EF4-FFF2-40B4-BE49-F238E27FC236}">
                <a16:creationId xmlns:a16="http://schemas.microsoft.com/office/drawing/2014/main" id="{560E23A5-B83B-8C52-C89E-E802190EEBFF}"/>
              </a:ext>
            </a:extLst>
          </p:cNvPr>
          <p:cNvSpPr/>
          <p:nvPr/>
        </p:nvSpPr>
        <p:spPr>
          <a:xfrm>
            <a:off x="612249" y="3254847"/>
            <a:ext cx="1090452" cy="65609"/>
          </a:xfrm>
          <a:prstGeom prst="roundRect">
            <a:avLst/>
          </a:prstGeom>
          <a:solidFill>
            <a:srgbClr val="C1D4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3A90BCA6-B4B7-CDCA-5AE9-6D2E65EF0B4D}"/>
              </a:ext>
            </a:extLst>
          </p:cNvPr>
          <p:cNvCxnSpPr>
            <a:cxnSpLocks/>
          </p:cNvCxnSpPr>
          <p:nvPr/>
        </p:nvCxnSpPr>
        <p:spPr>
          <a:xfrm flipV="1">
            <a:off x="6911894" y="2532919"/>
            <a:ext cx="296426" cy="304916"/>
          </a:xfrm>
          <a:prstGeom prst="line">
            <a:avLst/>
          </a:prstGeom>
        </p:spPr>
        <p:style>
          <a:lnRef idx="2">
            <a:schemeClr val="accent1"/>
          </a:lnRef>
          <a:fillRef idx="0">
            <a:schemeClr val="accent1"/>
          </a:fillRef>
          <a:effectRef idx="1">
            <a:schemeClr val="accent1"/>
          </a:effectRef>
          <a:fontRef idx="minor">
            <a:schemeClr val="tx1"/>
          </a:fontRef>
        </p:style>
      </p:cxnSp>
      <p:sp>
        <p:nvSpPr>
          <p:cNvPr id="20" name="Hexagon 19">
            <a:extLst>
              <a:ext uri="{FF2B5EF4-FFF2-40B4-BE49-F238E27FC236}">
                <a16:creationId xmlns:a16="http://schemas.microsoft.com/office/drawing/2014/main" id="{6FE22E51-DCCF-B0DD-B1EF-0CB2BBEE6BF8}"/>
              </a:ext>
            </a:extLst>
          </p:cNvPr>
          <p:cNvSpPr/>
          <p:nvPr/>
        </p:nvSpPr>
        <p:spPr>
          <a:xfrm rot="5400000">
            <a:off x="5986276" y="2150290"/>
            <a:ext cx="3105335" cy="2696024"/>
          </a:xfrm>
          <a:prstGeom prst="hexagon">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Oval 21">
            <a:extLst>
              <a:ext uri="{FF2B5EF4-FFF2-40B4-BE49-F238E27FC236}">
                <a16:creationId xmlns:a16="http://schemas.microsoft.com/office/drawing/2014/main" id="{40EC37B6-292A-B74F-1AAD-D1A1FE229EA6}"/>
              </a:ext>
            </a:extLst>
          </p:cNvPr>
          <p:cNvSpPr/>
          <p:nvPr/>
        </p:nvSpPr>
        <p:spPr>
          <a:xfrm flipV="1">
            <a:off x="7367340" y="4174420"/>
            <a:ext cx="208346" cy="219363"/>
          </a:xfrm>
          <a:prstGeom prst="ellipse">
            <a:avLst/>
          </a:prstGeom>
          <a:solidFill>
            <a:srgbClr val="F49A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DA2FE621-528A-FFCA-0F69-A147508591C8}"/>
              </a:ext>
            </a:extLst>
          </p:cNvPr>
          <p:cNvSpPr/>
          <p:nvPr/>
        </p:nvSpPr>
        <p:spPr>
          <a:xfrm flipV="1">
            <a:off x="8164782" y="2766293"/>
            <a:ext cx="208346" cy="219363"/>
          </a:xfrm>
          <a:prstGeom prst="ellipse">
            <a:avLst/>
          </a:prstGeom>
          <a:solidFill>
            <a:srgbClr val="8AE6B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2B43B4EC-5BD4-7D90-4628-EE2819D41E3F}"/>
              </a:ext>
            </a:extLst>
          </p:cNvPr>
          <p:cNvSpPr/>
          <p:nvPr/>
        </p:nvSpPr>
        <p:spPr>
          <a:xfrm flipV="1">
            <a:off x="8164782" y="3402660"/>
            <a:ext cx="208346" cy="219363"/>
          </a:xfrm>
          <a:prstGeom prst="ellipse">
            <a:avLst/>
          </a:prstGeom>
          <a:solidFill>
            <a:srgbClr val="F49A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3EDB23C4-0F6C-5815-C67F-D1973D7FC503}"/>
              </a:ext>
            </a:extLst>
          </p:cNvPr>
          <p:cNvSpPr/>
          <p:nvPr/>
        </p:nvSpPr>
        <p:spPr>
          <a:xfrm flipV="1">
            <a:off x="8172406" y="4032640"/>
            <a:ext cx="208346" cy="219363"/>
          </a:xfrm>
          <a:prstGeom prst="ellipse">
            <a:avLst/>
          </a:prstGeom>
          <a:solidFill>
            <a:srgbClr val="8AE5B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5BE7C278-ED22-E25D-D23C-ED4EB2B93633}"/>
              </a:ext>
            </a:extLst>
          </p:cNvPr>
          <p:cNvSpPr/>
          <p:nvPr/>
        </p:nvSpPr>
        <p:spPr>
          <a:xfrm flipV="1">
            <a:off x="6616791" y="2809850"/>
            <a:ext cx="208346" cy="219363"/>
          </a:xfrm>
          <a:prstGeom prst="ellipse">
            <a:avLst/>
          </a:prstGeom>
          <a:solidFill>
            <a:srgbClr val="F99F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a:extLst>
              <a:ext uri="{FF2B5EF4-FFF2-40B4-BE49-F238E27FC236}">
                <a16:creationId xmlns:a16="http://schemas.microsoft.com/office/drawing/2014/main" id="{74D58538-2789-0C4E-662F-FD759EA4AD81}"/>
              </a:ext>
            </a:extLst>
          </p:cNvPr>
          <p:cNvSpPr/>
          <p:nvPr/>
        </p:nvSpPr>
        <p:spPr>
          <a:xfrm flipV="1">
            <a:off x="6616075" y="3410799"/>
            <a:ext cx="208346" cy="219363"/>
          </a:xfrm>
          <a:prstGeom prst="ellipse">
            <a:avLst/>
          </a:prstGeom>
          <a:solidFill>
            <a:srgbClr val="9CE1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BD6B0857-DADA-1AB2-CB43-D29C21B1D244}"/>
              </a:ext>
            </a:extLst>
          </p:cNvPr>
          <p:cNvSpPr/>
          <p:nvPr/>
        </p:nvSpPr>
        <p:spPr>
          <a:xfrm flipV="1">
            <a:off x="6624415" y="4076197"/>
            <a:ext cx="208346" cy="219363"/>
          </a:xfrm>
          <a:prstGeom prst="ellipse">
            <a:avLst/>
          </a:prstGeom>
          <a:solidFill>
            <a:srgbClr val="F9CF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Free-form: Shape 45">
            <a:extLst>
              <a:ext uri="{FF2B5EF4-FFF2-40B4-BE49-F238E27FC236}">
                <a16:creationId xmlns:a16="http://schemas.microsoft.com/office/drawing/2014/main" id="{D4490954-B85D-943B-86A9-448075D6FC79}"/>
              </a:ext>
            </a:extLst>
          </p:cNvPr>
          <p:cNvSpPr/>
          <p:nvPr/>
        </p:nvSpPr>
        <p:spPr>
          <a:xfrm>
            <a:off x="7040074" y="3446921"/>
            <a:ext cx="829364" cy="484511"/>
          </a:xfrm>
          <a:custGeom>
            <a:avLst/>
            <a:gdLst>
              <a:gd name="csX0" fmla="*/ 557758 w 1115339"/>
              <a:gd name="csY0" fmla="*/ 0 h 468051"/>
              <a:gd name="csX1" fmla="*/ 0 w 1115339"/>
              <a:gd name="csY1" fmla="*/ 235169 h 468051"/>
              <a:gd name="csX2" fmla="*/ 557582 w 1115339"/>
              <a:gd name="csY2" fmla="*/ 468052 h 468051"/>
              <a:gd name="csX3" fmla="*/ 1115339 w 1115339"/>
              <a:gd name="csY3" fmla="*/ 232003 h 468051"/>
            </a:gdLst>
            <a:ahLst/>
            <a:cxnLst>
              <a:cxn ang="0">
                <a:pos x="csX0" y="csY0"/>
              </a:cxn>
              <a:cxn ang="0">
                <a:pos x="csX1" y="csY1"/>
              </a:cxn>
              <a:cxn ang="0">
                <a:pos x="csX2" y="csY2"/>
              </a:cxn>
              <a:cxn ang="0">
                <a:pos x="csX3" y="csY3"/>
              </a:cxn>
            </a:cxnLst>
            <a:rect l="l" t="t" r="r" b="b"/>
            <a:pathLst>
              <a:path w="1115339" h="468051">
                <a:moveTo>
                  <a:pt x="557758" y="0"/>
                </a:moveTo>
                <a:lnTo>
                  <a:pt x="0" y="235169"/>
                </a:lnTo>
                <a:lnTo>
                  <a:pt x="557582" y="468052"/>
                </a:lnTo>
                <a:lnTo>
                  <a:pt x="1115339" y="232003"/>
                </a:lnTo>
                <a:close/>
              </a:path>
            </a:pathLst>
          </a:custGeom>
          <a:solidFill>
            <a:srgbClr val="BEDEFD"/>
          </a:solidFill>
          <a:ln w="1758" cap="flat">
            <a:noFill/>
            <a:prstDash val="solid"/>
            <a:miter/>
          </a:ln>
        </p:spPr>
        <p:txBody>
          <a:bodyPr/>
          <a:lstStyle/>
          <a:p>
            <a:endParaRPr lang="en-IN"/>
          </a:p>
        </p:txBody>
      </p:sp>
      <p:sp>
        <p:nvSpPr>
          <p:cNvPr id="32" name="Free-form: Shape 31">
            <a:extLst>
              <a:ext uri="{FF2B5EF4-FFF2-40B4-BE49-F238E27FC236}">
                <a16:creationId xmlns:a16="http://schemas.microsoft.com/office/drawing/2014/main" id="{0180C73D-C0DA-5694-43C8-063AC9DF4404}"/>
              </a:ext>
            </a:extLst>
          </p:cNvPr>
          <p:cNvSpPr/>
          <p:nvPr/>
        </p:nvSpPr>
        <p:spPr>
          <a:xfrm>
            <a:off x="7348612" y="3292456"/>
            <a:ext cx="136401" cy="385651"/>
          </a:xfrm>
          <a:custGeom>
            <a:avLst/>
            <a:gdLst>
              <a:gd name="csX0" fmla="*/ 112396 w 230420"/>
              <a:gd name="csY0" fmla="*/ 96565 h 453804"/>
              <a:gd name="csX1" fmla="*/ 230420 w 230420"/>
              <a:gd name="csY1" fmla="*/ 46612 h 453804"/>
              <a:gd name="csX2" fmla="*/ 118552 w 230420"/>
              <a:gd name="csY2" fmla="*/ 0 h 453804"/>
              <a:gd name="csX3" fmla="*/ 352 w 230420"/>
              <a:gd name="csY3" fmla="*/ 49778 h 453804"/>
              <a:gd name="csX4" fmla="*/ 110109 w 230420"/>
              <a:gd name="csY4" fmla="*/ 453805 h 453804"/>
              <a:gd name="csX5" fmla="*/ 226902 w 230420"/>
              <a:gd name="csY5" fmla="*/ 408600 h 453804"/>
              <a:gd name="csX6" fmla="*/ 118552 w 230420"/>
              <a:gd name="csY6" fmla="*/ 363571 h 453804"/>
              <a:gd name="csX7" fmla="*/ 0 w 230420"/>
              <a:gd name="csY7" fmla="*/ 410007 h 4538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0420" h="453804">
                <a:moveTo>
                  <a:pt x="112396" y="96565"/>
                </a:moveTo>
                <a:lnTo>
                  <a:pt x="230420" y="46612"/>
                </a:lnTo>
                <a:lnTo>
                  <a:pt x="118552" y="0"/>
                </a:lnTo>
                <a:lnTo>
                  <a:pt x="352" y="49778"/>
                </a:lnTo>
                <a:close/>
                <a:moveTo>
                  <a:pt x="110109" y="453805"/>
                </a:moveTo>
                <a:lnTo>
                  <a:pt x="226902" y="408600"/>
                </a:lnTo>
                <a:lnTo>
                  <a:pt x="118552" y="363571"/>
                </a:lnTo>
                <a:lnTo>
                  <a:pt x="0" y="410007"/>
                </a:lnTo>
                <a:close/>
              </a:path>
            </a:pathLst>
          </a:custGeom>
          <a:solidFill>
            <a:srgbClr val="81BFFE"/>
          </a:solidFill>
          <a:ln w="1758" cap="flat">
            <a:noFill/>
            <a:prstDash val="solid"/>
            <a:miter/>
          </a:ln>
        </p:spPr>
        <p:txBody>
          <a:bodyPr/>
          <a:lstStyle/>
          <a:p>
            <a:endParaRPr lang="en-IN"/>
          </a:p>
        </p:txBody>
      </p:sp>
      <p:sp>
        <p:nvSpPr>
          <p:cNvPr id="34" name="Free-form: Shape 33">
            <a:extLst>
              <a:ext uri="{FF2B5EF4-FFF2-40B4-BE49-F238E27FC236}">
                <a16:creationId xmlns:a16="http://schemas.microsoft.com/office/drawing/2014/main" id="{67705231-EAE1-F693-48E4-E93046DF1844}"/>
              </a:ext>
            </a:extLst>
          </p:cNvPr>
          <p:cNvSpPr/>
          <p:nvPr/>
        </p:nvSpPr>
        <p:spPr>
          <a:xfrm>
            <a:off x="7025311" y="3008239"/>
            <a:ext cx="879101" cy="1095593"/>
          </a:xfrm>
          <a:custGeom>
            <a:avLst/>
            <a:gdLst>
              <a:gd name="csX0" fmla="*/ 721487 w 1485061"/>
              <a:gd name="csY0" fmla="*/ 683214 h 1407366"/>
              <a:gd name="csX1" fmla="*/ 36207 w 1485061"/>
              <a:gd name="csY1" fmla="*/ 397036 h 1407366"/>
              <a:gd name="csX2" fmla="*/ 36031 w 1485061"/>
              <a:gd name="csY2" fmla="*/ 293259 h 1407366"/>
              <a:gd name="csX3" fmla="*/ 721487 w 1485061"/>
              <a:gd name="csY3" fmla="*/ 4442 h 1407366"/>
              <a:gd name="csX4" fmla="*/ 764932 w 1485061"/>
              <a:gd name="csY4" fmla="*/ 4266 h 1407366"/>
              <a:gd name="csX5" fmla="*/ 1450388 w 1485061"/>
              <a:gd name="csY5" fmla="*/ 289389 h 1407366"/>
              <a:gd name="csX6" fmla="*/ 1450740 w 1485061"/>
              <a:gd name="csY6" fmla="*/ 393166 h 1407366"/>
              <a:gd name="csX7" fmla="*/ 765108 w 1485061"/>
              <a:gd name="csY7" fmla="*/ 683039 h 1407366"/>
              <a:gd name="csX8" fmla="*/ 721487 w 1485061"/>
              <a:gd name="csY8" fmla="*/ 683214 h 1407366"/>
              <a:gd name="csX9" fmla="*/ 166895 w 1485061"/>
              <a:gd name="csY9" fmla="*/ 344796 h 1407366"/>
              <a:gd name="csX10" fmla="*/ 743122 w 1485061"/>
              <a:gd name="csY10" fmla="*/ 585418 h 1407366"/>
              <a:gd name="csX11" fmla="*/ 1319524 w 1485061"/>
              <a:gd name="csY11" fmla="*/ 341454 h 1407366"/>
              <a:gd name="csX12" fmla="*/ 743297 w 1485061"/>
              <a:gd name="csY12" fmla="*/ 101887 h 1407366"/>
              <a:gd name="csX13" fmla="*/ 166895 w 1485061"/>
              <a:gd name="csY13" fmla="*/ 344796 h 1407366"/>
              <a:gd name="csX14" fmla="*/ 741714 w 1485061"/>
              <a:gd name="csY14" fmla="*/ 1407367 h 1407366"/>
              <a:gd name="csX15" fmla="*/ 36558 w 1485061"/>
              <a:gd name="csY15" fmla="*/ 1127345 h 1407366"/>
              <a:gd name="csX16" fmla="*/ 4722 w 1485061"/>
              <a:gd name="csY16" fmla="*/ 1053646 h 1407366"/>
              <a:gd name="csX17" fmla="*/ 16331 w 1485061"/>
              <a:gd name="csY17" fmla="*/ 1027789 h 1407366"/>
              <a:gd name="csX18" fmla="*/ 35855 w 1485061"/>
              <a:gd name="csY18" fmla="*/ 1020226 h 1407366"/>
              <a:gd name="csX19" fmla="*/ 741363 w 1485061"/>
              <a:gd name="csY19" fmla="*/ 1300424 h 1407366"/>
              <a:gd name="csX20" fmla="*/ 1446871 w 1485061"/>
              <a:gd name="csY20" fmla="*/ 1016356 h 1407366"/>
              <a:gd name="csX21" fmla="*/ 1466571 w 1485061"/>
              <a:gd name="csY21" fmla="*/ 1023744 h 1407366"/>
              <a:gd name="csX22" fmla="*/ 1478355 w 1485061"/>
              <a:gd name="csY22" fmla="*/ 1049600 h 1407366"/>
              <a:gd name="csX23" fmla="*/ 1446871 w 1485061"/>
              <a:gd name="csY23" fmla="*/ 1123475 h 1407366"/>
              <a:gd name="csX24" fmla="*/ 741714 w 1485061"/>
              <a:gd name="csY24" fmla="*/ 1407367 h 14073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485061" h="1407366">
                <a:moveTo>
                  <a:pt x="721487" y="683214"/>
                </a:moveTo>
                <a:lnTo>
                  <a:pt x="36207" y="397036"/>
                </a:lnTo>
                <a:cubicBezTo>
                  <a:pt x="-9877" y="377864"/>
                  <a:pt x="-9877" y="312607"/>
                  <a:pt x="36031" y="293259"/>
                </a:cubicBezTo>
                <a:lnTo>
                  <a:pt x="721487" y="4442"/>
                </a:lnTo>
                <a:cubicBezTo>
                  <a:pt x="735382" y="-1362"/>
                  <a:pt x="751037" y="-1538"/>
                  <a:pt x="764932" y="4266"/>
                </a:cubicBezTo>
                <a:lnTo>
                  <a:pt x="1450388" y="289389"/>
                </a:lnTo>
                <a:cubicBezTo>
                  <a:pt x="1496472" y="308562"/>
                  <a:pt x="1496648" y="373818"/>
                  <a:pt x="1450740" y="393166"/>
                </a:cubicBezTo>
                <a:lnTo>
                  <a:pt x="765108" y="683039"/>
                </a:lnTo>
                <a:cubicBezTo>
                  <a:pt x="751213" y="689019"/>
                  <a:pt x="735558" y="689019"/>
                  <a:pt x="721487" y="683214"/>
                </a:cubicBezTo>
                <a:close/>
                <a:moveTo>
                  <a:pt x="166895" y="344796"/>
                </a:moveTo>
                <a:lnTo>
                  <a:pt x="743122" y="585418"/>
                </a:lnTo>
                <a:lnTo>
                  <a:pt x="1319524" y="341454"/>
                </a:lnTo>
                <a:lnTo>
                  <a:pt x="743297" y="101887"/>
                </a:lnTo>
                <a:lnTo>
                  <a:pt x="166895" y="344796"/>
                </a:lnTo>
                <a:close/>
                <a:moveTo>
                  <a:pt x="741714" y="1407367"/>
                </a:moveTo>
                <a:lnTo>
                  <a:pt x="36558" y="1127345"/>
                </a:lnTo>
                <a:cubicBezTo>
                  <a:pt x="6129" y="1115208"/>
                  <a:pt x="-8119" y="1082140"/>
                  <a:pt x="4722" y="1053646"/>
                </a:cubicBezTo>
                <a:lnTo>
                  <a:pt x="16331" y="1027789"/>
                </a:lnTo>
                <a:cubicBezTo>
                  <a:pt x="19497" y="1020578"/>
                  <a:pt x="28291" y="1017236"/>
                  <a:pt x="35855" y="1020226"/>
                </a:cubicBezTo>
                <a:lnTo>
                  <a:pt x="741363" y="1300424"/>
                </a:lnTo>
                <a:lnTo>
                  <a:pt x="1446871" y="1016356"/>
                </a:lnTo>
                <a:cubicBezTo>
                  <a:pt x="1454434" y="1013366"/>
                  <a:pt x="1463229" y="1016532"/>
                  <a:pt x="1466571" y="1023744"/>
                </a:cubicBezTo>
                <a:lnTo>
                  <a:pt x="1478355" y="1049600"/>
                </a:lnTo>
                <a:cubicBezTo>
                  <a:pt x="1491372" y="1078095"/>
                  <a:pt x="1477300" y="1111339"/>
                  <a:pt x="1446871" y="1123475"/>
                </a:cubicBezTo>
                <a:lnTo>
                  <a:pt x="741714" y="1407367"/>
                </a:lnTo>
                <a:close/>
              </a:path>
            </a:pathLst>
          </a:custGeom>
          <a:solidFill>
            <a:srgbClr val="9CCDA6"/>
          </a:solidFill>
          <a:ln w="1758" cap="flat">
            <a:noFill/>
            <a:prstDash val="solid"/>
            <a:miter/>
          </a:ln>
          <a:scene3d>
            <a:camera prst="orthographicFront"/>
            <a:lightRig rig="threePt" dir="t"/>
          </a:scene3d>
          <a:sp3d>
            <a:bevelT w="152400" h="50800" prst="softRound"/>
          </a:sp3d>
        </p:spPr>
        <p:txBody>
          <a:bodyPr/>
          <a:lstStyle/>
          <a:p>
            <a:endParaRPr lang="en-IN"/>
          </a:p>
        </p:txBody>
      </p:sp>
      <p:sp>
        <p:nvSpPr>
          <p:cNvPr id="35" name="Free-form: Shape 34">
            <a:extLst>
              <a:ext uri="{FF2B5EF4-FFF2-40B4-BE49-F238E27FC236}">
                <a16:creationId xmlns:a16="http://schemas.microsoft.com/office/drawing/2014/main" id="{02B03FC9-88A5-0EE3-3AA1-F21BA5047E3F}"/>
              </a:ext>
            </a:extLst>
          </p:cNvPr>
          <p:cNvSpPr/>
          <p:nvPr/>
        </p:nvSpPr>
        <p:spPr>
          <a:xfrm flipV="1">
            <a:off x="6996003" y="3505832"/>
            <a:ext cx="878003" cy="333390"/>
          </a:xfrm>
          <a:custGeom>
            <a:avLst/>
            <a:gdLst>
              <a:gd name="csX0" fmla="*/ 741888 w 1483204"/>
              <a:gd name="csY0" fmla="*/ 392308 h 392308"/>
              <a:gd name="csX1" fmla="*/ 36731 w 1483204"/>
              <a:gd name="csY1" fmla="*/ 112110 h 392308"/>
              <a:gd name="csX2" fmla="*/ 4719 w 1483204"/>
              <a:gd name="csY2" fmla="*/ 38411 h 392308"/>
              <a:gd name="csX3" fmla="*/ 16328 w 1483204"/>
              <a:gd name="csY3" fmla="*/ 12555 h 392308"/>
              <a:gd name="csX4" fmla="*/ 35852 w 1483204"/>
              <a:gd name="csY4" fmla="*/ 4991 h 392308"/>
              <a:gd name="csX5" fmla="*/ 741360 w 1483204"/>
              <a:gd name="csY5" fmla="*/ 285189 h 392308"/>
              <a:gd name="csX6" fmla="*/ 1446868 w 1483204"/>
              <a:gd name="csY6" fmla="*/ 1122 h 392308"/>
              <a:gd name="csX7" fmla="*/ 1466568 w 1483204"/>
              <a:gd name="csY7" fmla="*/ 8509 h 392308"/>
              <a:gd name="csX8" fmla="*/ 1478353 w 1483204"/>
              <a:gd name="csY8" fmla="*/ 34365 h 392308"/>
              <a:gd name="csX9" fmla="*/ 1446868 w 1483204"/>
              <a:gd name="csY9" fmla="*/ 108241 h 392308"/>
              <a:gd name="csX10" fmla="*/ 741888 w 1483204"/>
              <a:gd name="csY10" fmla="*/ 392308 h 3923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483204" h="392308">
                <a:moveTo>
                  <a:pt x="741888" y="392308"/>
                </a:moveTo>
                <a:lnTo>
                  <a:pt x="36731" y="112110"/>
                </a:lnTo>
                <a:cubicBezTo>
                  <a:pt x="6126" y="99974"/>
                  <a:pt x="-8121" y="67082"/>
                  <a:pt x="4719" y="38411"/>
                </a:cubicBezTo>
                <a:lnTo>
                  <a:pt x="16328" y="12555"/>
                </a:lnTo>
                <a:cubicBezTo>
                  <a:pt x="19494" y="5343"/>
                  <a:pt x="28289" y="2001"/>
                  <a:pt x="35852" y="4991"/>
                </a:cubicBezTo>
                <a:lnTo>
                  <a:pt x="741360" y="285189"/>
                </a:lnTo>
                <a:lnTo>
                  <a:pt x="1446868" y="1122"/>
                </a:lnTo>
                <a:cubicBezTo>
                  <a:pt x="1454431" y="-1869"/>
                  <a:pt x="1463226" y="1297"/>
                  <a:pt x="1466568" y="8509"/>
                </a:cubicBezTo>
                <a:lnTo>
                  <a:pt x="1478353" y="34365"/>
                </a:lnTo>
                <a:cubicBezTo>
                  <a:pt x="1491369" y="62860"/>
                  <a:pt x="1477297" y="96104"/>
                  <a:pt x="1446868" y="108241"/>
                </a:cubicBezTo>
                <a:lnTo>
                  <a:pt x="741888" y="392308"/>
                </a:lnTo>
                <a:close/>
              </a:path>
            </a:pathLst>
          </a:custGeom>
          <a:solidFill>
            <a:srgbClr val="178FFF"/>
          </a:solidFill>
          <a:ln w="1758" cap="flat">
            <a:noFill/>
            <a:prstDash val="solid"/>
            <a:miter/>
          </a:ln>
        </p:spPr>
        <p:txBody>
          <a:bodyPr/>
          <a:lstStyle/>
          <a:p>
            <a:endParaRPr lang="en-IN"/>
          </a:p>
        </p:txBody>
      </p:sp>
      <p:sp>
        <p:nvSpPr>
          <p:cNvPr id="36" name="Free-form: Shape 35">
            <a:extLst>
              <a:ext uri="{FF2B5EF4-FFF2-40B4-BE49-F238E27FC236}">
                <a16:creationId xmlns:a16="http://schemas.microsoft.com/office/drawing/2014/main" id="{5C17791C-593C-26A4-1280-FE22A71B19BD}"/>
              </a:ext>
            </a:extLst>
          </p:cNvPr>
          <p:cNvSpPr/>
          <p:nvPr/>
        </p:nvSpPr>
        <p:spPr>
          <a:xfrm>
            <a:off x="7348030" y="3545905"/>
            <a:ext cx="136401" cy="385651"/>
          </a:xfrm>
          <a:custGeom>
            <a:avLst/>
            <a:gdLst>
              <a:gd name="csX0" fmla="*/ 112396 w 230420"/>
              <a:gd name="csY0" fmla="*/ 96565 h 453804"/>
              <a:gd name="csX1" fmla="*/ 230420 w 230420"/>
              <a:gd name="csY1" fmla="*/ 46612 h 453804"/>
              <a:gd name="csX2" fmla="*/ 118552 w 230420"/>
              <a:gd name="csY2" fmla="*/ 0 h 453804"/>
              <a:gd name="csX3" fmla="*/ 352 w 230420"/>
              <a:gd name="csY3" fmla="*/ 49778 h 453804"/>
              <a:gd name="csX4" fmla="*/ 110109 w 230420"/>
              <a:gd name="csY4" fmla="*/ 453805 h 453804"/>
              <a:gd name="csX5" fmla="*/ 226902 w 230420"/>
              <a:gd name="csY5" fmla="*/ 408600 h 453804"/>
              <a:gd name="csX6" fmla="*/ 118552 w 230420"/>
              <a:gd name="csY6" fmla="*/ 363571 h 453804"/>
              <a:gd name="csX7" fmla="*/ 0 w 230420"/>
              <a:gd name="csY7" fmla="*/ 410007 h 4538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0420" h="453804">
                <a:moveTo>
                  <a:pt x="112396" y="96565"/>
                </a:moveTo>
                <a:lnTo>
                  <a:pt x="230420" y="46612"/>
                </a:lnTo>
                <a:lnTo>
                  <a:pt x="118552" y="0"/>
                </a:lnTo>
                <a:lnTo>
                  <a:pt x="352" y="49778"/>
                </a:lnTo>
                <a:close/>
                <a:moveTo>
                  <a:pt x="110109" y="453805"/>
                </a:moveTo>
                <a:lnTo>
                  <a:pt x="226902" y="408600"/>
                </a:lnTo>
                <a:lnTo>
                  <a:pt x="118552" y="363571"/>
                </a:lnTo>
                <a:lnTo>
                  <a:pt x="0" y="410007"/>
                </a:lnTo>
                <a:close/>
              </a:path>
            </a:pathLst>
          </a:custGeom>
          <a:solidFill>
            <a:srgbClr val="81BFFE"/>
          </a:solidFill>
          <a:ln w="1758" cap="flat">
            <a:noFill/>
            <a:prstDash val="solid"/>
            <a:miter/>
          </a:ln>
        </p:spPr>
        <p:txBody>
          <a:bodyPr/>
          <a:lstStyle/>
          <a:p>
            <a:endParaRPr lang="en-IN"/>
          </a:p>
        </p:txBody>
      </p:sp>
      <p:sp>
        <p:nvSpPr>
          <p:cNvPr id="40" name="Free-form: Shape 39">
            <a:extLst>
              <a:ext uri="{FF2B5EF4-FFF2-40B4-BE49-F238E27FC236}">
                <a16:creationId xmlns:a16="http://schemas.microsoft.com/office/drawing/2014/main" id="{515107E1-46D3-08ED-32FE-363FFF671646}"/>
              </a:ext>
            </a:extLst>
          </p:cNvPr>
          <p:cNvSpPr/>
          <p:nvPr/>
        </p:nvSpPr>
        <p:spPr>
          <a:xfrm>
            <a:off x="7003195" y="3466643"/>
            <a:ext cx="886398" cy="604498"/>
          </a:xfrm>
          <a:custGeom>
            <a:avLst/>
            <a:gdLst>
              <a:gd name="csX0" fmla="*/ 557758 w 1115339"/>
              <a:gd name="csY0" fmla="*/ 0 h 468052"/>
              <a:gd name="csX1" fmla="*/ 0 w 1115339"/>
              <a:gd name="csY1" fmla="*/ 235169 h 468052"/>
              <a:gd name="csX2" fmla="*/ 557582 w 1115339"/>
              <a:gd name="csY2" fmla="*/ 468052 h 468052"/>
              <a:gd name="csX3" fmla="*/ 1115339 w 1115339"/>
              <a:gd name="csY3" fmla="*/ 232003 h 468052"/>
            </a:gdLst>
            <a:ahLst/>
            <a:cxnLst>
              <a:cxn ang="0">
                <a:pos x="csX0" y="csY0"/>
              </a:cxn>
              <a:cxn ang="0">
                <a:pos x="csX1" y="csY1"/>
              </a:cxn>
              <a:cxn ang="0">
                <a:pos x="csX2" y="csY2"/>
              </a:cxn>
              <a:cxn ang="0">
                <a:pos x="csX3" y="csY3"/>
              </a:cxn>
            </a:cxnLst>
            <a:rect l="l" t="t" r="r" b="b"/>
            <a:pathLst>
              <a:path w="1115339" h="468052">
                <a:moveTo>
                  <a:pt x="557758" y="0"/>
                </a:moveTo>
                <a:lnTo>
                  <a:pt x="0" y="235169"/>
                </a:lnTo>
                <a:lnTo>
                  <a:pt x="557582" y="468052"/>
                </a:lnTo>
                <a:lnTo>
                  <a:pt x="1115339" y="232003"/>
                </a:lnTo>
                <a:close/>
              </a:path>
            </a:pathLst>
          </a:custGeom>
          <a:solidFill>
            <a:srgbClr val="F99184"/>
          </a:solidFill>
          <a:ln w="1758" cap="flat">
            <a:noFill/>
            <a:prstDash val="solid"/>
            <a:miter/>
          </a:ln>
        </p:spPr>
        <p:txBody>
          <a:bodyPr/>
          <a:lstStyle/>
          <a:p>
            <a:endParaRPr lang="en-IN" dirty="0"/>
          </a:p>
        </p:txBody>
      </p:sp>
      <p:sp>
        <p:nvSpPr>
          <p:cNvPr id="41" name="Free-form: Shape 40">
            <a:extLst>
              <a:ext uri="{FF2B5EF4-FFF2-40B4-BE49-F238E27FC236}">
                <a16:creationId xmlns:a16="http://schemas.microsoft.com/office/drawing/2014/main" id="{A575A2D3-F472-3348-4D6F-697CD6ACB5A1}"/>
              </a:ext>
            </a:extLst>
          </p:cNvPr>
          <p:cNvSpPr/>
          <p:nvPr/>
        </p:nvSpPr>
        <p:spPr>
          <a:xfrm>
            <a:off x="7016093" y="3723300"/>
            <a:ext cx="878003" cy="333390"/>
          </a:xfrm>
          <a:custGeom>
            <a:avLst/>
            <a:gdLst>
              <a:gd name="csX0" fmla="*/ 741888 w 1483204"/>
              <a:gd name="csY0" fmla="*/ 392308 h 392308"/>
              <a:gd name="csX1" fmla="*/ 36731 w 1483204"/>
              <a:gd name="csY1" fmla="*/ 112110 h 392308"/>
              <a:gd name="csX2" fmla="*/ 4719 w 1483204"/>
              <a:gd name="csY2" fmla="*/ 38411 h 392308"/>
              <a:gd name="csX3" fmla="*/ 16328 w 1483204"/>
              <a:gd name="csY3" fmla="*/ 12555 h 392308"/>
              <a:gd name="csX4" fmla="*/ 35852 w 1483204"/>
              <a:gd name="csY4" fmla="*/ 4991 h 392308"/>
              <a:gd name="csX5" fmla="*/ 741360 w 1483204"/>
              <a:gd name="csY5" fmla="*/ 285189 h 392308"/>
              <a:gd name="csX6" fmla="*/ 1446868 w 1483204"/>
              <a:gd name="csY6" fmla="*/ 1122 h 392308"/>
              <a:gd name="csX7" fmla="*/ 1466568 w 1483204"/>
              <a:gd name="csY7" fmla="*/ 8509 h 392308"/>
              <a:gd name="csX8" fmla="*/ 1478353 w 1483204"/>
              <a:gd name="csY8" fmla="*/ 34365 h 392308"/>
              <a:gd name="csX9" fmla="*/ 1446868 w 1483204"/>
              <a:gd name="csY9" fmla="*/ 108241 h 392308"/>
              <a:gd name="csX10" fmla="*/ 741888 w 1483204"/>
              <a:gd name="csY10" fmla="*/ 392308 h 3923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483204" h="392308">
                <a:moveTo>
                  <a:pt x="741888" y="392308"/>
                </a:moveTo>
                <a:lnTo>
                  <a:pt x="36731" y="112110"/>
                </a:lnTo>
                <a:cubicBezTo>
                  <a:pt x="6126" y="99974"/>
                  <a:pt x="-8121" y="67082"/>
                  <a:pt x="4719" y="38411"/>
                </a:cubicBezTo>
                <a:lnTo>
                  <a:pt x="16328" y="12555"/>
                </a:lnTo>
                <a:cubicBezTo>
                  <a:pt x="19494" y="5343"/>
                  <a:pt x="28289" y="2001"/>
                  <a:pt x="35852" y="4991"/>
                </a:cubicBezTo>
                <a:lnTo>
                  <a:pt x="741360" y="285189"/>
                </a:lnTo>
                <a:lnTo>
                  <a:pt x="1446868" y="1122"/>
                </a:lnTo>
                <a:cubicBezTo>
                  <a:pt x="1454431" y="-1869"/>
                  <a:pt x="1463226" y="1297"/>
                  <a:pt x="1466568" y="8509"/>
                </a:cubicBezTo>
                <a:lnTo>
                  <a:pt x="1478353" y="34365"/>
                </a:lnTo>
                <a:cubicBezTo>
                  <a:pt x="1491369" y="62860"/>
                  <a:pt x="1477297" y="96104"/>
                  <a:pt x="1446868" y="108241"/>
                </a:cubicBezTo>
                <a:lnTo>
                  <a:pt x="741888" y="392308"/>
                </a:lnTo>
                <a:close/>
              </a:path>
            </a:pathLst>
          </a:custGeom>
          <a:solidFill>
            <a:srgbClr val="629EBA"/>
          </a:solidFill>
          <a:ln w="1758" cap="flat">
            <a:noFill/>
            <a:prstDash val="solid"/>
            <a:miter/>
          </a:ln>
        </p:spPr>
        <p:txBody>
          <a:bodyPr/>
          <a:lstStyle/>
          <a:p>
            <a:endParaRPr lang="en-IN"/>
          </a:p>
        </p:txBody>
      </p:sp>
      <p:sp>
        <p:nvSpPr>
          <p:cNvPr id="43" name="Free-form: Shape 42">
            <a:extLst>
              <a:ext uri="{FF2B5EF4-FFF2-40B4-BE49-F238E27FC236}">
                <a16:creationId xmlns:a16="http://schemas.microsoft.com/office/drawing/2014/main" id="{834389D8-09DF-3229-98E0-5873DEA40101}"/>
              </a:ext>
            </a:extLst>
          </p:cNvPr>
          <p:cNvSpPr/>
          <p:nvPr/>
        </p:nvSpPr>
        <p:spPr>
          <a:xfrm>
            <a:off x="6996003" y="3478540"/>
            <a:ext cx="878003" cy="333390"/>
          </a:xfrm>
          <a:custGeom>
            <a:avLst/>
            <a:gdLst>
              <a:gd name="csX0" fmla="*/ 741888 w 1483204"/>
              <a:gd name="csY0" fmla="*/ 392308 h 392308"/>
              <a:gd name="csX1" fmla="*/ 36731 w 1483204"/>
              <a:gd name="csY1" fmla="*/ 112110 h 392308"/>
              <a:gd name="csX2" fmla="*/ 4719 w 1483204"/>
              <a:gd name="csY2" fmla="*/ 38411 h 392308"/>
              <a:gd name="csX3" fmla="*/ 16328 w 1483204"/>
              <a:gd name="csY3" fmla="*/ 12555 h 392308"/>
              <a:gd name="csX4" fmla="*/ 35852 w 1483204"/>
              <a:gd name="csY4" fmla="*/ 4991 h 392308"/>
              <a:gd name="csX5" fmla="*/ 741360 w 1483204"/>
              <a:gd name="csY5" fmla="*/ 285189 h 392308"/>
              <a:gd name="csX6" fmla="*/ 1446868 w 1483204"/>
              <a:gd name="csY6" fmla="*/ 1122 h 392308"/>
              <a:gd name="csX7" fmla="*/ 1466568 w 1483204"/>
              <a:gd name="csY7" fmla="*/ 8509 h 392308"/>
              <a:gd name="csX8" fmla="*/ 1478353 w 1483204"/>
              <a:gd name="csY8" fmla="*/ 34365 h 392308"/>
              <a:gd name="csX9" fmla="*/ 1446868 w 1483204"/>
              <a:gd name="csY9" fmla="*/ 108241 h 392308"/>
              <a:gd name="csX10" fmla="*/ 741888 w 1483204"/>
              <a:gd name="csY10" fmla="*/ 392308 h 3923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483204" h="392308">
                <a:moveTo>
                  <a:pt x="741888" y="392308"/>
                </a:moveTo>
                <a:lnTo>
                  <a:pt x="36731" y="112110"/>
                </a:lnTo>
                <a:cubicBezTo>
                  <a:pt x="6126" y="99974"/>
                  <a:pt x="-8121" y="67082"/>
                  <a:pt x="4719" y="38411"/>
                </a:cubicBezTo>
                <a:lnTo>
                  <a:pt x="16328" y="12555"/>
                </a:lnTo>
                <a:cubicBezTo>
                  <a:pt x="19494" y="5343"/>
                  <a:pt x="28289" y="2001"/>
                  <a:pt x="35852" y="4991"/>
                </a:cubicBezTo>
                <a:lnTo>
                  <a:pt x="741360" y="285189"/>
                </a:lnTo>
                <a:lnTo>
                  <a:pt x="1446868" y="1122"/>
                </a:lnTo>
                <a:cubicBezTo>
                  <a:pt x="1454431" y="-1869"/>
                  <a:pt x="1463226" y="1297"/>
                  <a:pt x="1466568" y="8509"/>
                </a:cubicBezTo>
                <a:lnTo>
                  <a:pt x="1478353" y="34365"/>
                </a:lnTo>
                <a:cubicBezTo>
                  <a:pt x="1491369" y="62860"/>
                  <a:pt x="1477297" y="96104"/>
                  <a:pt x="1446868" y="108241"/>
                </a:cubicBezTo>
                <a:lnTo>
                  <a:pt x="741888" y="392308"/>
                </a:lnTo>
                <a:close/>
              </a:path>
            </a:pathLst>
          </a:custGeom>
          <a:solidFill>
            <a:srgbClr val="71B9D9"/>
          </a:solidFill>
          <a:ln w="1758" cap="flat">
            <a:noFill/>
            <a:prstDash val="solid"/>
            <a:miter/>
          </a:ln>
        </p:spPr>
        <p:txBody>
          <a:bodyPr/>
          <a:lstStyle/>
          <a:p>
            <a:endParaRPr lang="en-IN"/>
          </a:p>
        </p:txBody>
      </p:sp>
      <p:cxnSp>
        <p:nvCxnSpPr>
          <p:cNvPr id="50" name="Straight Connector 49">
            <a:extLst>
              <a:ext uri="{FF2B5EF4-FFF2-40B4-BE49-F238E27FC236}">
                <a16:creationId xmlns:a16="http://schemas.microsoft.com/office/drawing/2014/main" id="{B4D12318-493B-5400-2952-F486F1968870}"/>
              </a:ext>
            </a:extLst>
          </p:cNvPr>
          <p:cNvCxnSpPr>
            <a:cxnSpLocks/>
            <a:endCxn id="58" idx="2"/>
          </p:cNvCxnSpPr>
          <p:nvPr/>
        </p:nvCxnSpPr>
        <p:spPr>
          <a:xfrm flipV="1">
            <a:off x="6432280" y="2108509"/>
            <a:ext cx="961361" cy="522420"/>
          </a:xfrm>
          <a:prstGeom prst="line">
            <a:avLst/>
          </a:prstGeom>
        </p:spPr>
        <p:style>
          <a:lnRef idx="2">
            <a:schemeClr val="accent4"/>
          </a:lnRef>
          <a:fillRef idx="0">
            <a:schemeClr val="accent4"/>
          </a:fillRef>
          <a:effectRef idx="1">
            <a:schemeClr val="accent4"/>
          </a:effectRef>
          <a:fontRef idx="minor">
            <a:schemeClr val="tx1"/>
          </a:fontRef>
        </p:style>
      </p:cxnSp>
      <p:cxnSp>
        <p:nvCxnSpPr>
          <p:cNvPr id="64" name="Straight Connector 63">
            <a:extLst>
              <a:ext uri="{FF2B5EF4-FFF2-40B4-BE49-F238E27FC236}">
                <a16:creationId xmlns:a16="http://schemas.microsoft.com/office/drawing/2014/main" id="{2692C047-7F21-3A95-97F6-F24C94F5C856}"/>
              </a:ext>
            </a:extLst>
          </p:cNvPr>
          <p:cNvCxnSpPr>
            <a:cxnSpLocks/>
            <a:stCxn id="28" idx="0"/>
            <a:endCxn id="29" idx="4"/>
          </p:cNvCxnSpPr>
          <p:nvPr/>
        </p:nvCxnSpPr>
        <p:spPr>
          <a:xfrm flipH="1">
            <a:off x="6720248" y="3029213"/>
            <a:ext cx="716" cy="381586"/>
          </a:xfrm>
          <a:prstGeom prst="line">
            <a:avLst/>
          </a:prstGeom>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16AF3D78-ECD3-1C0E-F1EE-75C187138609}"/>
              </a:ext>
            </a:extLst>
          </p:cNvPr>
          <p:cNvCxnSpPr>
            <a:cxnSpLocks/>
            <a:stCxn id="29" idx="0"/>
          </p:cNvCxnSpPr>
          <p:nvPr/>
        </p:nvCxnSpPr>
        <p:spPr>
          <a:xfrm>
            <a:off x="6720248" y="3630162"/>
            <a:ext cx="14894" cy="453586"/>
          </a:xfrm>
          <a:prstGeom prst="line">
            <a:avLst/>
          </a:prstGeom>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5593D251-852E-AA03-3A3B-8262FB3FD032}"/>
              </a:ext>
            </a:extLst>
          </p:cNvPr>
          <p:cNvCxnSpPr>
            <a:cxnSpLocks/>
            <a:stCxn id="26" idx="0"/>
            <a:endCxn id="27" idx="4"/>
          </p:cNvCxnSpPr>
          <p:nvPr/>
        </p:nvCxnSpPr>
        <p:spPr>
          <a:xfrm>
            <a:off x="8268955" y="3622023"/>
            <a:ext cx="7624" cy="410617"/>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AD516CB8-3387-DDD2-2B46-13FF0A2038EB}"/>
              </a:ext>
            </a:extLst>
          </p:cNvPr>
          <p:cNvCxnSpPr>
            <a:cxnSpLocks/>
            <a:endCxn id="26" idx="4"/>
          </p:cNvCxnSpPr>
          <p:nvPr/>
        </p:nvCxnSpPr>
        <p:spPr>
          <a:xfrm flipH="1">
            <a:off x="8268955" y="2980765"/>
            <a:ext cx="7624" cy="421895"/>
          </a:xfrm>
          <a:prstGeom prst="line">
            <a:avLst/>
          </a:prstGeom>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96D53E80-8D61-D5AB-9FDF-7E817710D78A}"/>
              </a:ext>
            </a:extLst>
          </p:cNvPr>
          <p:cNvCxnSpPr>
            <a:cxnSpLocks/>
            <a:endCxn id="27" idx="1"/>
          </p:cNvCxnSpPr>
          <p:nvPr/>
        </p:nvCxnSpPr>
        <p:spPr>
          <a:xfrm flipV="1">
            <a:off x="7608264" y="4219878"/>
            <a:ext cx="594654" cy="64122"/>
          </a:xfrm>
          <a:prstGeom prst="line">
            <a:avLst/>
          </a:prstGeom>
        </p:spPr>
        <p:style>
          <a:lnRef idx="2">
            <a:schemeClr val="accent4"/>
          </a:lnRef>
          <a:fillRef idx="0">
            <a:schemeClr val="accent4"/>
          </a:fillRef>
          <a:effectRef idx="1">
            <a:schemeClr val="accent4"/>
          </a:effectRef>
          <a:fontRef idx="minor">
            <a:schemeClr val="tx1"/>
          </a:fontRef>
        </p:style>
      </p:cxnSp>
      <p:cxnSp>
        <p:nvCxnSpPr>
          <p:cNvPr id="76" name="Straight Connector 75">
            <a:extLst>
              <a:ext uri="{FF2B5EF4-FFF2-40B4-BE49-F238E27FC236}">
                <a16:creationId xmlns:a16="http://schemas.microsoft.com/office/drawing/2014/main" id="{B3DDBBD8-4706-119C-BA3F-CA1C7A004AA8}"/>
              </a:ext>
            </a:extLst>
          </p:cNvPr>
          <p:cNvCxnSpPr>
            <a:cxnSpLocks/>
            <a:endCxn id="22" idx="2"/>
          </p:cNvCxnSpPr>
          <p:nvPr/>
        </p:nvCxnSpPr>
        <p:spPr>
          <a:xfrm>
            <a:off x="6817027" y="4239095"/>
            <a:ext cx="550313" cy="45006"/>
          </a:xfrm>
          <a:prstGeom prst="line">
            <a:avLst/>
          </a:prstGeom>
        </p:spPr>
        <p:style>
          <a:lnRef idx="2">
            <a:schemeClr val="accent4"/>
          </a:lnRef>
          <a:fillRef idx="0">
            <a:schemeClr val="accent4"/>
          </a:fillRef>
          <a:effectRef idx="1">
            <a:schemeClr val="accent4"/>
          </a:effectRef>
          <a:fontRef idx="minor">
            <a:schemeClr val="tx1"/>
          </a:fontRef>
        </p:style>
      </p:cxnSp>
      <p:cxnSp>
        <p:nvCxnSpPr>
          <p:cNvPr id="78" name="Straight Connector 77">
            <a:extLst>
              <a:ext uri="{FF2B5EF4-FFF2-40B4-BE49-F238E27FC236}">
                <a16:creationId xmlns:a16="http://schemas.microsoft.com/office/drawing/2014/main" id="{F8FD1A5F-7A5A-B0E1-9780-3F2BD9190465}"/>
              </a:ext>
            </a:extLst>
          </p:cNvPr>
          <p:cNvCxnSpPr>
            <a:cxnSpLocks/>
            <a:stCxn id="58" idx="6"/>
            <a:endCxn id="195" idx="1"/>
          </p:cNvCxnSpPr>
          <p:nvPr/>
        </p:nvCxnSpPr>
        <p:spPr>
          <a:xfrm>
            <a:off x="7582488" y="2108509"/>
            <a:ext cx="1092062" cy="512555"/>
          </a:xfrm>
          <a:prstGeom prst="line">
            <a:avLst/>
          </a:prstGeom>
        </p:spPr>
        <p:style>
          <a:lnRef idx="2">
            <a:schemeClr val="accent4"/>
          </a:lnRef>
          <a:fillRef idx="0">
            <a:schemeClr val="accent4"/>
          </a:fillRef>
          <a:effectRef idx="1">
            <a:schemeClr val="accent4"/>
          </a:effectRef>
          <a:fontRef idx="minor">
            <a:schemeClr val="tx1"/>
          </a:fontRef>
        </p:style>
      </p:cxnSp>
      <p:sp>
        <p:nvSpPr>
          <p:cNvPr id="58" name="Oval 57">
            <a:extLst>
              <a:ext uri="{FF2B5EF4-FFF2-40B4-BE49-F238E27FC236}">
                <a16:creationId xmlns:a16="http://schemas.microsoft.com/office/drawing/2014/main" id="{86E237A2-7D30-7E40-5FF2-F77E514020F3}"/>
              </a:ext>
            </a:extLst>
          </p:cNvPr>
          <p:cNvSpPr/>
          <p:nvPr/>
        </p:nvSpPr>
        <p:spPr>
          <a:xfrm flipV="1">
            <a:off x="7393641" y="2022266"/>
            <a:ext cx="188847" cy="172486"/>
          </a:xfrm>
          <a:prstGeom prst="ellipse">
            <a:avLst/>
          </a:prstGeom>
          <a:solidFill>
            <a:srgbClr val="9BE1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1" name="Straight Connector 80">
            <a:extLst>
              <a:ext uri="{FF2B5EF4-FFF2-40B4-BE49-F238E27FC236}">
                <a16:creationId xmlns:a16="http://schemas.microsoft.com/office/drawing/2014/main" id="{E8DEFB15-C41B-1E16-B3AE-1D5CC82C614D}"/>
              </a:ext>
            </a:extLst>
          </p:cNvPr>
          <p:cNvCxnSpPr>
            <a:cxnSpLocks/>
            <a:stCxn id="29" idx="5"/>
            <a:endCxn id="79" idx="1"/>
          </p:cNvCxnSpPr>
          <p:nvPr/>
        </p:nvCxnSpPr>
        <p:spPr>
          <a:xfrm flipV="1">
            <a:off x="6793909" y="2624251"/>
            <a:ext cx="603943" cy="818673"/>
          </a:xfrm>
          <a:prstGeom prst="line">
            <a:avLst/>
          </a:prstGeom>
        </p:spPr>
        <p:style>
          <a:lnRef idx="2">
            <a:schemeClr val="accent4"/>
          </a:lnRef>
          <a:fillRef idx="0">
            <a:schemeClr val="accent4"/>
          </a:fillRef>
          <a:effectRef idx="1">
            <a:schemeClr val="accent4"/>
          </a:effectRef>
          <a:fontRef idx="minor">
            <a:schemeClr val="tx1"/>
          </a:fontRef>
        </p:style>
      </p:cxnSp>
      <p:cxnSp>
        <p:nvCxnSpPr>
          <p:cNvPr id="83" name="Straight Connector 82">
            <a:extLst>
              <a:ext uri="{FF2B5EF4-FFF2-40B4-BE49-F238E27FC236}">
                <a16:creationId xmlns:a16="http://schemas.microsoft.com/office/drawing/2014/main" id="{10724070-A733-F9DB-9B79-58DF41595CD0}"/>
              </a:ext>
            </a:extLst>
          </p:cNvPr>
          <p:cNvCxnSpPr>
            <a:cxnSpLocks/>
            <a:stCxn id="26" idx="3"/>
            <a:endCxn id="79" idx="6"/>
          </p:cNvCxnSpPr>
          <p:nvPr/>
        </p:nvCxnSpPr>
        <p:spPr>
          <a:xfrm flipH="1" flipV="1">
            <a:off x="7575686" y="2546694"/>
            <a:ext cx="619608" cy="888091"/>
          </a:xfrm>
          <a:prstGeom prst="line">
            <a:avLst/>
          </a:prstGeom>
        </p:spPr>
        <p:style>
          <a:lnRef idx="2">
            <a:schemeClr val="accent4"/>
          </a:lnRef>
          <a:fillRef idx="0">
            <a:schemeClr val="accent4"/>
          </a:fillRef>
          <a:effectRef idx="1">
            <a:schemeClr val="accent4"/>
          </a:effectRef>
          <a:fontRef idx="minor">
            <a:schemeClr val="tx1"/>
          </a:fontRef>
        </p:style>
      </p:cxnSp>
      <p:cxnSp>
        <p:nvCxnSpPr>
          <p:cNvPr id="87" name="Straight Connector 86">
            <a:extLst>
              <a:ext uri="{FF2B5EF4-FFF2-40B4-BE49-F238E27FC236}">
                <a16:creationId xmlns:a16="http://schemas.microsoft.com/office/drawing/2014/main" id="{D94B51A5-FD15-BED3-B262-B6DF457552F9}"/>
              </a:ext>
            </a:extLst>
          </p:cNvPr>
          <p:cNvCxnSpPr>
            <a:cxnSpLocks/>
          </p:cNvCxnSpPr>
          <p:nvPr/>
        </p:nvCxnSpPr>
        <p:spPr>
          <a:xfrm flipV="1">
            <a:off x="6831802" y="2865487"/>
            <a:ext cx="1366026" cy="49532"/>
          </a:xfrm>
          <a:prstGeom prst="line">
            <a:avLst/>
          </a:prstGeom>
        </p:spPr>
        <p:style>
          <a:lnRef idx="2">
            <a:schemeClr val="accent4"/>
          </a:lnRef>
          <a:fillRef idx="0">
            <a:schemeClr val="accent4"/>
          </a:fillRef>
          <a:effectRef idx="1">
            <a:schemeClr val="accent4"/>
          </a:effectRef>
          <a:fontRef idx="minor">
            <a:schemeClr val="tx1"/>
          </a:fontRef>
        </p:style>
      </p:cxnSp>
      <p:cxnSp>
        <p:nvCxnSpPr>
          <p:cNvPr id="91" name="Straight Connector 90">
            <a:extLst>
              <a:ext uri="{FF2B5EF4-FFF2-40B4-BE49-F238E27FC236}">
                <a16:creationId xmlns:a16="http://schemas.microsoft.com/office/drawing/2014/main" id="{CCCD4281-6B8E-79DF-84CF-541BFD844750}"/>
              </a:ext>
            </a:extLst>
          </p:cNvPr>
          <p:cNvCxnSpPr>
            <a:cxnSpLocks/>
            <a:stCxn id="30" idx="5"/>
            <a:endCxn id="79" idx="1"/>
          </p:cNvCxnSpPr>
          <p:nvPr/>
        </p:nvCxnSpPr>
        <p:spPr>
          <a:xfrm flipV="1">
            <a:off x="6802249" y="2624251"/>
            <a:ext cx="595603" cy="1484071"/>
          </a:xfrm>
          <a:prstGeom prst="line">
            <a:avLst/>
          </a:prstGeom>
        </p:spPr>
        <p:style>
          <a:lnRef idx="2">
            <a:schemeClr val="accent4"/>
          </a:lnRef>
          <a:fillRef idx="0">
            <a:schemeClr val="accent4"/>
          </a:fillRef>
          <a:effectRef idx="1">
            <a:schemeClr val="accent4"/>
          </a:effectRef>
          <a:fontRef idx="minor">
            <a:schemeClr val="tx1"/>
          </a:fontRef>
        </p:style>
      </p:cxnSp>
      <p:cxnSp>
        <p:nvCxnSpPr>
          <p:cNvPr id="106" name="Straight Connector 105">
            <a:extLst>
              <a:ext uri="{FF2B5EF4-FFF2-40B4-BE49-F238E27FC236}">
                <a16:creationId xmlns:a16="http://schemas.microsoft.com/office/drawing/2014/main" id="{54138B4B-B257-A887-B5A4-DE404AF86DA0}"/>
              </a:ext>
            </a:extLst>
          </p:cNvPr>
          <p:cNvCxnSpPr>
            <a:cxnSpLocks/>
            <a:stCxn id="34" idx="12"/>
          </p:cNvCxnSpPr>
          <p:nvPr/>
        </p:nvCxnSpPr>
        <p:spPr>
          <a:xfrm flipV="1">
            <a:off x="7465315" y="2666822"/>
            <a:ext cx="5616" cy="420733"/>
          </a:xfrm>
          <a:prstGeom prst="line">
            <a:avLst/>
          </a:prstGeom>
        </p:spPr>
        <p:style>
          <a:lnRef idx="2">
            <a:schemeClr val="accent4"/>
          </a:lnRef>
          <a:fillRef idx="0">
            <a:schemeClr val="accent4"/>
          </a:fillRef>
          <a:effectRef idx="1">
            <a:schemeClr val="accent4"/>
          </a:effectRef>
          <a:fontRef idx="minor">
            <a:schemeClr val="tx1"/>
          </a:fontRef>
        </p:style>
      </p:cxnSp>
      <p:cxnSp>
        <p:nvCxnSpPr>
          <p:cNvPr id="114" name="Straight Connector 113">
            <a:extLst>
              <a:ext uri="{FF2B5EF4-FFF2-40B4-BE49-F238E27FC236}">
                <a16:creationId xmlns:a16="http://schemas.microsoft.com/office/drawing/2014/main" id="{C9BFB52D-E851-9F07-CA7F-8DC3FA0B224D}"/>
              </a:ext>
            </a:extLst>
          </p:cNvPr>
          <p:cNvCxnSpPr>
            <a:cxnSpLocks/>
            <a:stCxn id="27" idx="4"/>
            <a:endCxn id="79" idx="0"/>
          </p:cNvCxnSpPr>
          <p:nvPr/>
        </p:nvCxnSpPr>
        <p:spPr>
          <a:xfrm flipH="1" flipV="1">
            <a:off x="7471513" y="2656376"/>
            <a:ext cx="805066" cy="1376264"/>
          </a:xfrm>
          <a:prstGeom prst="line">
            <a:avLst/>
          </a:prstGeom>
        </p:spPr>
        <p:style>
          <a:lnRef idx="2">
            <a:schemeClr val="accent4"/>
          </a:lnRef>
          <a:fillRef idx="0">
            <a:schemeClr val="accent4"/>
          </a:fillRef>
          <a:effectRef idx="1">
            <a:schemeClr val="accent4"/>
          </a:effectRef>
          <a:fontRef idx="minor">
            <a:schemeClr val="tx1"/>
          </a:fontRef>
        </p:style>
      </p:cxnSp>
      <p:cxnSp>
        <p:nvCxnSpPr>
          <p:cNvPr id="121" name="Straight Connector 120">
            <a:extLst>
              <a:ext uri="{FF2B5EF4-FFF2-40B4-BE49-F238E27FC236}">
                <a16:creationId xmlns:a16="http://schemas.microsoft.com/office/drawing/2014/main" id="{CD3F3B55-6F59-ED00-27FB-4270056E5B28}"/>
              </a:ext>
            </a:extLst>
          </p:cNvPr>
          <p:cNvCxnSpPr>
            <a:cxnSpLocks/>
            <a:endCxn id="79" idx="2"/>
          </p:cNvCxnSpPr>
          <p:nvPr/>
        </p:nvCxnSpPr>
        <p:spPr>
          <a:xfrm flipV="1">
            <a:off x="6848479" y="2546694"/>
            <a:ext cx="518861" cy="349434"/>
          </a:xfrm>
          <a:prstGeom prst="line">
            <a:avLst/>
          </a:prstGeom>
        </p:spPr>
        <p:style>
          <a:lnRef idx="2">
            <a:schemeClr val="accent4"/>
          </a:lnRef>
          <a:fillRef idx="0">
            <a:schemeClr val="accent4"/>
          </a:fillRef>
          <a:effectRef idx="1">
            <a:schemeClr val="accent4"/>
          </a:effectRef>
          <a:fontRef idx="minor">
            <a:schemeClr val="tx1"/>
          </a:fontRef>
        </p:style>
      </p:cxnSp>
      <p:cxnSp>
        <p:nvCxnSpPr>
          <p:cNvPr id="126" name="Straight Connector 125">
            <a:extLst>
              <a:ext uri="{FF2B5EF4-FFF2-40B4-BE49-F238E27FC236}">
                <a16:creationId xmlns:a16="http://schemas.microsoft.com/office/drawing/2014/main" id="{AAF75C37-162B-9D37-8FE6-37AD73068233}"/>
              </a:ext>
            </a:extLst>
          </p:cNvPr>
          <p:cNvCxnSpPr>
            <a:cxnSpLocks/>
            <a:stCxn id="79" idx="6"/>
            <a:endCxn id="23" idx="2"/>
          </p:cNvCxnSpPr>
          <p:nvPr/>
        </p:nvCxnSpPr>
        <p:spPr>
          <a:xfrm>
            <a:off x="7575686" y="2546694"/>
            <a:ext cx="589096" cy="329280"/>
          </a:xfrm>
          <a:prstGeom prst="line">
            <a:avLst/>
          </a:prstGeom>
        </p:spPr>
        <p:style>
          <a:lnRef idx="2">
            <a:schemeClr val="accent4"/>
          </a:lnRef>
          <a:fillRef idx="0">
            <a:schemeClr val="accent4"/>
          </a:fillRef>
          <a:effectRef idx="1">
            <a:schemeClr val="accent4"/>
          </a:effectRef>
          <a:fontRef idx="minor">
            <a:schemeClr val="tx1"/>
          </a:fontRef>
        </p:style>
      </p:cxnSp>
      <p:sp>
        <p:nvSpPr>
          <p:cNvPr id="160" name="Oval 159">
            <a:extLst>
              <a:ext uri="{FF2B5EF4-FFF2-40B4-BE49-F238E27FC236}">
                <a16:creationId xmlns:a16="http://schemas.microsoft.com/office/drawing/2014/main" id="{60552C47-414B-97D0-D625-96A0D1791049}"/>
              </a:ext>
            </a:extLst>
          </p:cNvPr>
          <p:cNvSpPr/>
          <p:nvPr/>
        </p:nvSpPr>
        <p:spPr>
          <a:xfrm flipV="1">
            <a:off x="7396585" y="4712572"/>
            <a:ext cx="208346" cy="219363"/>
          </a:xfrm>
          <a:prstGeom prst="ellipse">
            <a:avLst/>
          </a:prstGeom>
          <a:solidFill>
            <a:srgbClr val="8AE5B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2" name="Straight Connector 161">
            <a:extLst>
              <a:ext uri="{FF2B5EF4-FFF2-40B4-BE49-F238E27FC236}">
                <a16:creationId xmlns:a16="http://schemas.microsoft.com/office/drawing/2014/main" id="{DB43ADC0-CC52-F5FB-F84A-43BD72EB07BC}"/>
              </a:ext>
            </a:extLst>
          </p:cNvPr>
          <p:cNvCxnSpPr>
            <a:cxnSpLocks/>
            <a:endCxn id="160" idx="3"/>
          </p:cNvCxnSpPr>
          <p:nvPr/>
        </p:nvCxnSpPr>
        <p:spPr>
          <a:xfrm>
            <a:off x="6808687" y="4316918"/>
            <a:ext cx="618410" cy="427779"/>
          </a:xfrm>
          <a:prstGeom prst="line">
            <a:avLst/>
          </a:prstGeom>
        </p:spPr>
        <p:style>
          <a:lnRef idx="2">
            <a:schemeClr val="accent4"/>
          </a:lnRef>
          <a:fillRef idx="0">
            <a:schemeClr val="accent4"/>
          </a:fillRef>
          <a:effectRef idx="1">
            <a:schemeClr val="accent4"/>
          </a:effectRef>
          <a:fontRef idx="minor">
            <a:schemeClr val="tx1"/>
          </a:fontRef>
        </p:style>
      </p:cxnSp>
      <p:cxnSp>
        <p:nvCxnSpPr>
          <p:cNvPr id="164" name="Straight Connector 163">
            <a:extLst>
              <a:ext uri="{FF2B5EF4-FFF2-40B4-BE49-F238E27FC236}">
                <a16:creationId xmlns:a16="http://schemas.microsoft.com/office/drawing/2014/main" id="{E2E7DC0A-A2B5-7D6F-E59F-9F973316B873}"/>
              </a:ext>
            </a:extLst>
          </p:cNvPr>
          <p:cNvCxnSpPr>
            <a:cxnSpLocks/>
            <a:endCxn id="68" idx="3"/>
          </p:cNvCxnSpPr>
          <p:nvPr/>
        </p:nvCxnSpPr>
        <p:spPr>
          <a:xfrm flipV="1">
            <a:off x="7573796" y="4361709"/>
            <a:ext cx="1091067" cy="513345"/>
          </a:xfrm>
          <a:prstGeom prst="line">
            <a:avLst/>
          </a:prstGeom>
        </p:spPr>
        <p:style>
          <a:lnRef idx="2">
            <a:schemeClr val="accent4"/>
          </a:lnRef>
          <a:fillRef idx="0">
            <a:schemeClr val="accent4"/>
          </a:fillRef>
          <a:effectRef idx="1">
            <a:schemeClr val="accent4"/>
          </a:effectRef>
          <a:fontRef idx="minor">
            <a:schemeClr val="tx1"/>
          </a:fontRef>
        </p:style>
      </p:cxnSp>
      <p:cxnSp>
        <p:nvCxnSpPr>
          <p:cNvPr id="170" name="Straight Connector 169">
            <a:extLst>
              <a:ext uri="{FF2B5EF4-FFF2-40B4-BE49-F238E27FC236}">
                <a16:creationId xmlns:a16="http://schemas.microsoft.com/office/drawing/2014/main" id="{2743249C-189B-B98F-7D22-938637C75111}"/>
              </a:ext>
            </a:extLst>
          </p:cNvPr>
          <p:cNvCxnSpPr>
            <a:cxnSpLocks/>
          </p:cNvCxnSpPr>
          <p:nvPr/>
        </p:nvCxnSpPr>
        <p:spPr>
          <a:xfrm>
            <a:off x="7494752" y="4736821"/>
            <a:ext cx="0"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65" name="Straight Connector 64">
            <a:extLst>
              <a:ext uri="{FF2B5EF4-FFF2-40B4-BE49-F238E27FC236}">
                <a16:creationId xmlns:a16="http://schemas.microsoft.com/office/drawing/2014/main" id="{5AC8435C-06C1-C641-3790-129004A027C9}"/>
              </a:ext>
            </a:extLst>
          </p:cNvPr>
          <p:cNvCxnSpPr>
            <a:cxnSpLocks/>
            <a:endCxn id="22" idx="3"/>
          </p:cNvCxnSpPr>
          <p:nvPr/>
        </p:nvCxnSpPr>
        <p:spPr>
          <a:xfrm>
            <a:off x="6830313" y="3542168"/>
            <a:ext cx="567539" cy="664377"/>
          </a:xfrm>
          <a:prstGeom prst="line">
            <a:avLst/>
          </a:prstGeom>
        </p:spPr>
        <p:style>
          <a:lnRef idx="2">
            <a:schemeClr val="accent4"/>
          </a:lnRef>
          <a:fillRef idx="0">
            <a:schemeClr val="accent4"/>
          </a:fillRef>
          <a:effectRef idx="1">
            <a:schemeClr val="accent4"/>
          </a:effectRef>
          <a:fontRef idx="minor">
            <a:schemeClr val="tx1"/>
          </a:fontRef>
        </p:style>
      </p:cxnSp>
      <p:cxnSp>
        <p:nvCxnSpPr>
          <p:cNvPr id="66" name="Straight Connector 65">
            <a:extLst>
              <a:ext uri="{FF2B5EF4-FFF2-40B4-BE49-F238E27FC236}">
                <a16:creationId xmlns:a16="http://schemas.microsoft.com/office/drawing/2014/main" id="{9FFCA1DF-E746-85DF-94B6-BCB329F42844}"/>
              </a:ext>
            </a:extLst>
          </p:cNvPr>
          <p:cNvCxnSpPr>
            <a:cxnSpLocks/>
            <a:endCxn id="26" idx="2"/>
          </p:cNvCxnSpPr>
          <p:nvPr/>
        </p:nvCxnSpPr>
        <p:spPr>
          <a:xfrm flipV="1">
            <a:off x="7598036" y="3512341"/>
            <a:ext cx="566746" cy="739869"/>
          </a:xfrm>
          <a:prstGeom prst="line">
            <a:avLst/>
          </a:prstGeom>
        </p:spPr>
        <p:style>
          <a:lnRef idx="2">
            <a:schemeClr val="accent4"/>
          </a:lnRef>
          <a:fillRef idx="0">
            <a:schemeClr val="accent4"/>
          </a:fillRef>
          <a:effectRef idx="1">
            <a:schemeClr val="accent4"/>
          </a:effectRef>
          <a:fontRef idx="minor">
            <a:schemeClr val="tx1"/>
          </a:fontRef>
        </p:style>
      </p:cxnSp>
      <p:sp>
        <p:nvSpPr>
          <p:cNvPr id="190" name="Oval 189">
            <a:extLst>
              <a:ext uri="{FF2B5EF4-FFF2-40B4-BE49-F238E27FC236}">
                <a16:creationId xmlns:a16="http://schemas.microsoft.com/office/drawing/2014/main" id="{9DE30F82-C654-CA17-A784-C3EE2DE54E12}"/>
              </a:ext>
            </a:extLst>
          </p:cNvPr>
          <p:cNvSpPr/>
          <p:nvPr/>
        </p:nvSpPr>
        <p:spPr>
          <a:xfrm>
            <a:off x="6268500" y="3355188"/>
            <a:ext cx="149566" cy="140890"/>
          </a:xfrm>
          <a:prstGeom prst="ellipse">
            <a:avLst/>
          </a:prstGeom>
          <a:solidFill>
            <a:srgbClr val="F2F6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Oval 190">
            <a:extLst>
              <a:ext uri="{FF2B5EF4-FFF2-40B4-BE49-F238E27FC236}">
                <a16:creationId xmlns:a16="http://schemas.microsoft.com/office/drawing/2014/main" id="{2DC4B401-4B5D-0119-3BCB-DAC6DC7344A7}"/>
              </a:ext>
            </a:extLst>
          </p:cNvPr>
          <p:cNvSpPr/>
          <p:nvPr/>
        </p:nvSpPr>
        <p:spPr>
          <a:xfrm>
            <a:off x="6269807" y="4206697"/>
            <a:ext cx="149566" cy="140890"/>
          </a:xfrm>
          <a:prstGeom prst="ellipse">
            <a:avLst/>
          </a:prstGeom>
          <a:solidFill>
            <a:srgbClr val="C3F1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Oval 191">
            <a:extLst>
              <a:ext uri="{FF2B5EF4-FFF2-40B4-BE49-F238E27FC236}">
                <a16:creationId xmlns:a16="http://schemas.microsoft.com/office/drawing/2014/main" id="{ADA2E317-D1E4-5DBF-48E8-C6309B9830C7}"/>
              </a:ext>
            </a:extLst>
          </p:cNvPr>
          <p:cNvSpPr/>
          <p:nvPr/>
        </p:nvSpPr>
        <p:spPr>
          <a:xfrm>
            <a:off x="6279494" y="2565676"/>
            <a:ext cx="149566" cy="140890"/>
          </a:xfrm>
          <a:prstGeom prst="ellipse">
            <a:avLst/>
          </a:prstGeom>
          <a:solidFill>
            <a:srgbClr val="F9D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C1021509-5D15-4E55-D188-596C51DB4492}"/>
              </a:ext>
            </a:extLst>
          </p:cNvPr>
          <p:cNvSpPr/>
          <p:nvPr/>
        </p:nvSpPr>
        <p:spPr>
          <a:xfrm>
            <a:off x="8641653" y="3389943"/>
            <a:ext cx="149566" cy="140890"/>
          </a:xfrm>
          <a:prstGeom prst="ellipse">
            <a:avLst/>
          </a:prstGeom>
          <a:solidFill>
            <a:srgbClr val="B8908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162697A1-68D6-043F-F7C2-3CB8B602C490}"/>
              </a:ext>
            </a:extLst>
          </p:cNvPr>
          <p:cNvSpPr/>
          <p:nvPr/>
        </p:nvSpPr>
        <p:spPr>
          <a:xfrm>
            <a:off x="8642960" y="4241452"/>
            <a:ext cx="149566" cy="140890"/>
          </a:xfrm>
          <a:prstGeom prst="ellipse">
            <a:avLst/>
          </a:prstGeom>
          <a:solidFill>
            <a:srgbClr val="F9D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Oval 194">
            <a:extLst>
              <a:ext uri="{FF2B5EF4-FFF2-40B4-BE49-F238E27FC236}">
                <a16:creationId xmlns:a16="http://schemas.microsoft.com/office/drawing/2014/main" id="{E9149A75-22B3-23E4-D949-4B4D4C3423AC}"/>
              </a:ext>
            </a:extLst>
          </p:cNvPr>
          <p:cNvSpPr/>
          <p:nvPr/>
        </p:nvSpPr>
        <p:spPr>
          <a:xfrm>
            <a:off x="8652647" y="2600431"/>
            <a:ext cx="149566" cy="140890"/>
          </a:xfrm>
          <a:prstGeom prst="ellipse">
            <a:avLst/>
          </a:prstGeom>
          <a:solidFill>
            <a:srgbClr val="F9D8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9" name="Straight Connector 68">
            <a:extLst>
              <a:ext uri="{FF2B5EF4-FFF2-40B4-BE49-F238E27FC236}">
                <a16:creationId xmlns:a16="http://schemas.microsoft.com/office/drawing/2014/main" id="{6DA770FB-3E27-ED4A-EC8A-24B47C4A17AE}"/>
              </a:ext>
            </a:extLst>
          </p:cNvPr>
          <p:cNvCxnSpPr>
            <a:cxnSpLocks/>
            <a:endCxn id="190" idx="0"/>
          </p:cNvCxnSpPr>
          <p:nvPr/>
        </p:nvCxnSpPr>
        <p:spPr>
          <a:xfrm flipH="1">
            <a:off x="6343283" y="2726751"/>
            <a:ext cx="17099" cy="628437"/>
          </a:xfrm>
          <a:prstGeom prst="line">
            <a:avLst/>
          </a:prstGeom>
        </p:spPr>
        <p:style>
          <a:lnRef idx="2">
            <a:schemeClr val="accent1"/>
          </a:lnRef>
          <a:fillRef idx="0">
            <a:schemeClr val="accent1"/>
          </a:fillRef>
          <a:effectRef idx="1">
            <a:schemeClr val="accent1"/>
          </a:effectRef>
          <a:fontRef idx="minor">
            <a:schemeClr val="tx1"/>
          </a:fontRef>
        </p:style>
      </p:cxnSp>
      <p:cxnSp>
        <p:nvCxnSpPr>
          <p:cNvPr id="204" name="Straight Connector 203">
            <a:extLst>
              <a:ext uri="{FF2B5EF4-FFF2-40B4-BE49-F238E27FC236}">
                <a16:creationId xmlns:a16="http://schemas.microsoft.com/office/drawing/2014/main" id="{3A89687A-18FD-4495-BD45-A0A0B432C87D}"/>
              </a:ext>
            </a:extLst>
          </p:cNvPr>
          <p:cNvCxnSpPr>
            <a:cxnSpLocks/>
            <a:stCxn id="190" idx="4"/>
          </p:cNvCxnSpPr>
          <p:nvPr/>
        </p:nvCxnSpPr>
        <p:spPr>
          <a:xfrm flipH="1">
            <a:off x="6342276" y="3496078"/>
            <a:ext cx="1007" cy="70048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6" name="Straight Connector 215">
            <a:extLst>
              <a:ext uri="{FF2B5EF4-FFF2-40B4-BE49-F238E27FC236}">
                <a16:creationId xmlns:a16="http://schemas.microsoft.com/office/drawing/2014/main" id="{0AF6D2F7-F7CE-AE8C-EDF2-9716806085EB}"/>
              </a:ext>
            </a:extLst>
          </p:cNvPr>
          <p:cNvCxnSpPr>
            <a:cxnSpLocks/>
            <a:endCxn id="160" idx="2"/>
          </p:cNvCxnSpPr>
          <p:nvPr/>
        </p:nvCxnSpPr>
        <p:spPr>
          <a:xfrm>
            <a:off x="6383146" y="4350537"/>
            <a:ext cx="1013439" cy="471716"/>
          </a:xfrm>
          <a:prstGeom prst="line">
            <a:avLst/>
          </a:prstGeom>
        </p:spPr>
        <p:style>
          <a:lnRef idx="2">
            <a:schemeClr val="accent4"/>
          </a:lnRef>
          <a:fillRef idx="0">
            <a:schemeClr val="accent4"/>
          </a:fillRef>
          <a:effectRef idx="1">
            <a:schemeClr val="accent4"/>
          </a:effectRef>
          <a:fontRef idx="minor">
            <a:schemeClr val="tx1"/>
          </a:fontRef>
        </p:style>
      </p:cxnSp>
      <p:cxnSp>
        <p:nvCxnSpPr>
          <p:cNvPr id="74" name="Straight Connector 73">
            <a:extLst>
              <a:ext uri="{FF2B5EF4-FFF2-40B4-BE49-F238E27FC236}">
                <a16:creationId xmlns:a16="http://schemas.microsoft.com/office/drawing/2014/main" id="{466AEA67-0FF2-1CA7-A34B-C8C0A85C8879}"/>
              </a:ext>
            </a:extLst>
          </p:cNvPr>
          <p:cNvCxnSpPr>
            <a:cxnSpLocks/>
            <a:stCxn id="160" idx="6"/>
          </p:cNvCxnSpPr>
          <p:nvPr/>
        </p:nvCxnSpPr>
        <p:spPr>
          <a:xfrm flipV="1">
            <a:off x="7604931" y="4246569"/>
            <a:ext cx="614539" cy="575684"/>
          </a:xfrm>
          <a:prstGeom prst="line">
            <a:avLst/>
          </a:prstGeom>
        </p:spPr>
        <p:style>
          <a:lnRef idx="2">
            <a:schemeClr val="accent4"/>
          </a:lnRef>
          <a:fillRef idx="0">
            <a:schemeClr val="accent4"/>
          </a:fillRef>
          <a:effectRef idx="1">
            <a:schemeClr val="accent4"/>
          </a:effectRef>
          <a:fontRef idx="minor">
            <a:schemeClr val="tx1"/>
          </a:fontRef>
        </p:style>
      </p:cxnSp>
      <p:cxnSp>
        <p:nvCxnSpPr>
          <p:cNvPr id="225" name="Straight Connector 224">
            <a:extLst>
              <a:ext uri="{FF2B5EF4-FFF2-40B4-BE49-F238E27FC236}">
                <a16:creationId xmlns:a16="http://schemas.microsoft.com/office/drawing/2014/main" id="{C84481D9-26EB-7515-EB48-5EB8DE8C9411}"/>
              </a:ext>
            </a:extLst>
          </p:cNvPr>
          <p:cNvCxnSpPr>
            <a:cxnSpLocks/>
            <a:stCxn id="195" idx="4"/>
          </p:cNvCxnSpPr>
          <p:nvPr/>
        </p:nvCxnSpPr>
        <p:spPr>
          <a:xfrm flipH="1">
            <a:off x="8726982" y="2741321"/>
            <a:ext cx="448" cy="647506"/>
          </a:xfrm>
          <a:prstGeom prst="line">
            <a:avLst/>
          </a:prstGeom>
        </p:spPr>
        <p:style>
          <a:lnRef idx="2">
            <a:schemeClr val="accent1"/>
          </a:lnRef>
          <a:fillRef idx="0">
            <a:schemeClr val="accent1"/>
          </a:fillRef>
          <a:effectRef idx="1">
            <a:schemeClr val="accent1"/>
          </a:effectRef>
          <a:fontRef idx="minor">
            <a:schemeClr val="tx1"/>
          </a:fontRef>
        </p:style>
      </p:cxnSp>
      <p:cxnSp>
        <p:nvCxnSpPr>
          <p:cNvPr id="226" name="Straight Connector 225">
            <a:extLst>
              <a:ext uri="{FF2B5EF4-FFF2-40B4-BE49-F238E27FC236}">
                <a16:creationId xmlns:a16="http://schemas.microsoft.com/office/drawing/2014/main" id="{10CB34B4-E616-1C81-5A76-10B5AD9CBBF0}"/>
              </a:ext>
            </a:extLst>
          </p:cNvPr>
          <p:cNvCxnSpPr>
            <a:cxnSpLocks/>
            <a:stCxn id="67" idx="4"/>
          </p:cNvCxnSpPr>
          <p:nvPr/>
        </p:nvCxnSpPr>
        <p:spPr>
          <a:xfrm flipH="1">
            <a:off x="8712094" y="3530833"/>
            <a:ext cx="4342" cy="699541"/>
          </a:xfrm>
          <a:prstGeom prst="line">
            <a:avLst/>
          </a:prstGeom>
        </p:spPr>
        <p:style>
          <a:lnRef idx="2">
            <a:schemeClr val="accent1"/>
          </a:lnRef>
          <a:fillRef idx="0">
            <a:schemeClr val="accent1"/>
          </a:fillRef>
          <a:effectRef idx="1">
            <a:schemeClr val="accent1"/>
          </a:effectRef>
          <a:fontRef idx="minor">
            <a:schemeClr val="tx1"/>
          </a:fontRef>
        </p:style>
      </p:cxnSp>
      <p:cxnSp>
        <p:nvCxnSpPr>
          <p:cNvPr id="227" name="Straight Connector 226">
            <a:extLst>
              <a:ext uri="{FF2B5EF4-FFF2-40B4-BE49-F238E27FC236}">
                <a16:creationId xmlns:a16="http://schemas.microsoft.com/office/drawing/2014/main" id="{4C6C960F-2634-4511-D22A-678CD853C9EC}"/>
              </a:ext>
            </a:extLst>
          </p:cNvPr>
          <p:cNvCxnSpPr>
            <a:cxnSpLocks/>
          </p:cNvCxnSpPr>
          <p:nvPr/>
        </p:nvCxnSpPr>
        <p:spPr>
          <a:xfrm>
            <a:off x="6427871" y="2627577"/>
            <a:ext cx="2075980" cy="0"/>
          </a:xfrm>
          <a:prstGeom prst="line">
            <a:avLst/>
          </a:prstGeom>
        </p:spPr>
        <p:style>
          <a:lnRef idx="2">
            <a:schemeClr val="accent4"/>
          </a:lnRef>
          <a:fillRef idx="0">
            <a:schemeClr val="accent4"/>
          </a:fillRef>
          <a:effectRef idx="1">
            <a:schemeClr val="accent4"/>
          </a:effectRef>
          <a:fontRef idx="minor">
            <a:schemeClr val="tx1"/>
          </a:fontRef>
        </p:style>
      </p:cxnSp>
      <p:sp>
        <p:nvSpPr>
          <p:cNvPr id="79" name="Oval 78">
            <a:extLst>
              <a:ext uri="{FF2B5EF4-FFF2-40B4-BE49-F238E27FC236}">
                <a16:creationId xmlns:a16="http://schemas.microsoft.com/office/drawing/2014/main" id="{A113548E-BB56-1912-AA16-53200531B3E7}"/>
              </a:ext>
            </a:extLst>
          </p:cNvPr>
          <p:cNvSpPr/>
          <p:nvPr/>
        </p:nvSpPr>
        <p:spPr>
          <a:xfrm flipV="1">
            <a:off x="7367340" y="2437013"/>
            <a:ext cx="208346" cy="219363"/>
          </a:xfrm>
          <a:prstGeom prst="ellipse">
            <a:avLst/>
          </a:prstGeom>
          <a:solidFill>
            <a:srgbClr val="F9D2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0" name="Straight Connector 229">
            <a:extLst>
              <a:ext uri="{FF2B5EF4-FFF2-40B4-BE49-F238E27FC236}">
                <a16:creationId xmlns:a16="http://schemas.microsoft.com/office/drawing/2014/main" id="{F5B0CF6C-1CAC-CA72-7D6D-9C9326A3FF05}"/>
              </a:ext>
            </a:extLst>
          </p:cNvPr>
          <p:cNvCxnSpPr>
            <a:cxnSpLocks/>
            <a:stCxn id="195" idx="3"/>
            <a:endCxn id="26" idx="5"/>
          </p:cNvCxnSpPr>
          <p:nvPr/>
        </p:nvCxnSpPr>
        <p:spPr>
          <a:xfrm flipH="1">
            <a:off x="8342616" y="2720688"/>
            <a:ext cx="331934" cy="714097"/>
          </a:xfrm>
          <a:prstGeom prst="line">
            <a:avLst/>
          </a:prstGeom>
        </p:spPr>
        <p:style>
          <a:lnRef idx="2">
            <a:schemeClr val="accent1"/>
          </a:lnRef>
          <a:fillRef idx="0">
            <a:schemeClr val="accent1"/>
          </a:fillRef>
          <a:effectRef idx="1">
            <a:schemeClr val="accent1"/>
          </a:effectRef>
          <a:fontRef idx="minor">
            <a:schemeClr val="tx1"/>
          </a:fontRef>
        </p:style>
      </p:cxnSp>
      <p:cxnSp>
        <p:nvCxnSpPr>
          <p:cNvPr id="234" name="Straight Connector 233">
            <a:extLst>
              <a:ext uri="{FF2B5EF4-FFF2-40B4-BE49-F238E27FC236}">
                <a16:creationId xmlns:a16="http://schemas.microsoft.com/office/drawing/2014/main" id="{FCE4A507-68E4-DC59-A685-C11E025C0106}"/>
              </a:ext>
            </a:extLst>
          </p:cNvPr>
          <p:cNvCxnSpPr>
            <a:cxnSpLocks/>
            <a:stCxn id="26" idx="7"/>
          </p:cNvCxnSpPr>
          <p:nvPr/>
        </p:nvCxnSpPr>
        <p:spPr>
          <a:xfrm>
            <a:off x="8342616" y="3589898"/>
            <a:ext cx="319390" cy="595981"/>
          </a:xfrm>
          <a:prstGeom prst="line">
            <a:avLst/>
          </a:prstGeom>
        </p:spPr>
        <p:style>
          <a:lnRef idx="2">
            <a:schemeClr val="accent1"/>
          </a:lnRef>
          <a:fillRef idx="0">
            <a:schemeClr val="accent1"/>
          </a:fillRef>
          <a:effectRef idx="1">
            <a:schemeClr val="accent1"/>
          </a:effectRef>
          <a:fontRef idx="minor">
            <a:schemeClr val="tx1"/>
          </a:fontRef>
        </p:style>
      </p:cxnSp>
      <p:cxnSp>
        <p:nvCxnSpPr>
          <p:cNvPr id="236" name="Straight Connector 235">
            <a:extLst>
              <a:ext uri="{FF2B5EF4-FFF2-40B4-BE49-F238E27FC236}">
                <a16:creationId xmlns:a16="http://schemas.microsoft.com/office/drawing/2014/main" id="{D1CF263C-B9B8-1B27-1EC6-F78F108D80E5}"/>
              </a:ext>
            </a:extLst>
          </p:cNvPr>
          <p:cNvCxnSpPr>
            <a:cxnSpLocks/>
          </p:cNvCxnSpPr>
          <p:nvPr/>
        </p:nvCxnSpPr>
        <p:spPr>
          <a:xfrm>
            <a:off x="7484919" y="2437015"/>
            <a:ext cx="4"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239" name="Straight Connector 238">
            <a:extLst>
              <a:ext uri="{FF2B5EF4-FFF2-40B4-BE49-F238E27FC236}">
                <a16:creationId xmlns:a16="http://schemas.microsoft.com/office/drawing/2014/main" id="{55095896-8834-D266-3E7F-F01AB3A67652}"/>
              </a:ext>
            </a:extLst>
          </p:cNvPr>
          <p:cNvCxnSpPr>
            <a:cxnSpLocks/>
            <a:endCxn id="29" idx="3"/>
          </p:cNvCxnSpPr>
          <p:nvPr/>
        </p:nvCxnSpPr>
        <p:spPr>
          <a:xfrm>
            <a:off x="6361151" y="2725432"/>
            <a:ext cx="285436" cy="717492"/>
          </a:xfrm>
          <a:prstGeom prst="line">
            <a:avLst/>
          </a:prstGeom>
        </p:spPr>
        <p:style>
          <a:lnRef idx="2">
            <a:schemeClr val="accent1"/>
          </a:lnRef>
          <a:fillRef idx="0">
            <a:schemeClr val="accent1"/>
          </a:fillRef>
          <a:effectRef idx="1">
            <a:schemeClr val="accent1"/>
          </a:effectRef>
          <a:fontRef idx="minor">
            <a:schemeClr val="tx1"/>
          </a:fontRef>
        </p:style>
      </p:cxnSp>
      <p:cxnSp>
        <p:nvCxnSpPr>
          <p:cNvPr id="241" name="Straight Connector 240">
            <a:extLst>
              <a:ext uri="{FF2B5EF4-FFF2-40B4-BE49-F238E27FC236}">
                <a16:creationId xmlns:a16="http://schemas.microsoft.com/office/drawing/2014/main" id="{244C5948-E13B-0697-376E-536F7B9DFC85}"/>
              </a:ext>
            </a:extLst>
          </p:cNvPr>
          <p:cNvCxnSpPr>
            <a:cxnSpLocks/>
            <a:stCxn id="29" idx="1"/>
          </p:cNvCxnSpPr>
          <p:nvPr/>
        </p:nvCxnSpPr>
        <p:spPr>
          <a:xfrm flipH="1">
            <a:off x="6414410" y="3598037"/>
            <a:ext cx="232177" cy="675324"/>
          </a:xfrm>
          <a:prstGeom prst="line">
            <a:avLst/>
          </a:prstGeom>
        </p:spPr>
        <p:style>
          <a:lnRef idx="2">
            <a:schemeClr val="accent1"/>
          </a:lnRef>
          <a:fillRef idx="0">
            <a:schemeClr val="accent1"/>
          </a:fillRef>
          <a:effectRef idx="1">
            <a:schemeClr val="accent1"/>
          </a:effectRef>
          <a:fontRef idx="minor">
            <a:schemeClr val="tx1"/>
          </a:fontRef>
        </p:style>
      </p:cxnSp>
      <p:cxnSp>
        <p:nvCxnSpPr>
          <p:cNvPr id="243" name="Straight Connector 242">
            <a:extLst>
              <a:ext uri="{FF2B5EF4-FFF2-40B4-BE49-F238E27FC236}">
                <a16:creationId xmlns:a16="http://schemas.microsoft.com/office/drawing/2014/main" id="{ED16C277-C86B-2BD3-32B4-42F65AB2A6C5}"/>
              </a:ext>
            </a:extLst>
          </p:cNvPr>
          <p:cNvCxnSpPr>
            <a:cxnSpLocks/>
            <a:stCxn id="28" idx="3"/>
          </p:cNvCxnSpPr>
          <p:nvPr/>
        </p:nvCxnSpPr>
        <p:spPr>
          <a:xfrm flipH="1" flipV="1">
            <a:off x="6429870" y="2699645"/>
            <a:ext cx="217433" cy="142330"/>
          </a:xfrm>
          <a:prstGeom prst="line">
            <a:avLst/>
          </a:prstGeom>
        </p:spPr>
        <p:style>
          <a:lnRef idx="2">
            <a:schemeClr val="accent4"/>
          </a:lnRef>
          <a:fillRef idx="0">
            <a:schemeClr val="accent4"/>
          </a:fillRef>
          <a:effectRef idx="1">
            <a:schemeClr val="accent4"/>
          </a:effectRef>
          <a:fontRef idx="minor">
            <a:schemeClr val="tx1"/>
          </a:fontRef>
        </p:style>
      </p:cxnSp>
      <p:cxnSp>
        <p:nvCxnSpPr>
          <p:cNvPr id="245" name="Straight Connector 244">
            <a:extLst>
              <a:ext uri="{FF2B5EF4-FFF2-40B4-BE49-F238E27FC236}">
                <a16:creationId xmlns:a16="http://schemas.microsoft.com/office/drawing/2014/main" id="{6E6C22E8-90CD-0212-EDAC-119F855CADBA}"/>
              </a:ext>
            </a:extLst>
          </p:cNvPr>
          <p:cNvCxnSpPr>
            <a:cxnSpLocks/>
            <a:stCxn id="30" idx="1"/>
          </p:cNvCxnSpPr>
          <p:nvPr/>
        </p:nvCxnSpPr>
        <p:spPr>
          <a:xfrm flipH="1">
            <a:off x="6396352" y="4263435"/>
            <a:ext cx="258575" cy="28312"/>
          </a:xfrm>
          <a:prstGeom prst="line">
            <a:avLst/>
          </a:prstGeom>
        </p:spPr>
        <p:style>
          <a:lnRef idx="2">
            <a:schemeClr val="accent4"/>
          </a:lnRef>
          <a:fillRef idx="0">
            <a:schemeClr val="accent4"/>
          </a:fillRef>
          <a:effectRef idx="1">
            <a:schemeClr val="accent4"/>
          </a:effectRef>
          <a:fontRef idx="minor">
            <a:schemeClr val="tx1"/>
          </a:fontRef>
        </p:style>
      </p:cxnSp>
      <p:cxnSp>
        <p:nvCxnSpPr>
          <p:cNvPr id="248" name="Straight Connector 247">
            <a:extLst>
              <a:ext uri="{FF2B5EF4-FFF2-40B4-BE49-F238E27FC236}">
                <a16:creationId xmlns:a16="http://schemas.microsoft.com/office/drawing/2014/main" id="{DF09B612-F18D-5B60-F74B-93C50D8C4008}"/>
              </a:ext>
            </a:extLst>
          </p:cNvPr>
          <p:cNvCxnSpPr>
            <a:cxnSpLocks/>
            <a:stCxn id="29" idx="2"/>
            <a:endCxn id="190" idx="5"/>
          </p:cNvCxnSpPr>
          <p:nvPr/>
        </p:nvCxnSpPr>
        <p:spPr>
          <a:xfrm flipH="1" flipV="1">
            <a:off x="6396163" y="3475445"/>
            <a:ext cx="219912" cy="45035"/>
          </a:xfrm>
          <a:prstGeom prst="line">
            <a:avLst/>
          </a:prstGeom>
        </p:spPr>
        <p:style>
          <a:lnRef idx="2">
            <a:schemeClr val="accent4"/>
          </a:lnRef>
          <a:fillRef idx="0">
            <a:schemeClr val="accent4"/>
          </a:fillRef>
          <a:effectRef idx="1">
            <a:schemeClr val="accent4"/>
          </a:effectRef>
          <a:fontRef idx="minor">
            <a:schemeClr val="tx1"/>
          </a:fontRef>
        </p:style>
      </p:cxnSp>
      <p:cxnSp>
        <p:nvCxnSpPr>
          <p:cNvPr id="252" name="Straight Connector 251">
            <a:extLst>
              <a:ext uri="{FF2B5EF4-FFF2-40B4-BE49-F238E27FC236}">
                <a16:creationId xmlns:a16="http://schemas.microsoft.com/office/drawing/2014/main" id="{10AB0BAD-DD95-CFAE-FE44-DC49F038571F}"/>
              </a:ext>
            </a:extLst>
          </p:cNvPr>
          <p:cNvCxnSpPr>
            <a:cxnSpLocks/>
            <a:stCxn id="68" idx="2"/>
          </p:cNvCxnSpPr>
          <p:nvPr/>
        </p:nvCxnSpPr>
        <p:spPr>
          <a:xfrm flipH="1" flipV="1">
            <a:off x="8404919" y="4192374"/>
            <a:ext cx="238041" cy="119523"/>
          </a:xfrm>
          <a:prstGeom prst="line">
            <a:avLst/>
          </a:prstGeom>
        </p:spPr>
        <p:style>
          <a:lnRef idx="2">
            <a:schemeClr val="accent4"/>
          </a:lnRef>
          <a:fillRef idx="0">
            <a:schemeClr val="accent4"/>
          </a:fillRef>
          <a:effectRef idx="1">
            <a:schemeClr val="accent4"/>
          </a:effectRef>
          <a:fontRef idx="minor">
            <a:schemeClr val="tx1"/>
          </a:fontRef>
        </p:style>
      </p:cxnSp>
      <p:cxnSp>
        <p:nvCxnSpPr>
          <p:cNvPr id="256" name="Straight Connector 255">
            <a:extLst>
              <a:ext uri="{FF2B5EF4-FFF2-40B4-BE49-F238E27FC236}">
                <a16:creationId xmlns:a16="http://schemas.microsoft.com/office/drawing/2014/main" id="{DEC148FF-2D36-5D4A-BE3A-35A925789288}"/>
              </a:ext>
            </a:extLst>
          </p:cNvPr>
          <p:cNvCxnSpPr>
            <a:cxnSpLocks/>
            <a:stCxn id="67" idx="3"/>
          </p:cNvCxnSpPr>
          <p:nvPr/>
        </p:nvCxnSpPr>
        <p:spPr>
          <a:xfrm flipH="1">
            <a:off x="8385597" y="3510200"/>
            <a:ext cx="277959" cy="20960"/>
          </a:xfrm>
          <a:prstGeom prst="line">
            <a:avLst/>
          </a:prstGeom>
        </p:spPr>
        <p:style>
          <a:lnRef idx="2">
            <a:schemeClr val="accent4"/>
          </a:lnRef>
          <a:fillRef idx="0">
            <a:schemeClr val="accent4"/>
          </a:fillRef>
          <a:effectRef idx="1">
            <a:schemeClr val="accent4"/>
          </a:effectRef>
          <a:fontRef idx="minor">
            <a:schemeClr val="tx1"/>
          </a:fontRef>
        </p:style>
      </p:cxnSp>
      <p:cxnSp>
        <p:nvCxnSpPr>
          <p:cNvPr id="258" name="Straight Connector 257">
            <a:extLst>
              <a:ext uri="{FF2B5EF4-FFF2-40B4-BE49-F238E27FC236}">
                <a16:creationId xmlns:a16="http://schemas.microsoft.com/office/drawing/2014/main" id="{04A9E3B6-C635-CB2E-5875-E8732AF8304C}"/>
              </a:ext>
            </a:extLst>
          </p:cNvPr>
          <p:cNvCxnSpPr>
            <a:cxnSpLocks/>
            <a:stCxn id="195" idx="3"/>
          </p:cNvCxnSpPr>
          <p:nvPr/>
        </p:nvCxnSpPr>
        <p:spPr>
          <a:xfrm flipH="1">
            <a:off x="8360184" y="2720688"/>
            <a:ext cx="314366" cy="137852"/>
          </a:xfrm>
          <a:prstGeom prst="line">
            <a:avLst/>
          </a:prstGeom>
        </p:spPr>
        <p:style>
          <a:lnRef idx="2">
            <a:schemeClr val="accent4"/>
          </a:lnRef>
          <a:fillRef idx="0">
            <a:schemeClr val="accent4"/>
          </a:fillRef>
          <a:effectRef idx="1">
            <a:schemeClr val="accent4"/>
          </a:effectRef>
          <a:fontRef idx="minor">
            <a:schemeClr val="tx1"/>
          </a:fontRef>
        </p:style>
      </p:cxnSp>
      <p:cxnSp>
        <p:nvCxnSpPr>
          <p:cNvPr id="261" name="Straight Connector 260">
            <a:extLst>
              <a:ext uri="{FF2B5EF4-FFF2-40B4-BE49-F238E27FC236}">
                <a16:creationId xmlns:a16="http://schemas.microsoft.com/office/drawing/2014/main" id="{E6A5306B-332A-9942-4B17-1D4B1D8819D1}"/>
              </a:ext>
            </a:extLst>
          </p:cNvPr>
          <p:cNvCxnSpPr>
            <a:cxnSpLocks/>
            <a:stCxn id="28" idx="5"/>
            <a:endCxn id="58" idx="1"/>
          </p:cNvCxnSpPr>
          <p:nvPr/>
        </p:nvCxnSpPr>
        <p:spPr>
          <a:xfrm flipV="1">
            <a:off x="6794625" y="2169492"/>
            <a:ext cx="626672" cy="672483"/>
          </a:xfrm>
          <a:prstGeom prst="line">
            <a:avLst/>
          </a:prstGeom>
        </p:spPr>
        <p:style>
          <a:lnRef idx="2">
            <a:schemeClr val="accent4"/>
          </a:lnRef>
          <a:fillRef idx="0">
            <a:schemeClr val="accent4"/>
          </a:fillRef>
          <a:effectRef idx="1">
            <a:schemeClr val="accent4"/>
          </a:effectRef>
          <a:fontRef idx="minor">
            <a:schemeClr val="tx1"/>
          </a:fontRef>
        </p:style>
      </p:cxnSp>
      <p:cxnSp>
        <p:nvCxnSpPr>
          <p:cNvPr id="263" name="Straight Connector 262">
            <a:extLst>
              <a:ext uri="{FF2B5EF4-FFF2-40B4-BE49-F238E27FC236}">
                <a16:creationId xmlns:a16="http://schemas.microsoft.com/office/drawing/2014/main" id="{B96D86B7-A697-F60C-A223-B167ED5C4808}"/>
              </a:ext>
            </a:extLst>
          </p:cNvPr>
          <p:cNvCxnSpPr>
            <a:cxnSpLocks/>
            <a:endCxn id="58" idx="7"/>
          </p:cNvCxnSpPr>
          <p:nvPr/>
        </p:nvCxnSpPr>
        <p:spPr>
          <a:xfrm flipH="1" flipV="1">
            <a:off x="7554832" y="2169492"/>
            <a:ext cx="687474" cy="587670"/>
          </a:xfrm>
          <a:prstGeom prst="line">
            <a:avLst/>
          </a:prstGeom>
        </p:spPr>
        <p:style>
          <a:lnRef idx="2">
            <a:schemeClr val="accent4"/>
          </a:lnRef>
          <a:fillRef idx="0">
            <a:schemeClr val="accent4"/>
          </a:fillRef>
          <a:effectRef idx="1">
            <a:schemeClr val="accent4"/>
          </a:effectRef>
          <a:fontRef idx="minor">
            <a:schemeClr val="tx1"/>
          </a:fontRef>
        </p:style>
      </p:cxnSp>
      <p:sp>
        <p:nvSpPr>
          <p:cNvPr id="45" name="Free-form: Shape 44">
            <a:extLst>
              <a:ext uri="{FF2B5EF4-FFF2-40B4-BE49-F238E27FC236}">
                <a16:creationId xmlns:a16="http://schemas.microsoft.com/office/drawing/2014/main" id="{46F4C4E1-2327-1AC5-385B-08214E487CEF}"/>
              </a:ext>
            </a:extLst>
          </p:cNvPr>
          <p:cNvSpPr/>
          <p:nvPr/>
        </p:nvSpPr>
        <p:spPr>
          <a:xfrm>
            <a:off x="6986827" y="3206611"/>
            <a:ext cx="881940" cy="537412"/>
          </a:xfrm>
          <a:custGeom>
            <a:avLst/>
            <a:gdLst>
              <a:gd name="csX0" fmla="*/ 557758 w 1115339"/>
              <a:gd name="csY0" fmla="*/ 0 h 468052"/>
              <a:gd name="csX1" fmla="*/ 0 w 1115339"/>
              <a:gd name="csY1" fmla="*/ 235169 h 468052"/>
              <a:gd name="csX2" fmla="*/ 557582 w 1115339"/>
              <a:gd name="csY2" fmla="*/ 468052 h 468052"/>
              <a:gd name="csX3" fmla="*/ 1115339 w 1115339"/>
              <a:gd name="csY3" fmla="*/ 232003 h 468052"/>
            </a:gdLst>
            <a:ahLst/>
            <a:cxnLst>
              <a:cxn ang="0">
                <a:pos x="csX0" y="csY0"/>
              </a:cxn>
              <a:cxn ang="0">
                <a:pos x="csX1" y="csY1"/>
              </a:cxn>
              <a:cxn ang="0">
                <a:pos x="csX2" y="csY2"/>
              </a:cxn>
              <a:cxn ang="0">
                <a:pos x="csX3" y="csY3"/>
              </a:cxn>
            </a:cxnLst>
            <a:rect l="l" t="t" r="r" b="b"/>
            <a:pathLst>
              <a:path w="1115339" h="468052">
                <a:moveTo>
                  <a:pt x="557758" y="0"/>
                </a:moveTo>
                <a:lnTo>
                  <a:pt x="0" y="235169"/>
                </a:lnTo>
                <a:lnTo>
                  <a:pt x="557582" y="468052"/>
                </a:lnTo>
                <a:lnTo>
                  <a:pt x="1115339" y="232003"/>
                </a:lnTo>
                <a:close/>
              </a:path>
            </a:pathLst>
          </a:custGeom>
          <a:solidFill>
            <a:srgbClr val="F7C160"/>
          </a:solidFill>
          <a:ln w="1758" cap="flat">
            <a:noFill/>
            <a:prstDash val="solid"/>
            <a:miter/>
          </a:ln>
        </p:spPr>
        <p:txBody>
          <a:bodyPr/>
          <a:lstStyle/>
          <a:p>
            <a:endParaRPr lang="en-IN" dirty="0"/>
          </a:p>
        </p:txBody>
      </p:sp>
      <p:sp>
        <p:nvSpPr>
          <p:cNvPr id="33" name="Free-form: Shape 32">
            <a:extLst>
              <a:ext uri="{FF2B5EF4-FFF2-40B4-BE49-F238E27FC236}">
                <a16:creationId xmlns:a16="http://schemas.microsoft.com/office/drawing/2014/main" id="{6FA8AF1D-3ABA-356D-15D9-92BCFADF5E8A}"/>
              </a:ext>
            </a:extLst>
          </p:cNvPr>
          <p:cNvSpPr/>
          <p:nvPr/>
        </p:nvSpPr>
        <p:spPr>
          <a:xfrm flipV="1">
            <a:off x="7003194" y="3220454"/>
            <a:ext cx="878003" cy="333390"/>
          </a:xfrm>
          <a:custGeom>
            <a:avLst/>
            <a:gdLst>
              <a:gd name="csX0" fmla="*/ 741888 w 1483204"/>
              <a:gd name="csY0" fmla="*/ 392308 h 392308"/>
              <a:gd name="csX1" fmla="*/ 36731 w 1483204"/>
              <a:gd name="csY1" fmla="*/ 112110 h 392308"/>
              <a:gd name="csX2" fmla="*/ 4719 w 1483204"/>
              <a:gd name="csY2" fmla="*/ 38411 h 392308"/>
              <a:gd name="csX3" fmla="*/ 16328 w 1483204"/>
              <a:gd name="csY3" fmla="*/ 12555 h 392308"/>
              <a:gd name="csX4" fmla="*/ 35852 w 1483204"/>
              <a:gd name="csY4" fmla="*/ 4991 h 392308"/>
              <a:gd name="csX5" fmla="*/ 741360 w 1483204"/>
              <a:gd name="csY5" fmla="*/ 285189 h 392308"/>
              <a:gd name="csX6" fmla="*/ 1446868 w 1483204"/>
              <a:gd name="csY6" fmla="*/ 1122 h 392308"/>
              <a:gd name="csX7" fmla="*/ 1466568 w 1483204"/>
              <a:gd name="csY7" fmla="*/ 8509 h 392308"/>
              <a:gd name="csX8" fmla="*/ 1478353 w 1483204"/>
              <a:gd name="csY8" fmla="*/ 34365 h 392308"/>
              <a:gd name="csX9" fmla="*/ 1446868 w 1483204"/>
              <a:gd name="csY9" fmla="*/ 108241 h 392308"/>
              <a:gd name="csX10" fmla="*/ 741888 w 1483204"/>
              <a:gd name="csY10" fmla="*/ 392308 h 3923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483204" h="392308">
                <a:moveTo>
                  <a:pt x="741888" y="392308"/>
                </a:moveTo>
                <a:lnTo>
                  <a:pt x="36731" y="112110"/>
                </a:lnTo>
                <a:cubicBezTo>
                  <a:pt x="6126" y="99974"/>
                  <a:pt x="-8121" y="67082"/>
                  <a:pt x="4719" y="38411"/>
                </a:cubicBezTo>
                <a:lnTo>
                  <a:pt x="16328" y="12555"/>
                </a:lnTo>
                <a:cubicBezTo>
                  <a:pt x="19494" y="5343"/>
                  <a:pt x="28289" y="2001"/>
                  <a:pt x="35852" y="4991"/>
                </a:cubicBezTo>
                <a:lnTo>
                  <a:pt x="741360" y="285189"/>
                </a:lnTo>
                <a:lnTo>
                  <a:pt x="1446868" y="1122"/>
                </a:lnTo>
                <a:cubicBezTo>
                  <a:pt x="1454431" y="-1869"/>
                  <a:pt x="1463226" y="1297"/>
                  <a:pt x="1466568" y="8509"/>
                </a:cubicBezTo>
                <a:lnTo>
                  <a:pt x="1478353" y="34365"/>
                </a:lnTo>
                <a:cubicBezTo>
                  <a:pt x="1491369" y="62860"/>
                  <a:pt x="1477297" y="96104"/>
                  <a:pt x="1446868" y="108241"/>
                </a:cubicBezTo>
                <a:lnTo>
                  <a:pt x="741888" y="392308"/>
                </a:lnTo>
                <a:close/>
              </a:path>
            </a:pathLst>
          </a:custGeom>
          <a:solidFill>
            <a:srgbClr val="71B9D9"/>
          </a:solidFill>
          <a:ln w="1758" cap="flat">
            <a:noFill/>
            <a:prstDash val="solid"/>
            <a:miter/>
          </a:ln>
        </p:spPr>
        <p:txBody>
          <a:bodyPr/>
          <a:lstStyle/>
          <a:p>
            <a:endParaRPr lang="en-IN"/>
          </a:p>
        </p:txBody>
      </p:sp>
      <p:sp>
        <p:nvSpPr>
          <p:cNvPr id="44" name="Free-form: Shape 43">
            <a:extLst>
              <a:ext uri="{FF2B5EF4-FFF2-40B4-BE49-F238E27FC236}">
                <a16:creationId xmlns:a16="http://schemas.microsoft.com/office/drawing/2014/main" id="{8B242D12-7A0A-CF0C-F595-1623F2B59A2A}"/>
              </a:ext>
            </a:extLst>
          </p:cNvPr>
          <p:cNvSpPr/>
          <p:nvPr/>
        </p:nvSpPr>
        <p:spPr>
          <a:xfrm>
            <a:off x="6991152" y="2935293"/>
            <a:ext cx="902877" cy="674229"/>
          </a:xfrm>
          <a:custGeom>
            <a:avLst/>
            <a:gdLst>
              <a:gd name="csX0" fmla="*/ 557758 w 1115339"/>
              <a:gd name="csY0" fmla="*/ 0 h 467876"/>
              <a:gd name="csX1" fmla="*/ 0 w 1115339"/>
              <a:gd name="csY1" fmla="*/ 234993 h 467876"/>
              <a:gd name="csX2" fmla="*/ 557582 w 1115339"/>
              <a:gd name="csY2" fmla="*/ 467876 h 467876"/>
              <a:gd name="csX3" fmla="*/ 1115339 w 1115339"/>
              <a:gd name="csY3" fmla="*/ 231827 h 467876"/>
            </a:gdLst>
            <a:ahLst/>
            <a:cxnLst>
              <a:cxn ang="0">
                <a:pos x="csX0" y="csY0"/>
              </a:cxn>
              <a:cxn ang="0">
                <a:pos x="csX1" y="csY1"/>
              </a:cxn>
              <a:cxn ang="0">
                <a:pos x="csX2" y="csY2"/>
              </a:cxn>
              <a:cxn ang="0">
                <a:pos x="csX3" y="csY3"/>
              </a:cxn>
            </a:cxnLst>
            <a:rect l="l" t="t" r="r" b="b"/>
            <a:pathLst>
              <a:path w="1115339" h="467876">
                <a:moveTo>
                  <a:pt x="557758" y="0"/>
                </a:moveTo>
                <a:lnTo>
                  <a:pt x="0" y="234993"/>
                </a:lnTo>
                <a:lnTo>
                  <a:pt x="557582" y="467876"/>
                </a:lnTo>
                <a:lnTo>
                  <a:pt x="1115339" y="231827"/>
                </a:lnTo>
                <a:close/>
              </a:path>
            </a:pathLst>
          </a:custGeom>
          <a:solidFill>
            <a:srgbClr val="84C4AB"/>
          </a:solidFill>
          <a:ln w="1758" cap="flat">
            <a:noFill/>
            <a:prstDash val="solid"/>
            <a:miter/>
          </a:ln>
          <a:scene3d>
            <a:camera prst="orthographicFront"/>
            <a:lightRig rig="threePt" dir="t"/>
          </a:scene3d>
          <a:sp3d>
            <a:bevelT w="152400" h="50800" prst="softRound"/>
          </a:sp3d>
        </p:spPr>
        <p:txBody>
          <a:bodyPr/>
          <a:lstStyle/>
          <a:p>
            <a:endParaRPr lang="en-IN" dirty="0"/>
          </a:p>
        </p:txBody>
      </p:sp>
      <p:cxnSp>
        <p:nvCxnSpPr>
          <p:cNvPr id="147" name="Straight Connector 146">
            <a:extLst>
              <a:ext uri="{FF2B5EF4-FFF2-40B4-BE49-F238E27FC236}">
                <a16:creationId xmlns:a16="http://schemas.microsoft.com/office/drawing/2014/main" id="{4A647CC0-B1D7-CECF-6DFE-F4A3DAECA749}"/>
              </a:ext>
            </a:extLst>
          </p:cNvPr>
          <p:cNvCxnSpPr>
            <a:cxnSpLocks/>
            <a:endCxn id="160" idx="4"/>
          </p:cNvCxnSpPr>
          <p:nvPr/>
        </p:nvCxnSpPr>
        <p:spPr>
          <a:xfrm>
            <a:off x="7470471" y="4398991"/>
            <a:ext cx="30287" cy="313581"/>
          </a:xfrm>
          <a:prstGeom prst="line">
            <a:avLst/>
          </a:prstGeom>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66B48AFA-CF4E-EF4D-D09C-0F4EA8757024}"/>
              </a:ext>
            </a:extLst>
          </p:cNvPr>
          <p:cNvSpPr/>
          <p:nvPr/>
        </p:nvSpPr>
        <p:spPr>
          <a:xfrm>
            <a:off x="0" y="32368"/>
            <a:ext cx="12140101" cy="542586"/>
          </a:xfrm>
          <a:prstGeom prst="rect">
            <a:avLst/>
          </a:prstGeom>
          <a:solidFill>
            <a:schemeClr val="accent2">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How an AI Understands and Responds to Your Prompt</a:t>
            </a:r>
            <a:endParaRPr lang="en-US" sz="2800" b="1" dirty="0"/>
          </a:p>
        </p:txBody>
      </p:sp>
    </p:spTree>
    <p:extLst>
      <p:ext uri="{BB962C8B-B14F-4D97-AF65-F5344CB8AC3E}">
        <p14:creationId xmlns:p14="http://schemas.microsoft.com/office/powerpoint/2010/main" val="14668601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BC304-9204-1572-22E5-08706E2DAD0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DECC8EE-0063-39B3-93AC-83D5773A8CB8}"/>
              </a:ext>
            </a:extLst>
          </p:cNvPr>
          <p:cNvSpPr txBox="1"/>
          <p:nvPr/>
        </p:nvSpPr>
        <p:spPr>
          <a:xfrm>
            <a:off x="949729" y="175738"/>
            <a:ext cx="6097384" cy="430887"/>
          </a:xfrm>
          <a:prstGeom prst="rect">
            <a:avLst/>
          </a:prstGeom>
          <a:noFill/>
        </p:spPr>
        <p:txBody>
          <a:bodyPr wrap="square">
            <a:spAutoFit/>
          </a:bodyPr>
          <a:lstStyle/>
          <a:p>
            <a:r>
              <a:rPr lang="en-US" sz="2200" b="1" u="sng" dirty="0">
                <a:solidFill>
                  <a:schemeClr val="accent6">
                    <a:lumMod val="50000"/>
                  </a:schemeClr>
                </a:solidFill>
              </a:rPr>
              <a:t>Example: How the Model Processes a Prompt</a:t>
            </a:r>
          </a:p>
        </p:txBody>
      </p:sp>
      <p:sp>
        <p:nvSpPr>
          <p:cNvPr id="4" name="Rectangle: Rounded Corners 3">
            <a:extLst>
              <a:ext uri="{FF2B5EF4-FFF2-40B4-BE49-F238E27FC236}">
                <a16:creationId xmlns:a16="http://schemas.microsoft.com/office/drawing/2014/main" id="{E0D9879A-28B1-DE49-3596-2ECE7545A440}"/>
              </a:ext>
            </a:extLst>
          </p:cNvPr>
          <p:cNvSpPr/>
          <p:nvPr/>
        </p:nvSpPr>
        <p:spPr>
          <a:xfrm>
            <a:off x="949729" y="889361"/>
            <a:ext cx="2992582" cy="430888"/>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Step 1: User Prompt</a:t>
            </a:r>
          </a:p>
        </p:txBody>
      </p:sp>
      <p:sp>
        <p:nvSpPr>
          <p:cNvPr id="7" name="TextBox 6">
            <a:extLst>
              <a:ext uri="{FF2B5EF4-FFF2-40B4-BE49-F238E27FC236}">
                <a16:creationId xmlns:a16="http://schemas.microsoft.com/office/drawing/2014/main" id="{34D06E17-79B8-6467-4106-EC47860830E8}"/>
              </a:ext>
            </a:extLst>
          </p:cNvPr>
          <p:cNvSpPr txBox="1"/>
          <p:nvPr/>
        </p:nvSpPr>
        <p:spPr>
          <a:xfrm>
            <a:off x="949729" y="1440303"/>
            <a:ext cx="3202478" cy="861774"/>
          </a:xfrm>
          <a:prstGeom prst="rect">
            <a:avLst/>
          </a:prstGeom>
          <a:noFill/>
          <a:ln w="19050">
            <a:solidFill>
              <a:srgbClr val="00B9B3"/>
            </a:solidFill>
          </a:ln>
        </p:spPr>
        <p:txBody>
          <a:bodyPr wrap="square">
            <a:spAutoFit/>
          </a:bodyPr>
          <a:lstStyle/>
          <a:p>
            <a:pPr>
              <a:buNone/>
            </a:pPr>
            <a:r>
              <a:rPr lang="en-US" sz="1600" b="1" dirty="0"/>
              <a:t>Input Prompt</a:t>
            </a:r>
            <a:endParaRPr lang="en-US" sz="1600" dirty="0"/>
          </a:p>
          <a:p>
            <a:pPr>
              <a:buNone/>
            </a:pPr>
            <a:r>
              <a:rPr lang="en-US" sz="1600" dirty="0"/>
              <a:t>Explain prompt engineering in simple terms.</a:t>
            </a:r>
          </a:p>
        </p:txBody>
      </p:sp>
      <p:sp>
        <p:nvSpPr>
          <p:cNvPr id="8" name="Rectangle: Rounded Corners 7">
            <a:extLst>
              <a:ext uri="{FF2B5EF4-FFF2-40B4-BE49-F238E27FC236}">
                <a16:creationId xmlns:a16="http://schemas.microsoft.com/office/drawing/2014/main" id="{6A211E66-4E22-F26F-2F01-8C4119C93E79}"/>
              </a:ext>
            </a:extLst>
          </p:cNvPr>
          <p:cNvSpPr/>
          <p:nvPr/>
        </p:nvSpPr>
        <p:spPr>
          <a:xfrm>
            <a:off x="6168391" y="864490"/>
            <a:ext cx="2992582" cy="430887"/>
          </a:xfrm>
          <a:prstGeom prst="round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Step 2: Tokenization</a:t>
            </a:r>
          </a:p>
        </p:txBody>
      </p:sp>
      <p:sp>
        <p:nvSpPr>
          <p:cNvPr id="9" name="TextBox 8">
            <a:extLst>
              <a:ext uri="{FF2B5EF4-FFF2-40B4-BE49-F238E27FC236}">
                <a16:creationId xmlns:a16="http://schemas.microsoft.com/office/drawing/2014/main" id="{CB5548B3-57C4-C81C-FB18-A7C750915E98}"/>
              </a:ext>
            </a:extLst>
          </p:cNvPr>
          <p:cNvSpPr txBox="1"/>
          <p:nvPr/>
        </p:nvSpPr>
        <p:spPr>
          <a:xfrm>
            <a:off x="6168391" y="1647745"/>
            <a:ext cx="5356515" cy="1292662"/>
          </a:xfrm>
          <a:prstGeom prst="rect">
            <a:avLst/>
          </a:prstGeom>
          <a:noFill/>
          <a:ln w="19050">
            <a:solidFill>
              <a:srgbClr val="00B9B3"/>
            </a:solidFill>
          </a:ln>
        </p:spPr>
        <p:txBody>
          <a:bodyPr wrap="square">
            <a:spAutoFit/>
          </a:bodyPr>
          <a:lstStyle/>
          <a:p>
            <a:r>
              <a:rPr lang="en-US" sz="1600" b="1" dirty="0"/>
              <a:t>What happens</a:t>
            </a:r>
            <a:endParaRPr lang="en-US" sz="1600" dirty="0"/>
          </a:p>
          <a:p>
            <a:pPr marL="285750" indent="-285750">
              <a:buFont typeface="Arial" panose="020B0604020202020204" pitchFamily="34" charset="0"/>
              <a:buChar char="•"/>
            </a:pPr>
            <a:r>
              <a:rPr lang="en-US" sz="1600" dirty="0"/>
              <a:t>The prompt is broken into smaller units (tokens)</a:t>
            </a:r>
          </a:p>
          <a:p>
            <a:pPr>
              <a:buNone/>
            </a:pPr>
            <a:r>
              <a:rPr lang="en-US" sz="1400" b="1" dirty="0"/>
              <a:t>Simplified tokens:</a:t>
            </a:r>
          </a:p>
          <a:p>
            <a:pPr>
              <a:buNone/>
            </a:pPr>
            <a:endParaRPr lang="en-US" sz="1600" b="1" dirty="0"/>
          </a:p>
          <a:p>
            <a:pPr>
              <a:buNone/>
            </a:pPr>
            <a:r>
              <a:rPr lang="en-US" sz="1600" b="1" dirty="0"/>
              <a:t>Explain | prompt | engineering | in | simple | terms</a:t>
            </a:r>
          </a:p>
        </p:txBody>
      </p:sp>
      <p:sp>
        <p:nvSpPr>
          <p:cNvPr id="10" name="Rectangle: Rounded Corners 9">
            <a:extLst>
              <a:ext uri="{FF2B5EF4-FFF2-40B4-BE49-F238E27FC236}">
                <a16:creationId xmlns:a16="http://schemas.microsoft.com/office/drawing/2014/main" id="{CFE73565-4F88-D366-B329-2D5F2AB1AF2F}"/>
              </a:ext>
            </a:extLst>
          </p:cNvPr>
          <p:cNvSpPr/>
          <p:nvPr/>
        </p:nvSpPr>
        <p:spPr>
          <a:xfrm>
            <a:off x="823133" y="2408228"/>
            <a:ext cx="2992582" cy="673331"/>
          </a:xfrm>
          <a:prstGeom prst="round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Step 3: Embedding &amp; Encoding</a:t>
            </a:r>
          </a:p>
        </p:txBody>
      </p:sp>
      <p:sp>
        <p:nvSpPr>
          <p:cNvPr id="11" name="TextBox 10">
            <a:extLst>
              <a:ext uri="{FF2B5EF4-FFF2-40B4-BE49-F238E27FC236}">
                <a16:creationId xmlns:a16="http://schemas.microsoft.com/office/drawing/2014/main" id="{C9905C23-6464-3DE5-51E2-65A17009F8A5}"/>
              </a:ext>
            </a:extLst>
          </p:cNvPr>
          <p:cNvSpPr txBox="1"/>
          <p:nvPr/>
        </p:nvSpPr>
        <p:spPr>
          <a:xfrm>
            <a:off x="623626" y="3180667"/>
            <a:ext cx="5356515" cy="1323439"/>
          </a:xfrm>
          <a:prstGeom prst="rect">
            <a:avLst/>
          </a:prstGeom>
          <a:noFill/>
          <a:ln w="19050">
            <a:solidFill>
              <a:srgbClr val="00B9B3"/>
            </a:solidFill>
          </a:ln>
        </p:spPr>
        <p:txBody>
          <a:bodyPr wrap="square">
            <a:spAutoFit/>
          </a:bodyPr>
          <a:lstStyle/>
          <a:p>
            <a:r>
              <a:rPr lang="en-US" sz="1600" b="1" dirty="0"/>
              <a:t>What happens</a:t>
            </a:r>
            <a:endParaRPr lang="en-US" sz="1600" dirty="0"/>
          </a:p>
          <a:p>
            <a:pPr marL="285750" indent="-285750">
              <a:buFont typeface="Arial" panose="020B0604020202020204" pitchFamily="34" charset="0"/>
              <a:buChar char="•"/>
            </a:pPr>
            <a:r>
              <a:rPr lang="en-US" sz="1600" dirty="0"/>
              <a:t>Each token is converted into a numerical vector</a:t>
            </a:r>
          </a:p>
          <a:p>
            <a:pPr marL="285750" indent="-285750">
              <a:buFont typeface="Arial" panose="020B0604020202020204" pitchFamily="34" charset="0"/>
              <a:buChar char="•"/>
            </a:pPr>
            <a:r>
              <a:rPr lang="en-US" sz="1600" dirty="0"/>
              <a:t>Meaning, context, and relationships are encoded</a:t>
            </a:r>
          </a:p>
          <a:p>
            <a:pPr marL="285750" indent="-285750">
              <a:buFont typeface="Arial" panose="020B0604020202020204" pitchFamily="34" charset="0"/>
              <a:buChar char="•"/>
            </a:pPr>
            <a:r>
              <a:rPr lang="en-US" sz="1600" dirty="0"/>
              <a:t>“Explain” → instructional intent</a:t>
            </a:r>
          </a:p>
          <a:p>
            <a:pPr marL="285750" indent="-285750">
              <a:buFont typeface="Arial" panose="020B0604020202020204" pitchFamily="34" charset="0"/>
              <a:buChar char="•"/>
            </a:pPr>
            <a:r>
              <a:rPr lang="en-US" sz="1600" dirty="0"/>
              <a:t>“Simple terms” → low complexity expected</a:t>
            </a:r>
          </a:p>
        </p:txBody>
      </p:sp>
      <p:sp>
        <p:nvSpPr>
          <p:cNvPr id="12" name="Rectangle: Rounded Corners 11">
            <a:extLst>
              <a:ext uri="{FF2B5EF4-FFF2-40B4-BE49-F238E27FC236}">
                <a16:creationId xmlns:a16="http://schemas.microsoft.com/office/drawing/2014/main" id="{0FEE082F-2C52-7EF7-2830-27E9DC7A95FE}"/>
              </a:ext>
            </a:extLst>
          </p:cNvPr>
          <p:cNvSpPr/>
          <p:nvPr/>
        </p:nvSpPr>
        <p:spPr>
          <a:xfrm>
            <a:off x="6572249" y="3099581"/>
            <a:ext cx="2992582" cy="533082"/>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Step 4: Transformer Processing</a:t>
            </a:r>
          </a:p>
        </p:txBody>
      </p:sp>
      <p:sp>
        <p:nvSpPr>
          <p:cNvPr id="13" name="TextBox 12">
            <a:extLst>
              <a:ext uri="{FF2B5EF4-FFF2-40B4-BE49-F238E27FC236}">
                <a16:creationId xmlns:a16="http://schemas.microsoft.com/office/drawing/2014/main" id="{C982373D-6A4D-7587-592B-F857B967B378}"/>
              </a:ext>
            </a:extLst>
          </p:cNvPr>
          <p:cNvSpPr txBox="1"/>
          <p:nvPr/>
        </p:nvSpPr>
        <p:spPr>
          <a:xfrm>
            <a:off x="6572249" y="3707997"/>
            <a:ext cx="5356515" cy="1107996"/>
          </a:xfrm>
          <a:prstGeom prst="rect">
            <a:avLst/>
          </a:prstGeom>
          <a:noFill/>
          <a:ln w="19050">
            <a:solidFill>
              <a:srgbClr val="00B9B3"/>
            </a:solidFill>
          </a:ln>
        </p:spPr>
        <p:txBody>
          <a:bodyPr wrap="square">
            <a:spAutoFit/>
          </a:bodyPr>
          <a:lstStyle/>
          <a:p>
            <a:r>
              <a:rPr lang="en-US" b="1" dirty="0"/>
              <a:t>What happens</a:t>
            </a:r>
            <a:endParaRPr lang="en-US" dirty="0"/>
          </a:p>
          <a:p>
            <a:pPr marL="285750" indent="-285750">
              <a:buFont typeface="Arial" panose="020B0604020202020204" pitchFamily="34" charset="0"/>
              <a:buChar char="•"/>
            </a:pPr>
            <a:r>
              <a:rPr lang="en-US" sz="1600" dirty="0"/>
              <a:t>Multiple layers analyze relationships between tokens</a:t>
            </a:r>
          </a:p>
          <a:p>
            <a:pPr marL="285750" indent="-285750">
              <a:buFont typeface="Arial" panose="020B0604020202020204" pitchFamily="34" charset="0"/>
              <a:buChar char="•"/>
            </a:pPr>
            <a:r>
              <a:rPr lang="en-US" sz="1600" dirty="0"/>
              <a:t>Context is built across the entire prompt</a:t>
            </a:r>
          </a:p>
          <a:p>
            <a:pPr marL="285750" indent="-285750">
              <a:buFont typeface="Arial" panose="020B0604020202020204" pitchFamily="34" charset="0"/>
              <a:buChar char="•"/>
            </a:pPr>
            <a:r>
              <a:rPr lang="en-US" sz="1600" dirty="0"/>
              <a:t>The model determines tone, depth, and structure</a:t>
            </a:r>
          </a:p>
        </p:txBody>
      </p:sp>
      <p:sp>
        <p:nvSpPr>
          <p:cNvPr id="16" name="Rectangle: Rounded Corners 15">
            <a:extLst>
              <a:ext uri="{FF2B5EF4-FFF2-40B4-BE49-F238E27FC236}">
                <a16:creationId xmlns:a16="http://schemas.microsoft.com/office/drawing/2014/main" id="{B9654535-D81B-C3D1-D5E6-F3FDAAFF3F07}"/>
              </a:ext>
            </a:extLst>
          </p:cNvPr>
          <p:cNvSpPr/>
          <p:nvPr/>
        </p:nvSpPr>
        <p:spPr>
          <a:xfrm>
            <a:off x="3360073" y="4688052"/>
            <a:ext cx="2992582" cy="673331"/>
          </a:xfrm>
          <a:prstGeom prst="round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Step 5: Output Generation</a:t>
            </a:r>
          </a:p>
        </p:txBody>
      </p:sp>
      <p:sp>
        <p:nvSpPr>
          <p:cNvPr id="17" name="TextBox 16">
            <a:extLst>
              <a:ext uri="{FF2B5EF4-FFF2-40B4-BE49-F238E27FC236}">
                <a16:creationId xmlns:a16="http://schemas.microsoft.com/office/drawing/2014/main" id="{3FB0D621-0EDE-FE84-66DA-847B614A1F2B}"/>
              </a:ext>
            </a:extLst>
          </p:cNvPr>
          <p:cNvSpPr txBox="1"/>
          <p:nvPr/>
        </p:nvSpPr>
        <p:spPr>
          <a:xfrm>
            <a:off x="2446020" y="5479153"/>
            <a:ext cx="4601093" cy="1077218"/>
          </a:xfrm>
          <a:prstGeom prst="rect">
            <a:avLst/>
          </a:prstGeom>
          <a:noFill/>
          <a:ln w="19050">
            <a:solidFill>
              <a:srgbClr val="00B9B3"/>
            </a:solidFill>
          </a:ln>
        </p:spPr>
        <p:txBody>
          <a:bodyPr wrap="square">
            <a:spAutoFit/>
          </a:bodyPr>
          <a:lstStyle/>
          <a:p>
            <a:r>
              <a:rPr lang="en-US" sz="1600" b="1" dirty="0"/>
              <a:t>What happens</a:t>
            </a:r>
            <a:endParaRPr lang="en-US" sz="1600" dirty="0"/>
          </a:p>
          <a:p>
            <a:pPr marL="285750" indent="-285750">
              <a:buFont typeface="Arial" panose="020B0604020202020204" pitchFamily="34" charset="0"/>
              <a:buChar char="•"/>
            </a:pPr>
            <a:r>
              <a:rPr lang="en-US" sz="1600" dirty="0"/>
              <a:t>The model predicts the most likely next token</a:t>
            </a:r>
          </a:p>
          <a:p>
            <a:pPr marL="285750" indent="-285750">
              <a:buFont typeface="Arial" panose="020B0604020202020204" pitchFamily="34" charset="0"/>
              <a:buChar char="•"/>
            </a:pPr>
            <a:r>
              <a:rPr lang="en-US" sz="1600" dirty="0"/>
              <a:t>Tokens are generated one by one</a:t>
            </a:r>
          </a:p>
          <a:p>
            <a:pPr marL="285750" indent="-285750">
              <a:buFont typeface="Arial" panose="020B0604020202020204" pitchFamily="34" charset="0"/>
              <a:buChar char="•"/>
            </a:pPr>
            <a:r>
              <a:rPr lang="en-US" sz="1600" dirty="0"/>
              <a:t>A complete response is formed</a:t>
            </a:r>
          </a:p>
        </p:txBody>
      </p:sp>
    </p:spTree>
    <p:extLst>
      <p:ext uri="{BB962C8B-B14F-4D97-AF65-F5344CB8AC3E}">
        <p14:creationId xmlns:p14="http://schemas.microsoft.com/office/powerpoint/2010/main" val="3723049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77658-FDAA-2B55-CD5C-D2F866B5A5A2}"/>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5016455-D7F4-049C-ECCE-0C77A3E9751B}"/>
              </a:ext>
            </a:extLst>
          </p:cNvPr>
          <p:cNvSpPr txBox="1"/>
          <p:nvPr/>
        </p:nvSpPr>
        <p:spPr>
          <a:xfrm>
            <a:off x="3058996" y="5301561"/>
            <a:ext cx="5924708" cy="400110"/>
          </a:xfrm>
          <a:prstGeom prst="rect">
            <a:avLst/>
          </a:prstGeom>
          <a:solidFill>
            <a:schemeClr val="bg2">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pPr algn="ctr"/>
            <a:r>
              <a:rPr lang="en-US" sz="2000" dirty="0"/>
              <a:t>Most prompt problems start </a:t>
            </a:r>
            <a:r>
              <a:rPr lang="en-US" sz="2000" b="1" dirty="0"/>
              <a:t>before</a:t>
            </a:r>
            <a:r>
              <a:rPr lang="en-US" sz="2000" dirty="0"/>
              <a:t> typing begins.</a:t>
            </a:r>
            <a:endParaRPr lang="en-IN" sz="2000" dirty="0">
              <a:solidFill>
                <a:schemeClr val="bg1"/>
              </a:solidFill>
            </a:endParaRPr>
          </a:p>
        </p:txBody>
      </p:sp>
      <p:sp>
        <p:nvSpPr>
          <p:cNvPr id="5" name="TextBox 4">
            <a:extLst>
              <a:ext uri="{FF2B5EF4-FFF2-40B4-BE49-F238E27FC236}">
                <a16:creationId xmlns:a16="http://schemas.microsoft.com/office/drawing/2014/main" id="{1A74EADE-BEA4-53B8-D20D-B56E86719F1D}"/>
              </a:ext>
            </a:extLst>
          </p:cNvPr>
          <p:cNvSpPr txBox="1"/>
          <p:nvPr/>
        </p:nvSpPr>
        <p:spPr>
          <a:xfrm>
            <a:off x="-1293" y="180906"/>
            <a:ext cx="12192000" cy="646331"/>
          </a:xfrm>
          <a:prstGeom prst="rect">
            <a:avLst/>
          </a:prstGeom>
          <a:solidFill>
            <a:schemeClr val="accent2">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IN" sz="3600" dirty="0"/>
              <a:t>Planning Before Typing</a:t>
            </a:r>
            <a:endParaRPr lang="en-IN" sz="3600" b="1" dirty="0"/>
          </a:p>
        </p:txBody>
      </p:sp>
      <p:sp>
        <p:nvSpPr>
          <p:cNvPr id="15" name="TextBox 14">
            <a:extLst>
              <a:ext uri="{FF2B5EF4-FFF2-40B4-BE49-F238E27FC236}">
                <a16:creationId xmlns:a16="http://schemas.microsoft.com/office/drawing/2014/main" id="{D7E9035A-0C0B-9FBC-AF10-A65B6A189168}"/>
              </a:ext>
            </a:extLst>
          </p:cNvPr>
          <p:cNvSpPr txBox="1"/>
          <p:nvPr/>
        </p:nvSpPr>
        <p:spPr>
          <a:xfrm>
            <a:off x="2534314" y="1055409"/>
            <a:ext cx="7120785" cy="523220"/>
          </a:xfrm>
          <a:prstGeom prst="rect">
            <a:avLst/>
          </a:prstGeom>
          <a:noFill/>
        </p:spPr>
        <p:txBody>
          <a:bodyPr wrap="square">
            <a:spAutoFit/>
          </a:bodyPr>
          <a:lstStyle/>
          <a:p>
            <a:pPr algn="ctr"/>
            <a:r>
              <a:rPr lang="en-US" sz="2800" dirty="0">
                <a:solidFill>
                  <a:srgbClr val="4B5563"/>
                </a:solidFill>
              </a:rPr>
              <a:t>The first step in prompt is thinking.</a:t>
            </a:r>
          </a:p>
        </p:txBody>
      </p:sp>
      <p:sp>
        <p:nvSpPr>
          <p:cNvPr id="7" name="TextBox 6">
            <a:extLst>
              <a:ext uri="{FF2B5EF4-FFF2-40B4-BE49-F238E27FC236}">
                <a16:creationId xmlns:a16="http://schemas.microsoft.com/office/drawing/2014/main" id="{28E9DD2F-5D7C-332D-2923-A63C51D54111}"/>
              </a:ext>
            </a:extLst>
          </p:cNvPr>
          <p:cNvSpPr txBox="1"/>
          <p:nvPr/>
        </p:nvSpPr>
        <p:spPr>
          <a:xfrm>
            <a:off x="1056046" y="1955112"/>
            <a:ext cx="5947509" cy="400110"/>
          </a:xfrm>
          <a:prstGeom prst="rect">
            <a:avLst/>
          </a:prstGeom>
          <a:noFill/>
        </p:spPr>
        <p:txBody>
          <a:bodyPr wrap="square" numCol="1">
            <a:spAutoFit/>
          </a:bodyPr>
          <a:lstStyle/>
          <a:p>
            <a:r>
              <a:rPr lang="en-US" sz="2000" dirty="0">
                <a:solidFill>
                  <a:srgbClr val="1F2933"/>
                </a:solidFill>
              </a:rPr>
              <a:t>Before writing a prompt, you should pause and think.</a:t>
            </a:r>
          </a:p>
        </p:txBody>
      </p:sp>
      <p:sp>
        <p:nvSpPr>
          <p:cNvPr id="6" name="Freeform: Shape 5">
            <a:extLst>
              <a:ext uri="{FF2B5EF4-FFF2-40B4-BE49-F238E27FC236}">
                <a16:creationId xmlns:a16="http://schemas.microsoft.com/office/drawing/2014/main" id="{4760D29B-B7BD-5564-37CA-FE164942428D}"/>
              </a:ext>
            </a:extLst>
          </p:cNvPr>
          <p:cNvSpPr/>
          <p:nvPr/>
        </p:nvSpPr>
        <p:spPr>
          <a:xfrm>
            <a:off x="1120778" y="2531537"/>
            <a:ext cx="4345773" cy="515970"/>
          </a:xfrm>
          <a:custGeom>
            <a:avLst/>
            <a:gdLst>
              <a:gd name="csX0" fmla="*/ 0 w 5490308"/>
              <a:gd name="csY0" fmla="*/ 85997 h 515970"/>
              <a:gd name="csX1" fmla="*/ 85997 w 5490308"/>
              <a:gd name="csY1" fmla="*/ 0 h 515970"/>
              <a:gd name="csX2" fmla="*/ 5404311 w 5490308"/>
              <a:gd name="csY2" fmla="*/ 0 h 515970"/>
              <a:gd name="csX3" fmla="*/ 5490308 w 5490308"/>
              <a:gd name="csY3" fmla="*/ 85997 h 515970"/>
              <a:gd name="csX4" fmla="*/ 5490308 w 5490308"/>
              <a:gd name="csY4" fmla="*/ 429973 h 515970"/>
              <a:gd name="csX5" fmla="*/ 5404311 w 5490308"/>
              <a:gd name="csY5" fmla="*/ 515970 h 515970"/>
              <a:gd name="csX6" fmla="*/ 85997 w 5490308"/>
              <a:gd name="csY6" fmla="*/ 515970 h 515970"/>
              <a:gd name="csX7" fmla="*/ 0 w 5490308"/>
              <a:gd name="csY7" fmla="*/ 429973 h 515970"/>
              <a:gd name="csX8" fmla="*/ 0 w 5490308"/>
              <a:gd name="csY8" fmla="*/ 85997 h 5159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490308" h="515970">
                <a:moveTo>
                  <a:pt x="0" y="85997"/>
                </a:moveTo>
                <a:cubicBezTo>
                  <a:pt x="0" y="38502"/>
                  <a:pt x="38502" y="0"/>
                  <a:pt x="85997" y="0"/>
                </a:cubicBezTo>
                <a:lnTo>
                  <a:pt x="5404311" y="0"/>
                </a:lnTo>
                <a:cubicBezTo>
                  <a:pt x="5451806" y="0"/>
                  <a:pt x="5490308" y="38502"/>
                  <a:pt x="5490308" y="85997"/>
                </a:cubicBezTo>
                <a:lnTo>
                  <a:pt x="5490308" y="429973"/>
                </a:lnTo>
                <a:cubicBezTo>
                  <a:pt x="5490308" y="477468"/>
                  <a:pt x="5451806" y="515970"/>
                  <a:pt x="5404311" y="515970"/>
                </a:cubicBezTo>
                <a:lnTo>
                  <a:pt x="85997" y="515970"/>
                </a:lnTo>
                <a:cubicBezTo>
                  <a:pt x="38502" y="515970"/>
                  <a:pt x="0" y="477468"/>
                  <a:pt x="0" y="429973"/>
                </a:cubicBezTo>
                <a:lnTo>
                  <a:pt x="0" y="85997"/>
                </a:lnTo>
                <a:close/>
              </a:path>
            </a:pathLst>
          </a:custGeom>
          <a:solidFill>
            <a:schemeClr val="accent1">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5198" tIns="105198" rIns="105198" bIns="105198" numCol="1" spcCol="1270" anchor="ctr" anchorCtr="0">
            <a:noAutofit/>
          </a:bodyPr>
          <a:lstStyle/>
          <a:p>
            <a:pPr marL="0" lvl="0" indent="0" algn="l" defTabSz="933450">
              <a:lnSpc>
                <a:spcPct val="90000"/>
              </a:lnSpc>
              <a:spcBef>
                <a:spcPct val="0"/>
              </a:spcBef>
              <a:spcAft>
                <a:spcPct val="35000"/>
              </a:spcAft>
              <a:buNone/>
            </a:pPr>
            <a:r>
              <a:rPr lang="en-US" sz="2100" b="1" kern="1200" dirty="0"/>
              <a:t>Planning before typing helps you:</a:t>
            </a:r>
            <a:endParaRPr lang="en-IN" sz="2100" kern="1200" dirty="0"/>
          </a:p>
        </p:txBody>
      </p:sp>
      <p:sp>
        <p:nvSpPr>
          <p:cNvPr id="12" name="Freeform: Shape 11">
            <a:extLst>
              <a:ext uri="{FF2B5EF4-FFF2-40B4-BE49-F238E27FC236}">
                <a16:creationId xmlns:a16="http://schemas.microsoft.com/office/drawing/2014/main" id="{207BB6AA-D4F7-932A-2A29-F5F306A2E5CB}"/>
              </a:ext>
            </a:extLst>
          </p:cNvPr>
          <p:cNvSpPr/>
          <p:nvPr/>
        </p:nvSpPr>
        <p:spPr>
          <a:xfrm>
            <a:off x="1323625" y="3262566"/>
            <a:ext cx="4142926" cy="677723"/>
          </a:xfrm>
          <a:custGeom>
            <a:avLst/>
            <a:gdLst>
              <a:gd name="csX0" fmla="*/ 0 w 5420429"/>
              <a:gd name="csY0" fmla="*/ 77807 h 466830"/>
              <a:gd name="csX1" fmla="*/ 77807 w 5420429"/>
              <a:gd name="csY1" fmla="*/ 0 h 466830"/>
              <a:gd name="csX2" fmla="*/ 5342622 w 5420429"/>
              <a:gd name="csY2" fmla="*/ 0 h 466830"/>
              <a:gd name="csX3" fmla="*/ 5420429 w 5420429"/>
              <a:gd name="csY3" fmla="*/ 77807 h 466830"/>
              <a:gd name="csX4" fmla="*/ 5420429 w 5420429"/>
              <a:gd name="csY4" fmla="*/ 389023 h 466830"/>
              <a:gd name="csX5" fmla="*/ 5342622 w 5420429"/>
              <a:gd name="csY5" fmla="*/ 466830 h 466830"/>
              <a:gd name="csX6" fmla="*/ 77807 w 5420429"/>
              <a:gd name="csY6" fmla="*/ 466830 h 466830"/>
              <a:gd name="csX7" fmla="*/ 0 w 5420429"/>
              <a:gd name="csY7" fmla="*/ 389023 h 466830"/>
              <a:gd name="csX8" fmla="*/ 0 w 5420429"/>
              <a:gd name="csY8" fmla="*/ 77807 h 4668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420429" h="466830">
                <a:moveTo>
                  <a:pt x="0" y="77807"/>
                </a:moveTo>
                <a:cubicBezTo>
                  <a:pt x="0" y="34835"/>
                  <a:pt x="34835" y="0"/>
                  <a:pt x="77807" y="0"/>
                </a:cubicBezTo>
                <a:lnTo>
                  <a:pt x="5342622" y="0"/>
                </a:lnTo>
                <a:cubicBezTo>
                  <a:pt x="5385594" y="0"/>
                  <a:pt x="5420429" y="34835"/>
                  <a:pt x="5420429" y="77807"/>
                </a:cubicBezTo>
                <a:lnTo>
                  <a:pt x="5420429" y="389023"/>
                </a:lnTo>
                <a:cubicBezTo>
                  <a:pt x="5420429" y="431995"/>
                  <a:pt x="5385594" y="466830"/>
                  <a:pt x="5342622" y="466830"/>
                </a:cubicBezTo>
                <a:lnTo>
                  <a:pt x="77807" y="466830"/>
                </a:lnTo>
                <a:cubicBezTo>
                  <a:pt x="34835" y="466830"/>
                  <a:pt x="0" y="431995"/>
                  <a:pt x="0" y="389023"/>
                </a:cubicBezTo>
                <a:lnTo>
                  <a:pt x="0" y="77807"/>
                </a:lnTo>
                <a:close/>
              </a:path>
            </a:pathLst>
          </a:custGeom>
          <a:ln>
            <a:solidFill>
              <a:srgbClr val="DB5856"/>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95179" tIns="95179" rIns="95179" bIns="95179" numCol="1" spcCol="1270" anchor="ctr" anchorCtr="0">
            <a:noAutofit/>
          </a:bodyPr>
          <a:lstStyle/>
          <a:p>
            <a:pPr marL="0" lvl="0" indent="0" algn="l" defTabSz="844550">
              <a:lnSpc>
                <a:spcPct val="90000"/>
              </a:lnSpc>
              <a:spcBef>
                <a:spcPct val="0"/>
              </a:spcBef>
              <a:spcAft>
                <a:spcPct val="35000"/>
              </a:spcAft>
              <a:buNone/>
            </a:pPr>
            <a:r>
              <a:rPr lang="en-US" sz="1900" kern="1200" dirty="0"/>
              <a:t>Understand what you actually want</a:t>
            </a:r>
          </a:p>
          <a:p>
            <a:pPr lvl="0" defTabSz="844550">
              <a:lnSpc>
                <a:spcPct val="90000"/>
              </a:lnSpc>
              <a:spcBef>
                <a:spcPct val="0"/>
              </a:spcBef>
              <a:spcAft>
                <a:spcPct val="35000"/>
              </a:spcAft>
            </a:pPr>
            <a:r>
              <a:rPr lang="en-US" sz="2000" dirty="0"/>
              <a:t>→ </a:t>
            </a:r>
            <a:r>
              <a:rPr lang="en-US" sz="2000" b="1" dirty="0"/>
              <a:t>Clarify your goal</a:t>
            </a:r>
            <a:endParaRPr lang="en-US" sz="1900" kern="1200" dirty="0"/>
          </a:p>
        </p:txBody>
      </p:sp>
      <p:sp>
        <p:nvSpPr>
          <p:cNvPr id="14" name="Freeform: Shape 13">
            <a:extLst>
              <a:ext uri="{FF2B5EF4-FFF2-40B4-BE49-F238E27FC236}">
                <a16:creationId xmlns:a16="http://schemas.microsoft.com/office/drawing/2014/main" id="{4DE5CC36-A861-D35B-0921-65B21D936A7E}"/>
              </a:ext>
            </a:extLst>
          </p:cNvPr>
          <p:cNvSpPr/>
          <p:nvPr/>
        </p:nvSpPr>
        <p:spPr>
          <a:xfrm>
            <a:off x="1323624" y="4116604"/>
            <a:ext cx="4345771" cy="677723"/>
          </a:xfrm>
          <a:custGeom>
            <a:avLst/>
            <a:gdLst>
              <a:gd name="csX0" fmla="*/ 0 w 5420429"/>
              <a:gd name="csY0" fmla="*/ 77807 h 466830"/>
              <a:gd name="csX1" fmla="*/ 77807 w 5420429"/>
              <a:gd name="csY1" fmla="*/ 0 h 466830"/>
              <a:gd name="csX2" fmla="*/ 5342622 w 5420429"/>
              <a:gd name="csY2" fmla="*/ 0 h 466830"/>
              <a:gd name="csX3" fmla="*/ 5420429 w 5420429"/>
              <a:gd name="csY3" fmla="*/ 77807 h 466830"/>
              <a:gd name="csX4" fmla="*/ 5420429 w 5420429"/>
              <a:gd name="csY4" fmla="*/ 389023 h 466830"/>
              <a:gd name="csX5" fmla="*/ 5342622 w 5420429"/>
              <a:gd name="csY5" fmla="*/ 466830 h 466830"/>
              <a:gd name="csX6" fmla="*/ 77807 w 5420429"/>
              <a:gd name="csY6" fmla="*/ 466830 h 466830"/>
              <a:gd name="csX7" fmla="*/ 0 w 5420429"/>
              <a:gd name="csY7" fmla="*/ 389023 h 466830"/>
              <a:gd name="csX8" fmla="*/ 0 w 5420429"/>
              <a:gd name="csY8" fmla="*/ 77807 h 4668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420429" h="466830">
                <a:moveTo>
                  <a:pt x="0" y="77807"/>
                </a:moveTo>
                <a:cubicBezTo>
                  <a:pt x="0" y="34835"/>
                  <a:pt x="34835" y="0"/>
                  <a:pt x="77807" y="0"/>
                </a:cubicBezTo>
                <a:lnTo>
                  <a:pt x="5342622" y="0"/>
                </a:lnTo>
                <a:cubicBezTo>
                  <a:pt x="5385594" y="0"/>
                  <a:pt x="5420429" y="34835"/>
                  <a:pt x="5420429" y="77807"/>
                </a:cubicBezTo>
                <a:lnTo>
                  <a:pt x="5420429" y="389023"/>
                </a:lnTo>
                <a:cubicBezTo>
                  <a:pt x="5420429" y="431995"/>
                  <a:pt x="5385594" y="466830"/>
                  <a:pt x="5342622" y="466830"/>
                </a:cubicBezTo>
                <a:lnTo>
                  <a:pt x="77807" y="466830"/>
                </a:lnTo>
                <a:cubicBezTo>
                  <a:pt x="34835" y="466830"/>
                  <a:pt x="0" y="431995"/>
                  <a:pt x="0" y="389023"/>
                </a:cubicBezTo>
                <a:lnTo>
                  <a:pt x="0" y="77807"/>
                </a:lnTo>
                <a:close/>
              </a:path>
            </a:pathLst>
          </a:custGeom>
          <a:ln>
            <a:solidFill>
              <a:srgbClr val="DB5856"/>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95179" tIns="95179" rIns="95179" bIns="95179" numCol="1" spcCol="1270" anchor="ctr" anchorCtr="0">
            <a:noAutofit/>
          </a:bodyPr>
          <a:lstStyle/>
          <a:p>
            <a:pPr marL="0" lvl="0" indent="0" algn="l" defTabSz="844550">
              <a:lnSpc>
                <a:spcPct val="90000"/>
              </a:lnSpc>
              <a:spcBef>
                <a:spcPct val="0"/>
              </a:spcBef>
              <a:spcAft>
                <a:spcPct val="35000"/>
              </a:spcAft>
              <a:buNone/>
            </a:pPr>
            <a:r>
              <a:rPr lang="en-US" sz="1900" kern="1200" dirty="0"/>
              <a:t>Avoid unclear or confusing prompts</a:t>
            </a:r>
          </a:p>
          <a:p>
            <a:pPr lvl="0" defTabSz="844550">
              <a:lnSpc>
                <a:spcPct val="90000"/>
              </a:lnSpc>
              <a:spcBef>
                <a:spcPct val="0"/>
              </a:spcBef>
              <a:spcAft>
                <a:spcPct val="35000"/>
              </a:spcAft>
            </a:pPr>
            <a:r>
              <a:rPr lang="en-US" sz="2000" dirty="0"/>
              <a:t>→ </a:t>
            </a:r>
            <a:r>
              <a:rPr lang="en-US" sz="2000" b="1" dirty="0"/>
              <a:t>Avoid vague or confusing prompts</a:t>
            </a:r>
            <a:endParaRPr lang="en-IN" sz="1900" kern="1200" dirty="0"/>
          </a:p>
        </p:txBody>
      </p:sp>
      <p:sp>
        <p:nvSpPr>
          <p:cNvPr id="16" name="Freeform: Shape 15">
            <a:extLst>
              <a:ext uri="{FF2B5EF4-FFF2-40B4-BE49-F238E27FC236}">
                <a16:creationId xmlns:a16="http://schemas.microsoft.com/office/drawing/2014/main" id="{2582B0D6-28CF-5357-1920-81C823723769}"/>
              </a:ext>
            </a:extLst>
          </p:cNvPr>
          <p:cNvSpPr/>
          <p:nvPr/>
        </p:nvSpPr>
        <p:spPr>
          <a:xfrm>
            <a:off x="5804717" y="3189818"/>
            <a:ext cx="4345772" cy="691650"/>
          </a:xfrm>
          <a:custGeom>
            <a:avLst/>
            <a:gdLst>
              <a:gd name="csX0" fmla="*/ 0 w 5420429"/>
              <a:gd name="csY0" fmla="*/ 77807 h 466830"/>
              <a:gd name="csX1" fmla="*/ 77807 w 5420429"/>
              <a:gd name="csY1" fmla="*/ 0 h 466830"/>
              <a:gd name="csX2" fmla="*/ 5342622 w 5420429"/>
              <a:gd name="csY2" fmla="*/ 0 h 466830"/>
              <a:gd name="csX3" fmla="*/ 5420429 w 5420429"/>
              <a:gd name="csY3" fmla="*/ 77807 h 466830"/>
              <a:gd name="csX4" fmla="*/ 5420429 w 5420429"/>
              <a:gd name="csY4" fmla="*/ 389023 h 466830"/>
              <a:gd name="csX5" fmla="*/ 5342622 w 5420429"/>
              <a:gd name="csY5" fmla="*/ 466830 h 466830"/>
              <a:gd name="csX6" fmla="*/ 77807 w 5420429"/>
              <a:gd name="csY6" fmla="*/ 466830 h 466830"/>
              <a:gd name="csX7" fmla="*/ 0 w 5420429"/>
              <a:gd name="csY7" fmla="*/ 389023 h 466830"/>
              <a:gd name="csX8" fmla="*/ 0 w 5420429"/>
              <a:gd name="csY8" fmla="*/ 77807 h 4668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420429" h="466830">
                <a:moveTo>
                  <a:pt x="0" y="77807"/>
                </a:moveTo>
                <a:cubicBezTo>
                  <a:pt x="0" y="34835"/>
                  <a:pt x="34835" y="0"/>
                  <a:pt x="77807" y="0"/>
                </a:cubicBezTo>
                <a:lnTo>
                  <a:pt x="5342622" y="0"/>
                </a:lnTo>
                <a:cubicBezTo>
                  <a:pt x="5385594" y="0"/>
                  <a:pt x="5420429" y="34835"/>
                  <a:pt x="5420429" y="77807"/>
                </a:cubicBezTo>
                <a:lnTo>
                  <a:pt x="5420429" y="389023"/>
                </a:lnTo>
                <a:cubicBezTo>
                  <a:pt x="5420429" y="431995"/>
                  <a:pt x="5385594" y="466830"/>
                  <a:pt x="5342622" y="466830"/>
                </a:cubicBezTo>
                <a:lnTo>
                  <a:pt x="77807" y="466830"/>
                </a:lnTo>
                <a:cubicBezTo>
                  <a:pt x="34835" y="466830"/>
                  <a:pt x="0" y="431995"/>
                  <a:pt x="0" y="389023"/>
                </a:cubicBezTo>
                <a:lnTo>
                  <a:pt x="0" y="77807"/>
                </a:lnTo>
                <a:close/>
              </a:path>
            </a:pathLst>
          </a:custGeom>
          <a:ln>
            <a:solidFill>
              <a:srgbClr val="DB5856"/>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95179" tIns="95179" rIns="95179" bIns="95179" numCol="1" spcCol="1270" anchor="ctr" anchorCtr="0">
            <a:noAutofit/>
          </a:bodyPr>
          <a:lstStyle/>
          <a:p>
            <a:pPr marL="0" lvl="0" indent="0" algn="l" defTabSz="844550">
              <a:lnSpc>
                <a:spcPct val="90000"/>
              </a:lnSpc>
              <a:spcBef>
                <a:spcPct val="0"/>
              </a:spcBef>
              <a:spcAft>
                <a:spcPct val="35000"/>
              </a:spcAft>
              <a:buNone/>
            </a:pPr>
            <a:r>
              <a:rPr lang="en-US" sz="1900" kern="1200" dirty="0"/>
              <a:t>Reduce repeated attempts</a:t>
            </a:r>
          </a:p>
          <a:p>
            <a:pPr lvl="0" defTabSz="844550">
              <a:lnSpc>
                <a:spcPct val="90000"/>
              </a:lnSpc>
              <a:spcBef>
                <a:spcPct val="0"/>
              </a:spcBef>
              <a:spcAft>
                <a:spcPct val="35000"/>
              </a:spcAft>
            </a:pPr>
            <a:r>
              <a:rPr lang="en-US" sz="2000" dirty="0"/>
              <a:t>→ </a:t>
            </a:r>
            <a:r>
              <a:rPr lang="en-US" sz="2000" b="1" dirty="0"/>
              <a:t>Reduce trial-and-error</a:t>
            </a:r>
            <a:endParaRPr lang="en-US" sz="1900" kern="1200" dirty="0"/>
          </a:p>
        </p:txBody>
      </p:sp>
      <p:sp>
        <p:nvSpPr>
          <p:cNvPr id="17" name="Freeform: Shape 16">
            <a:extLst>
              <a:ext uri="{FF2B5EF4-FFF2-40B4-BE49-F238E27FC236}">
                <a16:creationId xmlns:a16="http://schemas.microsoft.com/office/drawing/2014/main" id="{F3BFC64D-3228-191E-12BC-A003DFA3B5B9}"/>
              </a:ext>
            </a:extLst>
          </p:cNvPr>
          <p:cNvSpPr/>
          <p:nvPr/>
        </p:nvSpPr>
        <p:spPr>
          <a:xfrm>
            <a:off x="5896157" y="4109640"/>
            <a:ext cx="4345772" cy="691650"/>
          </a:xfrm>
          <a:custGeom>
            <a:avLst/>
            <a:gdLst>
              <a:gd name="csX0" fmla="*/ 0 w 5420429"/>
              <a:gd name="csY0" fmla="*/ 77807 h 466830"/>
              <a:gd name="csX1" fmla="*/ 77807 w 5420429"/>
              <a:gd name="csY1" fmla="*/ 0 h 466830"/>
              <a:gd name="csX2" fmla="*/ 5342622 w 5420429"/>
              <a:gd name="csY2" fmla="*/ 0 h 466830"/>
              <a:gd name="csX3" fmla="*/ 5420429 w 5420429"/>
              <a:gd name="csY3" fmla="*/ 77807 h 466830"/>
              <a:gd name="csX4" fmla="*/ 5420429 w 5420429"/>
              <a:gd name="csY4" fmla="*/ 389023 h 466830"/>
              <a:gd name="csX5" fmla="*/ 5342622 w 5420429"/>
              <a:gd name="csY5" fmla="*/ 466830 h 466830"/>
              <a:gd name="csX6" fmla="*/ 77807 w 5420429"/>
              <a:gd name="csY6" fmla="*/ 466830 h 466830"/>
              <a:gd name="csX7" fmla="*/ 0 w 5420429"/>
              <a:gd name="csY7" fmla="*/ 389023 h 466830"/>
              <a:gd name="csX8" fmla="*/ 0 w 5420429"/>
              <a:gd name="csY8" fmla="*/ 77807 h 4668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420429" h="466830">
                <a:moveTo>
                  <a:pt x="0" y="77807"/>
                </a:moveTo>
                <a:cubicBezTo>
                  <a:pt x="0" y="34835"/>
                  <a:pt x="34835" y="0"/>
                  <a:pt x="77807" y="0"/>
                </a:cubicBezTo>
                <a:lnTo>
                  <a:pt x="5342622" y="0"/>
                </a:lnTo>
                <a:cubicBezTo>
                  <a:pt x="5385594" y="0"/>
                  <a:pt x="5420429" y="34835"/>
                  <a:pt x="5420429" y="77807"/>
                </a:cubicBezTo>
                <a:lnTo>
                  <a:pt x="5420429" y="389023"/>
                </a:lnTo>
                <a:cubicBezTo>
                  <a:pt x="5420429" y="431995"/>
                  <a:pt x="5385594" y="466830"/>
                  <a:pt x="5342622" y="466830"/>
                </a:cubicBezTo>
                <a:lnTo>
                  <a:pt x="77807" y="466830"/>
                </a:lnTo>
                <a:cubicBezTo>
                  <a:pt x="34835" y="466830"/>
                  <a:pt x="0" y="431995"/>
                  <a:pt x="0" y="389023"/>
                </a:cubicBezTo>
                <a:lnTo>
                  <a:pt x="0" y="77807"/>
                </a:lnTo>
                <a:close/>
              </a:path>
            </a:pathLst>
          </a:custGeom>
          <a:ln>
            <a:solidFill>
              <a:srgbClr val="DB5856"/>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95179" tIns="95179" rIns="95179" bIns="95179" numCol="1" spcCol="1270" anchor="ctr" anchorCtr="0">
            <a:noAutofit/>
          </a:bodyPr>
          <a:lstStyle/>
          <a:p>
            <a:pPr marL="0" lvl="0" indent="0" algn="l" defTabSz="844550">
              <a:lnSpc>
                <a:spcPct val="90000"/>
              </a:lnSpc>
              <a:spcBef>
                <a:spcPct val="0"/>
              </a:spcBef>
              <a:spcAft>
                <a:spcPct val="35000"/>
              </a:spcAft>
              <a:buNone/>
            </a:pPr>
            <a:r>
              <a:rPr lang="en-US" sz="1900" kern="1200" dirty="0"/>
              <a:t>Get better responses faster</a:t>
            </a:r>
          </a:p>
          <a:p>
            <a:pPr lvl="0" defTabSz="844550">
              <a:lnSpc>
                <a:spcPct val="90000"/>
              </a:lnSpc>
              <a:spcBef>
                <a:spcPct val="0"/>
              </a:spcBef>
              <a:spcAft>
                <a:spcPct val="35000"/>
              </a:spcAft>
            </a:pPr>
            <a:r>
              <a:rPr lang="en-US" sz="2000" dirty="0"/>
              <a:t>→ </a:t>
            </a:r>
            <a:r>
              <a:rPr lang="en-US" sz="2000" b="1" dirty="0"/>
              <a:t>Get useful responses faster</a:t>
            </a:r>
            <a:endParaRPr lang="en-IN" sz="1900" kern="1200" dirty="0"/>
          </a:p>
        </p:txBody>
      </p:sp>
    </p:spTree>
    <p:extLst>
      <p:ext uri="{BB962C8B-B14F-4D97-AF65-F5344CB8AC3E}">
        <p14:creationId xmlns:p14="http://schemas.microsoft.com/office/powerpoint/2010/main" val="4060637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9309C-DF7F-0B9E-1DAE-11D71B3EF683}"/>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E4B039B7-B7A5-CC8C-96A2-91F67DF8F343}"/>
              </a:ext>
            </a:extLst>
          </p:cNvPr>
          <p:cNvSpPr txBox="1"/>
          <p:nvPr/>
        </p:nvSpPr>
        <p:spPr>
          <a:xfrm>
            <a:off x="2236348" y="5662500"/>
            <a:ext cx="7535156" cy="400110"/>
          </a:xfrm>
          <a:prstGeom prst="rect">
            <a:avLst/>
          </a:prstGeom>
          <a:solidFill>
            <a:schemeClr val="accent6">
              <a:lumMod val="20000"/>
              <a:lumOff val="8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pPr algn="ctr"/>
            <a:r>
              <a:rPr lang="en-US" sz="2000" dirty="0">
                <a:solidFill>
                  <a:srgbClr val="4B5563"/>
                </a:solidFill>
              </a:rPr>
              <a:t>Thinking before typing leads to clearer and more useful prompts.</a:t>
            </a:r>
            <a:endParaRPr lang="en-IN" sz="2000" dirty="0">
              <a:solidFill>
                <a:srgbClr val="4B5563"/>
              </a:solidFill>
            </a:endParaRPr>
          </a:p>
        </p:txBody>
      </p:sp>
      <p:sp>
        <p:nvSpPr>
          <p:cNvPr id="5" name="TextBox 4">
            <a:extLst>
              <a:ext uri="{FF2B5EF4-FFF2-40B4-BE49-F238E27FC236}">
                <a16:creationId xmlns:a16="http://schemas.microsoft.com/office/drawing/2014/main" id="{C5888361-D6E0-6AF2-B64C-4576A8DA1BF7}"/>
              </a:ext>
            </a:extLst>
          </p:cNvPr>
          <p:cNvSpPr txBox="1"/>
          <p:nvPr/>
        </p:nvSpPr>
        <p:spPr>
          <a:xfrm>
            <a:off x="301752" y="305412"/>
            <a:ext cx="8291990" cy="523220"/>
          </a:xfrm>
          <a:prstGeom prst="rect">
            <a:avLst/>
          </a:prstGeom>
          <a:solidFill>
            <a:schemeClr val="accent4">
              <a:lumMod val="5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US" sz="2800" dirty="0"/>
              <a:t>Why Planning Before Typing Improves Prompts</a:t>
            </a:r>
            <a:endParaRPr lang="en-IN" sz="2800" b="1" dirty="0"/>
          </a:p>
        </p:txBody>
      </p:sp>
      <p:sp>
        <p:nvSpPr>
          <p:cNvPr id="15" name="TextBox 14">
            <a:extLst>
              <a:ext uri="{FF2B5EF4-FFF2-40B4-BE49-F238E27FC236}">
                <a16:creationId xmlns:a16="http://schemas.microsoft.com/office/drawing/2014/main" id="{0D0B0E21-0ED6-16AB-0E84-72AD47A78501}"/>
              </a:ext>
            </a:extLst>
          </p:cNvPr>
          <p:cNvSpPr txBox="1"/>
          <p:nvPr/>
        </p:nvSpPr>
        <p:spPr>
          <a:xfrm>
            <a:off x="2236348" y="1189205"/>
            <a:ext cx="7120785" cy="523220"/>
          </a:xfrm>
          <a:prstGeom prst="rect">
            <a:avLst/>
          </a:prstGeom>
          <a:noFill/>
        </p:spPr>
        <p:txBody>
          <a:bodyPr wrap="square">
            <a:spAutoFit/>
          </a:bodyPr>
          <a:lstStyle/>
          <a:p>
            <a:pPr algn="ctr"/>
            <a:r>
              <a:rPr lang="en-US" sz="2800" dirty="0">
                <a:solidFill>
                  <a:srgbClr val="4B5563"/>
                </a:solidFill>
              </a:rPr>
              <a:t>How thinking first improves prompts</a:t>
            </a:r>
          </a:p>
        </p:txBody>
      </p:sp>
      <p:sp>
        <p:nvSpPr>
          <p:cNvPr id="7" name="TextBox 6">
            <a:extLst>
              <a:ext uri="{FF2B5EF4-FFF2-40B4-BE49-F238E27FC236}">
                <a16:creationId xmlns:a16="http://schemas.microsoft.com/office/drawing/2014/main" id="{12DE0868-0F9D-58EC-9278-B59235CC7C7B}"/>
              </a:ext>
            </a:extLst>
          </p:cNvPr>
          <p:cNvSpPr txBox="1"/>
          <p:nvPr/>
        </p:nvSpPr>
        <p:spPr>
          <a:xfrm>
            <a:off x="6182520" y="2484164"/>
            <a:ext cx="5037513" cy="1015663"/>
          </a:xfrm>
          <a:prstGeom prst="rect">
            <a:avLst/>
          </a:prstGeom>
          <a:noFill/>
          <a:ln w="28575">
            <a:solidFill>
              <a:srgbClr val="00B050"/>
            </a:solidFill>
          </a:ln>
        </p:spPr>
        <p:txBody>
          <a:bodyPr wrap="square" numCol="1">
            <a:spAutoFit/>
          </a:bodyPr>
          <a:lstStyle/>
          <a:p>
            <a:r>
              <a:rPr lang="en-US" sz="2000" dirty="0">
                <a:solidFill>
                  <a:srgbClr val="1F2933"/>
                </a:solidFill>
              </a:rPr>
              <a:t>Explain data science to a beginner student, focusing on real-life use cases, in simple language.</a:t>
            </a:r>
          </a:p>
        </p:txBody>
      </p:sp>
      <p:sp>
        <p:nvSpPr>
          <p:cNvPr id="3" name="TextBox 2">
            <a:extLst>
              <a:ext uri="{FF2B5EF4-FFF2-40B4-BE49-F238E27FC236}">
                <a16:creationId xmlns:a16="http://schemas.microsoft.com/office/drawing/2014/main" id="{27416589-0AC2-FE5B-0DB2-7FAEF6588F99}"/>
              </a:ext>
            </a:extLst>
          </p:cNvPr>
          <p:cNvSpPr txBox="1"/>
          <p:nvPr/>
        </p:nvSpPr>
        <p:spPr>
          <a:xfrm>
            <a:off x="5632704" y="3779411"/>
            <a:ext cx="6166655" cy="1363406"/>
          </a:xfrm>
          <a:prstGeom prst="rect">
            <a:avLst/>
          </a:prstGeom>
          <a:solidFill>
            <a:schemeClr val="bg2">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r>
              <a:rPr lang="en-US" sz="2000" b="1" dirty="0">
                <a:solidFill>
                  <a:srgbClr val="1F2933"/>
                </a:solidFill>
              </a:rPr>
              <a:t>Before writing the prompt, the user thought about:</a:t>
            </a:r>
          </a:p>
          <a:p>
            <a:pPr marL="342900" indent="-342900">
              <a:buFont typeface="Arial" panose="020B0604020202020204" pitchFamily="34" charset="0"/>
              <a:buChar char="•"/>
            </a:pPr>
            <a:r>
              <a:rPr lang="en-US" sz="2000" dirty="0">
                <a:solidFill>
                  <a:srgbClr val="1F2933"/>
                </a:solidFill>
              </a:rPr>
              <a:t>Who the response is for</a:t>
            </a:r>
          </a:p>
          <a:p>
            <a:pPr marL="342900" indent="-342900">
              <a:buFont typeface="Arial" panose="020B0604020202020204" pitchFamily="34" charset="0"/>
              <a:buChar char="•"/>
            </a:pPr>
            <a:r>
              <a:rPr lang="en-US" sz="2000" dirty="0">
                <a:solidFill>
                  <a:srgbClr val="1F2933"/>
                </a:solidFill>
              </a:rPr>
              <a:t>What needs to be explained</a:t>
            </a:r>
          </a:p>
          <a:p>
            <a:pPr marL="342900" indent="-342900">
              <a:buFont typeface="Arial" panose="020B0604020202020204" pitchFamily="34" charset="0"/>
              <a:buChar char="•"/>
            </a:pPr>
            <a:r>
              <a:rPr lang="en-US" sz="2000" dirty="0">
                <a:solidFill>
                  <a:srgbClr val="1F2933"/>
                </a:solidFill>
              </a:rPr>
              <a:t>Why the explanation is needed</a:t>
            </a:r>
          </a:p>
        </p:txBody>
      </p:sp>
      <p:sp>
        <p:nvSpPr>
          <p:cNvPr id="2" name="Freeform: Shape 1">
            <a:extLst>
              <a:ext uri="{FF2B5EF4-FFF2-40B4-BE49-F238E27FC236}">
                <a16:creationId xmlns:a16="http://schemas.microsoft.com/office/drawing/2014/main" id="{EE23492D-6CFC-2AEE-E20C-3D910EEEED25}"/>
              </a:ext>
            </a:extLst>
          </p:cNvPr>
          <p:cNvSpPr/>
          <p:nvPr/>
        </p:nvSpPr>
        <p:spPr>
          <a:xfrm>
            <a:off x="1168909" y="1969113"/>
            <a:ext cx="2911532" cy="416640"/>
          </a:xfrm>
          <a:custGeom>
            <a:avLst/>
            <a:gdLst>
              <a:gd name="csX0" fmla="*/ 0 w 4100677"/>
              <a:gd name="csY0" fmla="*/ 81902 h 491400"/>
              <a:gd name="csX1" fmla="*/ 81902 w 4100677"/>
              <a:gd name="csY1" fmla="*/ 0 h 491400"/>
              <a:gd name="csX2" fmla="*/ 4018775 w 4100677"/>
              <a:gd name="csY2" fmla="*/ 0 h 491400"/>
              <a:gd name="csX3" fmla="*/ 4100677 w 4100677"/>
              <a:gd name="csY3" fmla="*/ 81902 h 491400"/>
              <a:gd name="csX4" fmla="*/ 4100677 w 4100677"/>
              <a:gd name="csY4" fmla="*/ 409498 h 491400"/>
              <a:gd name="csX5" fmla="*/ 4018775 w 4100677"/>
              <a:gd name="csY5" fmla="*/ 491400 h 491400"/>
              <a:gd name="csX6" fmla="*/ 81902 w 4100677"/>
              <a:gd name="csY6" fmla="*/ 491400 h 491400"/>
              <a:gd name="csX7" fmla="*/ 0 w 4100677"/>
              <a:gd name="csY7" fmla="*/ 409498 h 491400"/>
              <a:gd name="csX8" fmla="*/ 0 w 4100677"/>
              <a:gd name="csY8" fmla="*/ 81902 h 491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100677" h="491400">
                <a:moveTo>
                  <a:pt x="0" y="81902"/>
                </a:moveTo>
                <a:cubicBezTo>
                  <a:pt x="0" y="36669"/>
                  <a:pt x="36669" y="0"/>
                  <a:pt x="81902" y="0"/>
                </a:cubicBezTo>
                <a:lnTo>
                  <a:pt x="4018775" y="0"/>
                </a:lnTo>
                <a:cubicBezTo>
                  <a:pt x="4064008" y="0"/>
                  <a:pt x="4100677" y="36669"/>
                  <a:pt x="4100677" y="81902"/>
                </a:cubicBezTo>
                <a:lnTo>
                  <a:pt x="4100677" y="409498"/>
                </a:lnTo>
                <a:cubicBezTo>
                  <a:pt x="4100677" y="454731"/>
                  <a:pt x="4064008" y="491400"/>
                  <a:pt x="4018775" y="491400"/>
                </a:cubicBezTo>
                <a:lnTo>
                  <a:pt x="81902" y="491400"/>
                </a:lnTo>
                <a:cubicBezTo>
                  <a:pt x="36669" y="491400"/>
                  <a:pt x="0" y="454731"/>
                  <a:pt x="0" y="409498"/>
                </a:cubicBezTo>
                <a:lnTo>
                  <a:pt x="0" y="81902"/>
                </a:lnTo>
                <a:close/>
              </a:path>
            </a:pathLst>
          </a:custGeom>
          <a:solidFill>
            <a:schemeClr val="accent5">
              <a:lumMod val="5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0188" tIns="100188" rIns="100188" bIns="100188" numCol="1" spcCol="1270" anchor="ctr" anchorCtr="0">
            <a:noAutofit/>
          </a:bodyPr>
          <a:lstStyle/>
          <a:p>
            <a:pPr lvl="0" defTabSz="889000">
              <a:lnSpc>
                <a:spcPct val="90000"/>
              </a:lnSpc>
              <a:spcBef>
                <a:spcPct val="0"/>
              </a:spcBef>
              <a:spcAft>
                <a:spcPct val="35000"/>
              </a:spcAft>
            </a:pPr>
            <a:r>
              <a:rPr lang="en-US" sz="2000" b="1" dirty="0"/>
              <a:t>Unstructured Prompt</a:t>
            </a:r>
            <a:endParaRPr lang="en-IN" sz="2000" b="1" kern="1200" dirty="0"/>
          </a:p>
        </p:txBody>
      </p:sp>
      <p:sp>
        <p:nvSpPr>
          <p:cNvPr id="6" name="TextBox 5">
            <a:extLst>
              <a:ext uri="{FF2B5EF4-FFF2-40B4-BE49-F238E27FC236}">
                <a16:creationId xmlns:a16="http://schemas.microsoft.com/office/drawing/2014/main" id="{7CC6A251-AD4D-265C-826A-B47DDE5FA939}"/>
              </a:ext>
            </a:extLst>
          </p:cNvPr>
          <p:cNvSpPr txBox="1"/>
          <p:nvPr/>
        </p:nvSpPr>
        <p:spPr>
          <a:xfrm>
            <a:off x="1244831" y="2622664"/>
            <a:ext cx="2911533" cy="369332"/>
          </a:xfrm>
          <a:prstGeom prst="rect">
            <a:avLst/>
          </a:prstGeom>
          <a:noFill/>
          <a:ln w="28575">
            <a:solidFill>
              <a:schemeClr val="accent3">
                <a:lumMod val="60000"/>
                <a:lumOff val="40000"/>
              </a:schemeClr>
            </a:solidFill>
          </a:ln>
        </p:spPr>
        <p:txBody>
          <a:bodyPr wrap="square">
            <a:spAutoFit/>
          </a:bodyPr>
          <a:lstStyle/>
          <a:p>
            <a:r>
              <a:rPr lang="en-US" dirty="0"/>
              <a:t>Explain data science.</a:t>
            </a:r>
          </a:p>
        </p:txBody>
      </p:sp>
      <p:sp>
        <p:nvSpPr>
          <p:cNvPr id="10" name="Freeform: Shape 9">
            <a:extLst>
              <a:ext uri="{FF2B5EF4-FFF2-40B4-BE49-F238E27FC236}">
                <a16:creationId xmlns:a16="http://schemas.microsoft.com/office/drawing/2014/main" id="{3D9C7741-689B-0899-1284-F9CEA227908F}"/>
              </a:ext>
            </a:extLst>
          </p:cNvPr>
          <p:cNvSpPr/>
          <p:nvPr/>
        </p:nvSpPr>
        <p:spPr>
          <a:xfrm>
            <a:off x="6182520" y="1875620"/>
            <a:ext cx="2630008" cy="416640"/>
          </a:xfrm>
          <a:custGeom>
            <a:avLst/>
            <a:gdLst>
              <a:gd name="csX0" fmla="*/ 0 w 4100677"/>
              <a:gd name="csY0" fmla="*/ 81902 h 491400"/>
              <a:gd name="csX1" fmla="*/ 81902 w 4100677"/>
              <a:gd name="csY1" fmla="*/ 0 h 491400"/>
              <a:gd name="csX2" fmla="*/ 4018775 w 4100677"/>
              <a:gd name="csY2" fmla="*/ 0 h 491400"/>
              <a:gd name="csX3" fmla="*/ 4100677 w 4100677"/>
              <a:gd name="csY3" fmla="*/ 81902 h 491400"/>
              <a:gd name="csX4" fmla="*/ 4100677 w 4100677"/>
              <a:gd name="csY4" fmla="*/ 409498 h 491400"/>
              <a:gd name="csX5" fmla="*/ 4018775 w 4100677"/>
              <a:gd name="csY5" fmla="*/ 491400 h 491400"/>
              <a:gd name="csX6" fmla="*/ 81902 w 4100677"/>
              <a:gd name="csY6" fmla="*/ 491400 h 491400"/>
              <a:gd name="csX7" fmla="*/ 0 w 4100677"/>
              <a:gd name="csY7" fmla="*/ 409498 h 491400"/>
              <a:gd name="csX8" fmla="*/ 0 w 4100677"/>
              <a:gd name="csY8" fmla="*/ 81902 h 491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100677" h="491400">
                <a:moveTo>
                  <a:pt x="0" y="81902"/>
                </a:moveTo>
                <a:cubicBezTo>
                  <a:pt x="0" y="36669"/>
                  <a:pt x="36669" y="0"/>
                  <a:pt x="81902" y="0"/>
                </a:cubicBezTo>
                <a:lnTo>
                  <a:pt x="4018775" y="0"/>
                </a:lnTo>
                <a:cubicBezTo>
                  <a:pt x="4064008" y="0"/>
                  <a:pt x="4100677" y="36669"/>
                  <a:pt x="4100677" y="81902"/>
                </a:cubicBezTo>
                <a:lnTo>
                  <a:pt x="4100677" y="409498"/>
                </a:lnTo>
                <a:cubicBezTo>
                  <a:pt x="4100677" y="454731"/>
                  <a:pt x="4064008" y="491400"/>
                  <a:pt x="4018775" y="491400"/>
                </a:cubicBezTo>
                <a:lnTo>
                  <a:pt x="81902" y="491400"/>
                </a:lnTo>
                <a:cubicBezTo>
                  <a:pt x="36669" y="491400"/>
                  <a:pt x="0" y="454731"/>
                  <a:pt x="0" y="409498"/>
                </a:cubicBezTo>
                <a:lnTo>
                  <a:pt x="0" y="81902"/>
                </a:lnTo>
                <a:close/>
              </a:path>
            </a:pathLst>
          </a:custGeom>
          <a:solidFill>
            <a:schemeClr val="accent5">
              <a:lumMod val="5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0188" tIns="100188" rIns="100188" bIns="100188" numCol="1" spcCol="1270" anchor="ctr" anchorCtr="0">
            <a:noAutofit/>
          </a:bodyPr>
          <a:lstStyle/>
          <a:p>
            <a:pPr lvl="0" defTabSz="889000">
              <a:lnSpc>
                <a:spcPct val="90000"/>
              </a:lnSpc>
              <a:spcBef>
                <a:spcPct val="0"/>
              </a:spcBef>
              <a:spcAft>
                <a:spcPct val="35000"/>
              </a:spcAft>
            </a:pPr>
            <a:r>
              <a:rPr lang="en-US" sz="2000" b="1" dirty="0"/>
              <a:t>Structured Prompt</a:t>
            </a:r>
            <a:endParaRPr lang="en-IN" sz="2000" b="1" kern="1200" dirty="0"/>
          </a:p>
        </p:txBody>
      </p:sp>
      <p:sp>
        <p:nvSpPr>
          <p:cNvPr id="11" name="TextBox 10">
            <a:extLst>
              <a:ext uri="{FF2B5EF4-FFF2-40B4-BE49-F238E27FC236}">
                <a16:creationId xmlns:a16="http://schemas.microsoft.com/office/drawing/2014/main" id="{DAD37BA3-D0FF-058E-8F64-FAF8450812F9}"/>
              </a:ext>
            </a:extLst>
          </p:cNvPr>
          <p:cNvSpPr txBox="1"/>
          <p:nvPr/>
        </p:nvSpPr>
        <p:spPr>
          <a:xfrm>
            <a:off x="577458" y="3718196"/>
            <a:ext cx="4552326" cy="1508105"/>
          </a:xfrm>
          <a:prstGeom prst="rect">
            <a:avLst/>
          </a:prstGeom>
          <a:solidFill>
            <a:schemeClr val="bg2">
              <a:lumMod val="9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r>
              <a:rPr lang="en-US" sz="2000" b="1" dirty="0"/>
              <a:t>What happened before typing:</a:t>
            </a:r>
            <a:endParaRPr lang="en-US" sz="2000" dirty="0"/>
          </a:p>
          <a:p>
            <a:pPr marL="285750" indent="-285750">
              <a:buFont typeface="Arial" panose="020B0604020202020204" pitchFamily="34" charset="0"/>
              <a:buChar char="•"/>
            </a:pPr>
            <a:r>
              <a:rPr lang="en-US" dirty="0"/>
              <a:t>Jumped straight to writing the prompt</a:t>
            </a:r>
          </a:p>
          <a:p>
            <a:pPr marL="285750" indent="-285750">
              <a:buFont typeface="Arial" panose="020B0604020202020204" pitchFamily="34" charset="0"/>
              <a:buChar char="•"/>
            </a:pPr>
            <a:r>
              <a:rPr lang="en-US" dirty="0"/>
              <a:t>Assumed the model would “figure it out”</a:t>
            </a:r>
          </a:p>
          <a:p>
            <a:pPr marL="285750" indent="-285750">
              <a:buFont typeface="Arial" panose="020B0604020202020204" pitchFamily="34" charset="0"/>
              <a:buChar char="•"/>
            </a:pPr>
            <a:r>
              <a:rPr lang="en-US" dirty="0"/>
              <a:t>No clear audience in mind</a:t>
            </a:r>
          </a:p>
          <a:p>
            <a:pPr marL="285750" indent="-285750">
              <a:buFont typeface="Arial" panose="020B0604020202020204" pitchFamily="34" charset="0"/>
              <a:buChar char="•"/>
            </a:pPr>
            <a:r>
              <a:rPr lang="en-US" dirty="0"/>
              <a:t>No decision on depth or format</a:t>
            </a:r>
          </a:p>
        </p:txBody>
      </p:sp>
    </p:spTree>
    <p:extLst>
      <p:ext uri="{BB962C8B-B14F-4D97-AF65-F5344CB8AC3E}">
        <p14:creationId xmlns:p14="http://schemas.microsoft.com/office/powerpoint/2010/main" val="16815817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8ACF5-CB04-C104-9C08-6FDFD2E2A50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8FA7AE0-4FA7-6786-3649-73EFAAB6C485}"/>
              </a:ext>
            </a:extLst>
          </p:cNvPr>
          <p:cNvSpPr txBox="1"/>
          <p:nvPr/>
        </p:nvSpPr>
        <p:spPr>
          <a:xfrm>
            <a:off x="1" y="163644"/>
            <a:ext cx="12191999" cy="646331"/>
          </a:xfrm>
          <a:prstGeom prst="rect">
            <a:avLst/>
          </a:prstGeom>
          <a:solidFill>
            <a:schemeClr val="accent2">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US" sz="3600" dirty="0"/>
              <a:t>How to make a Clear Prompt ?</a:t>
            </a:r>
            <a:endParaRPr lang="en-IN" sz="3600" b="1" dirty="0"/>
          </a:p>
        </p:txBody>
      </p:sp>
      <p:sp>
        <p:nvSpPr>
          <p:cNvPr id="8" name="TextBox 7">
            <a:extLst>
              <a:ext uri="{FF2B5EF4-FFF2-40B4-BE49-F238E27FC236}">
                <a16:creationId xmlns:a16="http://schemas.microsoft.com/office/drawing/2014/main" id="{418E6D9D-F6A8-03C7-AC97-BC72C25D594A}"/>
              </a:ext>
            </a:extLst>
          </p:cNvPr>
          <p:cNvSpPr txBox="1"/>
          <p:nvPr/>
        </p:nvSpPr>
        <p:spPr>
          <a:xfrm>
            <a:off x="1896717" y="5802907"/>
            <a:ext cx="8398565" cy="461665"/>
          </a:xfrm>
          <a:prstGeom prst="rect">
            <a:avLst/>
          </a:prstGeom>
          <a:solidFill>
            <a:schemeClr val="bg2">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pPr algn="ctr"/>
            <a:r>
              <a:rPr lang="en-US" sz="2000" dirty="0">
                <a:solidFill>
                  <a:schemeClr val="bg1"/>
                </a:solidFill>
              </a:rPr>
              <a:t>The </a:t>
            </a:r>
            <a:r>
              <a:rPr lang="en-US" sz="2400" dirty="0">
                <a:solidFill>
                  <a:schemeClr val="bg1"/>
                </a:solidFill>
              </a:rPr>
              <a:t>clearer</a:t>
            </a:r>
            <a:r>
              <a:rPr lang="en-US" sz="2000" dirty="0">
                <a:solidFill>
                  <a:schemeClr val="bg1"/>
                </a:solidFill>
              </a:rPr>
              <a:t> the prompt, the better the AI response.</a:t>
            </a:r>
            <a:endParaRPr lang="en-IN" sz="2000" dirty="0">
              <a:solidFill>
                <a:schemeClr val="bg1"/>
              </a:solidFill>
            </a:endParaRPr>
          </a:p>
        </p:txBody>
      </p:sp>
      <p:sp>
        <p:nvSpPr>
          <p:cNvPr id="15" name="TextBox 14">
            <a:extLst>
              <a:ext uri="{FF2B5EF4-FFF2-40B4-BE49-F238E27FC236}">
                <a16:creationId xmlns:a16="http://schemas.microsoft.com/office/drawing/2014/main" id="{5B016A28-0F91-C788-DF2A-E93FE3A1C5CC}"/>
              </a:ext>
            </a:extLst>
          </p:cNvPr>
          <p:cNvSpPr txBox="1"/>
          <p:nvPr/>
        </p:nvSpPr>
        <p:spPr>
          <a:xfrm>
            <a:off x="1635329" y="1101071"/>
            <a:ext cx="9281362" cy="523220"/>
          </a:xfrm>
          <a:prstGeom prst="rect">
            <a:avLst/>
          </a:prstGeom>
          <a:noFill/>
        </p:spPr>
        <p:txBody>
          <a:bodyPr wrap="square">
            <a:spAutoFit/>
          </a:bodyPr>
          <a:lstStyle/>
          <a:p>
            <a:pPr algn="ctr"/>
            <a:r>
              <a:rPr lang="en-US" sz="2800" dirty="0">
                <a:solidFill>
                  <a:srgbClr val="4B5563"/>
                </a:solidFill>
              </a:rPr>
              <a:t>Clear prompts help AI understand what you want</a:t>
            </a:r>
          </a:p>
        </p:txBody>
      </p:sp>
      <p:sp>
        <p:nvSpPr>
          <p:cNvPr id="9" name="Freeform: Shape 8">
            <a:extLst>
              <a:ext uri="{FF2B5EF4-FFF2-40B4-BE49-F238E27FC236}">
                <a16:creationId xmlns:a16="http://schemas.microsoft.com/office/drawing/2014/main" id="{F799C7F1-A0AE-380B-FC9D-0843EE187864}"/>
              </a:ext>
            </a:extLst>
          </p:cNvPr>
          <p:cNvSpPr/>
          <p:nvPr/>
        </p:nvSpPr>
        <p:spPr>
          <a:xfrm>
            <a:off x="808691" y="2936274"/>
            <a:ext cx="5780644" cy="589679"/>
          </a:xfrm>
          <a:custGeom>
            <a:avLst/>
            <a:gdLst>
              <a:gd name="csX0" fmla="*/ 0 w 5780644"/>
              <a:gd name="csY0" fmla="*/ 98282 h 589679"/>
              <a:gd name="csX1" fmla="*/ 98282 w 5780644"/>
              <a:gd name="csY1" fmla="*/ 0 h 589679"/>
              <a:gd name="csX2" fmla="*/ 5682362 w 5780644"/>
              <a:gd name="csY2" fmla="*/ 0 h 589679"/>
              <a:gd name="csX3" fmla="*/ 5780644 w 5780644"/>
              <a:gd name="csY3" fmla="*/ 98282 h 589679"/>
              <a:gd name="csX4" fmla="*/ 5780644 w 5780644"/>
              <a:gd name="csY4" fmla="*/ 491397 h 589679"/>
              <a:gd name="csX5" fmla="*/ 5682362 w 5780644"/>
              <a:gd name="csY5" fmla="*/ 589679 h 589679"/>
              <a:gd name="csX6" fmla="*/ 98282 w 5780644"/>
              <a:gd name="csY6" fmla="*/ 589679 h 589679"/>
              <a:gd name="csX7" fmla="*/ 0 w 5780644"/>
              <a:gd name="csY7" fmla="*/ 491397 h 589679"/>
              <a:gd name="csX8" fmla="*/ 0 w 5780644"/>
              <a:gd name="csY8" fmla="*/ 98282 h 5896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780644" h="589679">
                <a:moveTo>
                  <a:pt x="0" y="98282"/>
                </a:moveTo>
                <a:cubicBezTo>
                  <a:pt x="0" y="44002"/>
                  <a:pt x="44002" y="0"/>
                  <a:pt x="98282" y="0"/>
                </a:cubicBezTo>
                <a:lnTo>
                  <a:pt x="5682362" y="0"/>
                </a:lnTo>
                <a:cubicBezTo>
                  <a:pt x="5736642" y="0"/>
                  <a:pt x="5780644" y="44002"/>
                  <a:pt x="5780644" y="98282"/>
                </a:cubicBezTo>
                <a:lnTo>
                  <a:pt x="5780644" y="491397"/>
                </a:lnTo>
                <a:cubicBezTo>
                  <a:pt x="5780644" y="545677"/>
                  <a:pt x="5736642" y="589679"/>
                  <a:pt x="5682362" y="589679"/>
                </a:cubicBezTo>
                <a:lnTo>
                  <a:pt x="98282" y="589679"/>
                </a:lnTo>
                <a:cubicBezTo>
                  <a:pt x="44002" y="589679"/>
                  <a:pt x="0" y="545677"/>
                  <a:pt x="0" y="491397"/>
                </a:cubicBezTo>
                <a:lnTo>
                  <a:pt x="0" y="98282"/>
                </a:lnTo>
                <a:close/>
              </a:path>
            </a:pathLst>
          </a:custGeom>
          <a:solidFill>
            <a:schemeClr val="tx2">
              <a:lumMod val="75000"/>
              <a:lumOff val="2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0226" tIns="120226" rIns="120226" bIns="120226" numCol="1" spcCol="1270" anchor="ctr" anchorCtr="0">
            <a:noAutofit/>
          </a:bodyPr>
          <a:lstStyle/>
          <a:p>
            <a:pPr marL="0" lvl="0" indent="0" algn="l" defTabSz="1066800">
              <a:lnSpc>
                <a:spcPct val="90000"/>
              </a:lnSpc>
              <a:spcBef>
                <a:spcPct val="0"/>
              </a:spcBef>
              <a:spcAft>
                <a:spcPct val="35000"/>
              </a:spcAft>
              <a:buNone/>
            </a:pPr>
            <a:r>
              <a:rPr lang="en-US" sz="2400" b="1" kern="1200"/>
              <a:t>A clear prompt:</a:t>
            </a:r>
            <a:endParaRPr lang="en-IN" sz="2400" kern="1200"/>
          </a:p>
        </p:txBody>
      </p:sp>
      <p:sp>
        <p:nvSpPr>
          <p:cNvPr id="14" name="Freeform: Shape 13">
            <a:extLst>
              <a:ext uri="{FF2B5EF4-FFF2-40B4-BE49-F238E27FC236}">
                <a16:creationId xmlns:a16="http://schemas.microsoft.com/office/drawing/2014/main" id="{D86E34B7-C614-F93E-CC72-B5FB68D88EE5}"/>
              </a:ext>
            </a:extLst>
          </p:cNvPr>
          <p:cNvSpPr/>
          <p:nvPr/>
        </p:nvSpPr>
        <p:spPr>
          <a:xfrm>
            <a:off x="808691" y="3554604"/>
            <a:ext cx="5601534" cy="391972"/>
          </a:xfrm>
          <a:custGeom>
            <a:avLst/>
            <a:gdLst>
              <a:gd name="csX0" fmla="*/ 0 w 5601534"/>
              <a:gd name="csY0" fmla="*/ 65330 h 391972"/>
              <a:gd name="csX1" fmla="*/ 65330 w 5601534"/>
              <a:gd name="csY1" fmla="*/ 0 h 391972"/>
              <a:gd name="csX2" fmla="*/ 5536204 w 5601534"/>
              <a:gd name="csY2" fmla="*/ 0 h 391972"/>
              <a:gd name="csX3" fmla="*/ 5601534 w 5601534"/>
              <a:gd name="csY3" fmla="*/ 65330 h 391972"/>
              <a:gd name="csX4" fmla="*/ 5601534 w 5601534"/>
              <a:gd name="csY4" fmla="*/ 326642 h 391972"/>
              <a:gd name="csX5" fmla="*/ 5536204 w 5601534"/>
              <a:gd name="csY5" fmla="*/ 391972 h 391972"/>
              <a:gd name="csX6" fmla="*/ 65330 w 5601534"/>
              <a:gd name="csY6" fmla="*/ 391972 h 391972"/>
              <a:gd name="csX7" fmla="*/ 0 w 5601534"/>
              <a:gd name="csY7" fmla="*/ 326642 h 391972"/>
              <a:gd name="csX8" fmla="*/ 0 w 5601534"/>
              <a:gd name="csY8" fmla="*/ 65330 h 3919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01534" h="391972">
                <a:moveTo>
                  <a:pt x="0" y="65330"/>
                </a:moveTo>
                <a:cubicBezTo>
                  <a:pt x="0" y="29249"/>
                  <a:pt x="29249" y="0"/>
                  <a:pt x="65330" y="0"/>
                </a:cubicBezTo>
                <a:lnTo>
                  <a:pt x="5536204" y="0"/>
                </a:lnTo>
                <a:cubicBezTo>
                  <a:pt x="5572285" y="0"/>
                  <a:pt x="5601534" y="29249"/>
                  <a:pt x="5601534" y="65330"/>
                </a:cubicBezTo>
                <a:lnTo>
                  <a:pt x="5601534" y="326642"/>
                </a:lnTo>
                <a:cubicBezTo>
                  <a:pt x="5601534" y="362723"/>
                  <a:pt x="5572285" y="391972"/>
                  <a:pt x="5536204" y="391972"/>
                </a:cubicBezTo>
                <a:lnTo>
                  <a:pt x="65330" y="391972"/>
                </a:lnTo>
                <a:cubicBezTo>
                  <a:pt x="29249" y="391972"/>
                  <a:pt x="0" y="362723"/>
                  <a:pt x="0" y="326642"/>
                </a:cubicBezTo>
                <a:lnTo>
                  <a:pt x="0" y="65330"/>
                </a:lnTo>
                <a:close/>
              </a:path>
            </a:pathLst>
          </a:custGeom>
          <a:noFill/>
          <a:ln>
            <a:solidFill>
              <a:srgbClr val="C12D3F"/>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5334" tIns="95334" rIns="95334" bIns="95334" numCol="1" spcCol="1270" anchor="ctr" anchorCtr="0">
            <a:noAutofit/>
          </a:bodyPr>
          <a:lstStyle/>
          <a:p>
            <a:pPr marL="0" lvl="0" indent="0" algn="l" defTabSz="889000">
              <a:lnSpc>
                <a:spcPct val="90000"/>
              </a:lnSpc>
              <a:spcBef>
                <a:spcPct val="0"/>
              </a:spcBef>
              <a:spcAft>
                <a:spcPct val="35000"/>
              </a:spcAft>
              <a:buNone/>
            </a:pPr>
            <a:r>
              <a:rPr lang="en-US" sz="2000" kern="1200">
                <a:solidFill>
                  <a:schemeClr val="tx1"/>
                </a:solidFill>
              </a:rPr>
              <a:t>Clearly states the task</a:t>
            </a:r>
            <a:endParaRPr lang="en-IN" sz="2000" kern="1200" dirty="0">
              <a:solidFill>
                <a:schemeClr val="tx1"/>
              </a:solidFill>
            </a:endParaRPr>
          </a:p>
        </p:txBody>
      </p:sp>
      <p:sp>
        <p:nvSpPr>
          <p:cNvPr id="16" name="Freeform: Shape 15">
            <a:extLst>
              <a:ext uri="{FF2B5EF4-FFF2-40B4-BE49-F238E27FC236}">
                <a16:creationId xmlns:a16="http://schemas.microsoft.com/office/drawing/2014/main" id="{1F7F4CA1-57AE-D486-2928-D091537694EB}"/>
              </a:ext>
            </a:extLst>
          </p:cNvPr>
          <p:cNvSpPr/>
          <p:nvPr/>
        </p:nvSpPr>
        <p:spPr>
          <a:xfrm>
            <a:off x="808691" y="4000959"/>
            <a:ext cx="5601534" cy="391972"/>
          </a:xfrm>
          <a:custGeom>
            <a:avLst/>
            <a:gdLst>
              <a:gd name="csX0" fmla="*/ 0 w 5601534"/>
              <a:gd name="csY0" fmla="*/ 65330 h 391972"/>
              <a:gd name="csX1" fmla="*/ 65330 w 5601534"/>
              <a:gd name="csY1" fmla="*/ 0 h 391972"/>
              <a:gd name="csX2" fmla="*/ 5536204 w 5601534"/>
              <a:gd name="csY2" fmla="*/ 0 h 391972"/>
              <a:gd name="csX3" fmla="*/ 5601534 w 5601534"/>
              <a:gd name="csY3" fmla="*/ 65330 h 391972"/>
              <a:gd name="csX4" fmla="*/ 5601534 w 5601534"/>
              <a:gd name="csY4" fmla="*/ 326642 h 391972"/>
              <a:gd name="csX5" fmla="*/ 5536204 w 5601534"/>
              <a:gd name="csY5" fmla="*/ 391972 h 391972"/>
              <a:gd name="csX6" fmla="*/ 65330 w 5601534"/>
              <a:gd name="csY6" fmla="*/ 391972 h 391972"/>
              <a:gd name="csX7" fmla="*/ 0 w 5601534"/>
              <a:gd name="csY7" fmla="*/ 326642 h 391972"/>
              <a:gd name="csX8" fmla="*/ 0 w 5601534"/>
              <a:gd name="csY8" fmla="*/ 65330 h 3919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01534" h="391972">
                <a:moveTo>
                  <a:pt x="0" y="65330"/>
                </a:moveTo>
                <a:cubicBezTo>
                  <a:pt x="0" y="29249"/>
                  <a:pt x="29249" y="0"/>
                  <a:pt x="65330" y="0"/>
                </a:cubicBezTo>
                <a:lnTo>
                  <a:pt x="5536204" y="0"/>
                </a:lnTo>
                <a:cubicBezTo>
                  <a:pt x="5572285" y="0"/>
                  <a:pt x="5601534" y="29249"/>
                  <a:pt x="5601534" y="65330"/>
                </a:cubicBezTo>
                <a:lnTo>
                  <a:pt x="5601534" y="326642"/>
                </a:lnTo>
                <a:cubicBezTo>
                  <a:pt x="5601534" y="362723"/>
                  <a:pt x="5572285" y="391972"/>
                  <a:pt x="5536204" y="391972"/>
                </a:cubicBezTo>
                <a:lnTo>
                  <a:pt x="65330" y="391972"/>
                </a:lnTo>
                <a:cubicBezTo>
                  <a:pt x="29249" y="391972"/>
                  <a:pt x="0" y="362723"/>
                  <a:pt x="0" y="326642"/>
                </a:cubicBezTo>
                <a:lnTo>
                  <a:pt x="0" y="65330"/>
                </a:lnTo>
                <a:close/>
              </a:path>
            </a:pathLst>
          </a:custGeom>
          <a:noFill/>
          <a:ln>
            <a:solidFill>
              <a:srgbClr val="C12D3F"/>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5334" tIns="95334" rIns="95334" bIns="95334" numCol="1" spcCol="1270" anchor="ctr" anchorCtr="0">
            <a:noAutofit/>
          </a:bodyPr>
          <a:lstStyle/>
          <a:p>
            <a:pPr marL="0" lvl="0" indent="0" algn="l" defTabSz="889000">
              <a:lnSpc>
                <a:spcPct val="90000"/>
              </a:lnSpc>
              <a:spcBef>
                <a:spcPct val="0"/>
              </a:spcBef>
              <a:spcAft>
                <a:spcPct val="35000"/>
              </a:spcAft>
              <a:buNone/>
            </a:pPr>
            <a:r>
              <a:rPr lang="en-US" sz="2000" kern="1200">
                <a:solidFill>
                  <a:schemeClr val="tx1"/>
                </a:solidFill>
              </a:rPr>
              <a:t>Provides enough context</a:t>
            </a:r>
            <a:endParaRPr lang="en-IN" sz="2000" kern="1200">
              <a:solidFill>
                <a:schemeClr val="tx1"/>
              </a:solidFill>
            </a:endParaRPr>
          </a:p>
        </p:txBody>
      </p:sp>
      <p:sp>
        <p:nvSpPr>
          <p:cNvPr id="17" name="Freeform: Shape 16">
            <a:extLst>
              <a:ext uri="{FF2B5EF4-FFF2-40B4-BE49-F238E27FC236}">
                <a16:creationId xmlns:a16="http://schemas.microsoft.com/office/drawing/2014/main" id="{B8A5C637-54E4-C1B6-C82E-0AABCC2EB9DB}"/>
              </a:ext>
            </a:extLst>
          </p:cNvPr>
          <p:cNvSpPr/>
          <p:nvPr/>
        </p:nvSpPr>
        <p:spPr>
          <a:xfrm>
            <a:off x="808691" y="4447314"/>
            <a:ext cx="5601534" cy="391972"/>
          </a:xfrm>
          <a:custGeom>
            <a:avLst/>
            <a:gdLst>
              <a:gd name="csX0" fmla="*/ 0 w 5601534"/>
              <a:gd name="csY0" fmla="*/ 65330 h 391972"/>
              <a:gd name="csX1" fmla="*/ 65330 w 5601534"/>
              <a:gd name="csY1" fmla="*/ 0 h 391972"/>
              <a:gd name="csX2" fmla="*/ 5536204 w 5601534"/>
              <a:gd name="csY2" fmla="*/ 0 h 391972"/>
              <a:gd name="csX3" fmla="*/ 5601534 w 5601534"/>
              <a:gd name="csY3" fmla="*/ 65330 h 391972"/>
              <a:gd name="csX4" fmla="*/ 5601534 w 5601534"/>
              <a:gd name="csY4" fmla="*/ 326642 h 391972"/>
              <a:gd name="csX5" fmla="*/ 5536204 w 5601534"/>
              <a:gd name="csY5" fmla="*/ 391972 h 391972"/>
              <a:gd name="csX6" fmla="*/ 65330 w 5601534"/>
              <a:gd name="csY6" fmla="*/ 391972 h 391972"/>
              <a:gd name="csX7" fmla="*/ 0 w 5601534"/>
              <a:gd name="csY7" fmla="*/ 326642 h 391972"/>
              <a:gd name="csX8" fmla="*/ 0 w 5601534"/>
              <a:gd name="csY8" fmla="*/ 65330 h 3919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01534" h="391972">
                <a:moveTo>
                  <a:pt x="0" y="65330"/>
                </a:moveTo>
                <a:cubicBezTo>
                  <a:pt x="0" y="29249"/>
                  <a:pt x="29249" y="0"/>
                  <a:pt x="65330" y="0"/>
                </a:cubicBezTo>
                <a:lnTo>
                  <a:pt x="5536204" y="0"/>
                </a:lnTo>
                <a:cubicBezTo>
                  <a:pt x="5572285" y="0"/>
                  <a:pt x="5601534" y="29249"/>
                  <a:pt x="5601534" y="65330"/>
                </a:cubicBezTo>
                <a:lnTo>
                  <a:pt x="5601534" y="326642"/>
                </a:lnTo>
                <a:cubicBezTo>
                  <a:pt x="5601534" y="362723"/>
                  <a:pt x="5572285" y="391972"/>
                  <a:pt x="5536204" y="391972"/>
                </a:cubicBezTo>
                <a:lnTo>
                  <a:pt x="65330" y="391972"/>
                </a:lnTo>
                <a:cubicBezTo>
                  <a:pt x="29249" y="391972"/>
                  <a:pt x="0" y="362723"/>
                  <a:pt x="0" y="326642"/>
                </a:cubicBezTo>
                <a:lnTo>
                  <a:pt x="0" y="65330"/>
                </a:lnTo>
                <a:close/>
              </a:path>
            </a:pathLst>
          </a:custGeom>
          <a:noFill/>
          <a:ln>
            <a:solidFill>
              <a:srgbClr val="C12D3F"/>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5334" tIns="95334" rIns="95334" bIns="95334" numCol="1" spcCol="1270" anchor="ctr" anchorCtr="0">
            <a:noAutofit/>
          </a:bodyPr>
          <a:lstStyle/>
          <a:p>
            <a:pPr marL="0" lvl="0" indent="0" algn="l" defTabSz="889000">
              <a:lnSpc>
                <a:spcPct val="90000"/>
              </a:lnSpc>
              <a:spcBef>
                <a:spcPct val="0"/>
              </a:spcBef>
              <a:spcAft>
                <a:spcPct val="35000"/>
              </a:spcAft>
              <a:buNone/>
            </a:pPr>
            <a:r>
              <a:rPr lang="en-US" sz="2000" kern="1200">
                <a:solidFill>
                  <a:schemeClr val="tx1"/>
                </a:solidFill>
              </a:rPr>
              <a:t>Avoids vague or confusing words</a:t>
            </a:r>
            <a:endParaRPr lang="en-IN" sz="2000" kern="1200">
              <a:solidFill>
                <a:schemeClr val="tx1"/>
              </a:solidFill>
            </a:endParaRPr>
          </a:p>
        </p:txBody>
      </p:sp>
      <p:sp>
        <p:nvSpPr>
          <p:cNvPr id="18" name="Freeform: Shape 17">
            <a:extLst>
              <a:ext uri="{FF2B5EF4-FFF2-40B4-BE49-F238E27FC236}">
                <a16:creationId xmlns:a16="http://schemas.microsoft.com/office/drawing/2014/main" id="{360ADE6D-B174-467C-FD21-4B9B4EF7A586}"/>
              </a:ext>
            </a:extLst>
          </p:cNvPr>
          <p:cNvSpPr/>
          <p:nvPr/>
        </p:nvSpPr>
        <p:spPr>
          <a:xfrm>
            <a:off x="808691" y="4893670"/>
            <a:ext cx="5601534" cy="391972"/>
          </a:xfrm>
          <a:custGeom>
            <a:avLst/>
            <a:gdLst>
              <a:gd name="csX0" fmla="*/ 0 w 5601534"/>
              <a:gd name="csY0" fmla="*/ 65330 h 391972"/>
              <a:gd name="csX1" fmla="*/ 65330 w 5601534"/>
              <a:gd name="csY1" fmla="*/ 0 h 391972"/>
              <a:gd name="csX2" fmla="*/ 5536204 w 5601534"/>
              <a:gd name="csY2" fmla="*/ 0 h 391972"/>
              <a:gd name="csX3" fmla="*/ 5601534 w 5601534"/>
              <a:gd name="csY3" fmla="*/ 65330 h 391972"/>
              <a:gd name="csX4" fmla="*/ 5601534 w 5601534"/>
              <a:gd name="csY4" fmla="*/ 326642 h 391972"/>
              <a:gd name="csX5" fmla="*/ 5536204 w 5601534"/>
              <a:gd name="csY5" fmla="*/ 391972 h 391972"/>
              <a:gd name="csX6" fmla="*/ 65330 w 5601534"/>
              <a:gd name="csY6" fmla="*/ 391972 h 391972"/>
              <a:gd name="csX7" fmla="*/ 0 w 5601534"/>
              <a:gd name="csY7" fmla="*/ 326642 h 391972"/>
              <a:gd name="csX8" fmla="*/ 0 w 5601534"/>
              <a:gd name="csY8" fmla="*/ 65330 h 3919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01534" h="391972">
                <a:moveTo>
                  <a:pt x="0" y="65330"/>
                </a:moveTo>
                <a:cubicBezTo>
                  <a:pt x="0" y="29249"/>
                  <a:pt x="29249" y="0"/>
                  <a:pt x="65330" y="0"/>
                </a:cubicBezTo>
                <a:lnTo>
                  <a:pt x="5536204" y="0"/>
                </a:lnTo>
                <a:cubicBezTo>
                  <a:pt x="5572285" y="0"/>
                  <a:pt x="5601534" y="29249"/>
                  <a:pt x="5601534" y="65330"/>
                </a:cubicBezTo>
                <a:lnTo>
                  <a:pt x="5601534" y="326642"/>
                </a:lnTo>
                <a:cubicBezTo>
                  <a:pt x="5601534" y="362723"/>
                  <a:pt x="5572285" y="391972"/>
                  <a:pt x="5536204" y="391972"/>
                </a:cubicBezTo>
                <a:lnTo>
                  <a:pt x="65330" y="391972"/>
                </a:lnTo>
                <a:cubicBezTo>
                  <a:pt x="29249" y="391972"/>
                  <a:pt x="0" y="362723"/>
                  <a:pt x="0" y="326642"/>
                </a:cubicBezTo>
                <a:lnTo>
                  <a:pt x="0" y="65330"/>
                </a:lnTo>
                <a:close/>
              </a:path>
            </a:pathLst>
          </a:custGeom>
          <a:noFill/>
          <a:ln>
            <a:solidFill>
              <a:srgbClr val="C12D3F"/>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5334" tIns="95334" rIns="95334" bIns="95334" numCol="1" spcCol="1270" anchor="ctr" anchorCtr="0">
            <a:noAutofit/>
          </a:bodyPr>
          <a:lstStyle/>
          <a:p>
            <a:pPr marL="0" lvl="0" indent="0" algn="l" defTabSz="889000">
              <a:lnSpc>
                <a:spcPct val="90000"/>
              </a:lnSpc>
              <a:spcBef>
                <a:spcPct val="0"/>
              </a:spcBef>
              <a:spcAft>
                <a:spcPct val="35000"/>
              </a:spcAft>
              <a:buNone/>
            </a:pPr>
            <a:r>
              <a:rPr lang="en-US" sz="2000" kern="1200">
                <a:solidFill>
                  <a:schemeClr val="tx1"/>
                </a:solidFill>
              </a:rPr>
              <a:t>Specifies the expected type of answer</a:t>
            </a:r>
            <a:endParaRPr lang="en-IN" sz="2000" kern="1200">
              <a:solidFill>
                <a:schemeClr val="tx1"/>
              </a:solidFill>
            </a:endParaRPr>
          </a:p>
        </p:txBody>
      </p:sp>
      <p:sp>
        <p:nvSpPr>
          <p:cNvPr id="7" name="TextBox 6">
            <a:extLst>
              <a:ext uri="{FF2B5EF4-FFF2-40B4-BE49-F238E27FC236}">
                <a16:creationId xmlns:a16="http://schemas.microsoft.com/office/drawing/2014/main" id="{82CE5DDC-B055-5D26-3A53-CE80F1019CDC}"/>
              </a:ext>
            </a:extLst>
          </p:cNvPr>
          <p:cNvSpPr txBox="1"/>
          <p:nvPr/>
        </p:nvSpPr>
        <p:spPr>
          <a:xfrm>
            <a:off x="808692" y="1934469"/>
            <a:ext cx="10574614" cy="830997"/>
          </a:xfrm>
          <a:prstGeom prst="rect">
            <a:avLst/>
          </a:prstGeom>
          <a:noFill/>
        </p:spPr>
        <p:txBody>
          <a:bodyPr wrap="square">
            <a:spAutoFit/>
          </a:bodyPr>
          <a:lstStyle/>
          <a:p>
            <a:r>
              <a:rPr lang="en-US" sz="2400" dirty="0">
                <a:solidFill>
                  <a:srgbClr val="1F2933"/>
                </a:solidFill>
              </a:rPr>
              <a:t>A clear prompt tells the AI exactly what task to perform and how the answer should be given.</a:t>
            </a:r>
          </a:p>
        </p:txBody>
      </p:sp>
    </p:spTree>
    <p:extLst>
      <p:ext uri="{BB962C8B-B14F-4D97-AF65-F5344CB8AC3E}">
        <p14:creationId xmlns:p14="http://schemas.microsoft.com/office/powerpoint/2010/main" val="42447669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5BDC8-C980-77FA-698B-C66581E6816E}"/>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FE30AB5B-6D7B-BC3A-1CDC-3ABEFD11CAC6}"/>
              </a:ext>
            </a:extLst>
          </p:cNvPr>
          <p:cNvSpPr txBox="1"/>
          <p:nvPr/>
        </p:nvSpPr>
        <p:spPr>
          <a:xfrm>
            <a:off x="5345431" y="3413461"/>
            <a:ext cx="4986621" cy="646331"/>
          </a:xfrm>
          <a:prstGeom prst="rect">
            <a:avLst/>
          </a:prstGeom>
          <a:solidFill>
            <a:schemeClr val="bg1"/>
          </a:solidFill>
          <a:ln>
            <a:solidFill>
              <a:schemeClr val="accent2">
                <a:lumMod val="50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pPr algn="ctr"/>
            <a:r>
              <a:rPr lang="en-US" dirty="0"/>
              <a:t>If the task is unclear, the </a:t>
            </a:r>
          </a:p>
          <a:p>
            <a:pPr algn="ctr"/>
            <a:r>
              <a:rPr lang="en-US" dirty="0"/>
              <a:t>response will also be unclear</a:t>
            </a:r>
            <a:endParaRPr lang="en-IN" dirty="0">
              <a:highlight>
                <a:srgbClr val="000000"/>
              </a:highlight>
            </a:endParaRPr>
          </a:p>
        </p:txBody>
      </p:sp>
      <p:sp>
        <p:nvSpPr>
          <p:cNvPr id="5" name="TextBox 4">
            <a:extLst>
              <a:ext uri="{FF2B5EF4-FFF2-40B4-BE49-F238E27FC236}">
                <a16:creationId xmlns:a16="http://schemas.microsoft.com/office/drawing/2014/main" id="{2EB85724-45B9-E851-4D8A-8C69E0A55FD5}"/>
              </a:ext>
            </a:extLst>
          </p:cNvPr>
          <p:cNvSpPr txBox="1"/>
          <p:nvPr/>
        </p:nvSpPr>
        <p:spPr>
          <a:xfrm>
            <a:off x="0" y="162082"/>
            <a:ext cx="8137129" cy="584775"/>
          </a:xfrm>
          <a:prstGeom prst="rect">
            <a:avLst/>
          </a:prstGeom>
          <a:solidFill>
            <a:schemeClr val="tx2">
              <a:lumMod val="25000"/>
              <a:lumOff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IN" sz="3200" dirty="0">
                <a:solidFill>
                  <a:schemeClr val="tx1"/>
                </a:solidFill>
              </a:rPr>
              <a:t>Asking the “Who”  “What” “Why” </a:t>
            </a:r>
            <a:r>
              <a:rPr lang="en-IN" sz="2800" dirty="0">
                <a:solidFill>
                  <a:schemeClr val="tx1"/>
                </a:solidFill>
              </a:rPr>
              <a:t>Question</a:t>
            </a:r>
            <a:endParaRPr lang="en-IN" sz="3200" b="1" dirty="0">
              <a:solidFill>
                <a:schemeClr val="tx1"/>
              </a:solidFill>
            </a:endParaRPr>
          </a:p>
        </p:txBody>
      </p:sp>
      <p:sp>
        <p:nvSpPr>
          <p:cNvPr id="15" name="TextBox 14">
            <a:extLst>
              <a:ext uri="{FF2B5EF4-FFF2-40B4-BE49-F238E27FC236}">
                <a16:creationId xmlns:a16="http://schemas.microsoft.com/office/drawing/2014/main" id="{910EE94A-33E1-D0AC-F3FF-8133656A3C1E}"/>
              </a:ext>
            </a:extLst>
          </p:cNvPr>
          <p:cNvSpPr txBox="1"/>
          <p:nvPr/>
        </p:nvSpPr>
        <p:spPr>
          <a:xfrm>
            <a:off x="1909422" y="875886"/>
            <a:ext cx="8137129" cy="707886"/>
          </a:xfrm>
          <a:prstGeom prst="rect">
            <a:avLst/>
          </a:prstGeom>
          <a:noFill/>
        </p:spPr>
        <p:txBody>
          <a:bodyPr wrap="square">
            <a:spAutoFit/>
          </a:bodyPr>
          <a:lstStyle/>
          <a:p>
            <a:pPr algn="ctr"/>
            <a:r>
              <a:rPr lang="en-US" sz="2000" dirty="0">
                <a:solidFill>
                  <a:srgbClr val="4B5563"/>
                </a:solidFill>
              </a:rPr>
              <a:t>Be clear about what you want from AI and Understand the purpose behind the prompt</a:t>
            </a:r>
          </a:p>
        </p:txBody>
      </p:sp>
      <p:sp>
        <p:nvSpPr>
          <p:cNvPr id="7" name="TextBox 6">
            <a:extLst>
              <a:ext uri="{FF2B5EF4-FFF2-40B4-BE49-F238E27FC236}">
                <a16:creationId xmlns:a16="http://schemas.microsoft.com/office/drawing/2014/main" id="{B9C43B49-D641-B6F8-A78E-FE95416D452C}"/>
              </a:ext>
            </a:extLst>
          </p:cNvPr>
          <p:cNvSpPr txBox="1"/>
          <p:nvPr/>
        </p:nvSpPr>
        <p:spPr>
          <a:xfrm>
            <a:off x="-1024708" y="2910575"/>
            <a:ext cx="11284855" cy="369332"/>
          </a:xfrm>
          <a:prstGeom prst="rect">
            <a:avLst/>
          </a:prstGeom>
          <a:noFill/>
        </p:spPr>
        <p:txBody>
          <a:bodyPr wrap="square" numCol="1">
            <a:spAutoFit/>
          </a:bodyPr>
          <a:lstStyle/>
          <a:p>
            <a:pPr algn="ctr"/>
            <a:r>
              <a:rPr lang="en-US" dirty="0">
                <a:solidFill>
                  <a:srgbClr val="1F2933"/>
                </a:solidFill>
              </a:rPr>
              <a:t>Before typing a prompt, clearly decide  what task you want the AI to perform.</a:t>
            </a:r>
          </a:p>
        </p:txBody>
      </p:sp>
      <p:sp>
        <p:nvSpPr>
          <p:cNvPr id="6" name="Freeform: Shape 5">
            <a:extLst>
              <a:ext uri="{FF2B5EF4-FFF2-40B4-BE49-F238E27FC236}">
                <a16:creationId xmlns:a16="http://schemas.microsoft.com/office/drawing/2014/main" id="{0DCCEF65-21FA-277D-6A0D-22ED96F29575}"/>
              </a:ext>
            </a:extLst>
          </p:cNvPr>
          <p:cNvSpPr/>
          <p:nvPr/>
        </p:nvSpPr>
        <p:spPr>
          <a:xfrm>
            <a:off x="471420" y="2499324"/>
            <a:ext cx="4799229" cy="415199"/>
          </a:xfrm>
          <a:custGeom>
            <a:avLst/>
            <a:gdLst>
              <a:gd name="csX0" fmla="*/ 0 w 5269599"/>
              <a:gd name="csY0" fmla="*/ 81902 h 491400"/>
              <a:gd name="csX1" fmla="*/ 81902 w 5269599"/>
              <a:gd name="csY1" fmla="*/ 0 h 491400"/>
              <a:gd name="csX2" fmla="*/ 5187697 w 5269599"/>
              <a:gd name="csY2" fmla="*/ 0 h 491400"/>
              <a:gd name="csX3" fmla="*/ 5269599 w 5269599"/>
              <a:gd name="csY3" fmla="*/ 81902 h 491400"/>
              <a:gd name="csX4" fmla="*/ 5269599 w 5269599"/>
              <a:gd name="csY4" fmla="*/ 409498 h 491400"/>
              <a:gd name="csX5" fmla="*/ 5187697 w 5269599"/>
              <a:gd name="csY5" fmla="*/ 491400 h 491400"/>
              <a:gd name="csX6" fmla="*/ 81902 w 5269599"/>
              <a:gd name="csY6" fmla="*/ 491400 h 491400"/>
              <a:gd name="csX7" fmla="*/ 0 w 5269599"/>
              <a:gd name="csY7" fmla="*/ 409498 h 491400"/>
              <a:gd name="csX8" fmla="*/ 0 w 5269599"/>
              <a:gd name="csY8" fmla="*/ 81902 h 491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269599" h="491400">
                <a:moveTo>
                  <a:pt x="0" y="81902"/>
                </a:moveTo>
                <a:cubicBezTo>
                  <a:pt x="0" y="36669"/>
                  <a:pt x="36669" y="0"/>
                  <a:pt x="81902" y="0"/>
                </a:cubicBezTo>
                <a:lnTo>
                  <a:pt x="5187697" y="0"/>
                </a:lnTo>
                <a:cubicBezTo>
                  <a:pt x="5232930" y="0"/>
                  <a:pt x="5269599" y="36669"/>
                  <a:pt x="5269599" y="81902"/>
                </a:cubicBezTo>
                <a:lnTo>
                  <a:pt x="5269599" y="409498"/>
                </a:lnTo>
                <a:cubicBezTo>
                  <a:pt x="5269599" y="454731"/>
                  <a:pt x="5232930" y="491400"/>
                  <a:pt x="5187697" y="491400"/>
                </a:cubicBezTo>
                <a:lnTo>
                  <a:pt x="81902" y="491400"/>
                </a:lnTo>
                <a:cubicBezTo>
                  <a:pt x="36669" y="491400"/>
                  <a:pt x="0" y="454731"/>
                  <a:pt x="0" y="409498"/>
                </a:cubicBezTo>
                <a:lnTo>
                  <a:pt x="0" y="81902"/>
                </a:lnTo>
                <a:close/>
              </a:path>
            </a:pathLst>
          </a:custGeom>
          <a:solidFill>
            <a:schemeClr val="tx1">
              <a:lumMod val="65000"/>
              <a:lumOff val="3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0188" tIns="100188" rIns="100188" bIns="100188" numCol="1" spcCol="1270" anchor="ctr" anchorCtr="0">
            <a:noAutofit/>
          </a:bodyPr>
          <a:lstStyle/>
          <a:p>
            <a:pPr marL="0" lvl="0" indent="0" algn="ctr" defTabSz="889000">
              <a:lnSpc>
                <a:spcPct val="90000"/>
              </a:lnSpc>
              <a:spcBef>
                <a:spcPct val="0"/>
              </a:spcBef>
              <a:spcAft>
                <a:spcPct val="35000"/>
              </a:spcAft>
              <a:buNone/>
            </a:pPr>
            <a:r>
              <a:rPr lang="en-US" sz="2000" b="1" kern="1200" dirty="0"/>
              <a:t>The “What” question helps you:</a:t>
            </a:r>
            <a:endParaRPr lang="en-IN" sz="2000" kern="1200" dirty="0"/>
          </a:p>
        </p:txBody>
      </p:sp>
      <p:sp>
        <p:nvSpPr>
          <p:cNvPr id="14" name="Freeform: Shape 13">
            <a:extLst>
              <a:ext uri="{FF2B5EF4-FFF2-40B4-BE49-F238E27FC236}">
                <a16:creationId xmlns:a16="http://schemas.microsoft.com/office/drawing/2014/main" id="{5D5B5348-B263-0476-4C04-DA8554402C13}"/>
              </a:ext>
            </a:extLst>
          </p:cNvPr>
          <p:cNvSpPr/>
          <p:nvPr/>
        </p:nvSpPr>
        <p:spPr>
          <a:xfrm>
            <a:off x="780387" y="3378159"/>
            <a:ext cx="1433875" cy="716937"/>
          </a:xfrm>
          <a:custGeom>
            <a:avLst/>
            <a:gdLst>
              <a:gd name="csX0" fmla="*/ 0 w 1433875"/>
              <a:gd name="csY0" fmla="*/ 71694 h 716937"/>
              <a:gd name="csX1" fmla="*/ 71694 w 1433875"/>
              <a:gd name="csY1" fmla="*/ 0 h 716937"/>
              <a:gd name="csX2" fmla="*/ 1362181 w 1433875"/>
              <a:gd name="csY2" fmla="*/ 0 h 716937"/>
              <a:gd name="csX3" fmla="*/ 1433875 w 1433875"/>
              <a:gd name="csY3" fmla="*/ 71694 h 716937"/>
              <a:gd name="csX4" fmla="*/ 1433875 w 1433875"/>
              <a:gd name="csY4" fmla="*/ 645243 h 716937"/>
              <a:gd name="csX5" fmla="*/ 1362181 w 1433875"/>
              <a:gd name="csY5" fmla="*/ 716937 h 716937"/>
              <a:gd name="csX6" fmla="*/ 71694 w 1433875"/>
              <a:gd name="csY6" fmla="*/ 716937 h 716937"/>
              <a:gd name="csX7" fmla="*/ 0 w 1433875"/>
              <a:gd name="csY7" fmla="*/ 645243 h 716937"/>
              <a:gd name="csX8" fmla="*/ 0 w 1433875"/>
              <a:gd name="csY8" fmla="*/ 71694 h 7169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433875" h="716937">
                <a:moveTo>
                  <a:pt x="0" y="71694"/>
                </a:moveTo>
                <a:cubicBezTo>
                  <a:pt x="0" y="32098"/>
                  <a:pt x="32098" y="0"/>
                  <a:pt x="71694" y="0"/>
                </a:cubicBezTo>
                <a:lnTo>
                  <a:pt x="1362181" y="0"/>
                </a:lnTo>
                <a:cubicBezTo>
                  <a:pt x="1401777" y="0"/>
                  <a:pt x="1433875" y="32098"/>
                  <a:pt x="1433875" y="71694"/>
                </a:cubicBezTo>
                <a:lnTo>
                  <a:pt x="1433875" y="645243"/>
                </a:lnTo>
                <a:cubicBezTo>
                  <a:pt x="1433875" y="684839"/>
                  <a:pt x="1401777" y="716937"/>
                  <a:pt x="1362181" y="716937"/>
                </a:cubicBezTo>
                <a:lnTo>
                  <a:pt x="71694" y="716937"/>
                </a:lnTo>
                <a:cubicBezTo>
                  <a:pt x="32098" y="716937"/>
                  <a:pt x="0" y="684839"/>
                  <a:pt x="0" y="645243"/>
                </a:cubicBezTo>
                <a:lnTo>
                  <a:pt x="0" y="71694"/>
                </a:lnTo>
                <a:close/>
              </a:path>
            </a:pathLst>
          </a:custGeom>
          <a:solidFill>
            <a:schemeClr val="bg1"/>
          </a:solidFill>
          <a:ln>
            <a:noFill/>
          </a:ln>
          <a:effectLst/>
          <a:scene3d>
            <a:camera prst="orthographicFront">
              <a:rot lat="0" lon="0" rev="0"/>
            </a:camera>
            <a:lightRig rig="chilly" dir="t">
              <a:rot lat="0" lon="0" rev="18480000"/>
            </a:lightRig>
          </a:scene3d>
          <a:sp3d prstMaterial="clear">
            <a:bevelT h="63500"/>
          </a:sp3d>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43858" tIns="36238" rIns="43858" bIns="36238" numCol="1" spcCol="1270" anchor="ctr" anchorCtr="0">
            <a:noAutofit/>
          </a:bodyPr>
          <a:lstStyle/>
          <a:p>
            <a:pPr marL="0" lvl="0" indent="0" algn="ctr" defTabSz="533400">
              <a:lnSpc>
                <a:spcPct val="90000"/>
              </a:lnSpc>
              <a:spcBef>
                <a:spcPct val="0"/>
              </a:spcBef>
              <a:spcAft>
                <a:spcPct val="35000"/>
              </a:spcAft>
              <a:buNone/>
            </a:pPr>
            <a:r>
              <a:rPr lang="en-US" sz="1200" kern="1200" dirty="0">
                <a:solidFill>
                  <a:schemeClr val="tx1"/>
                </a:solidFill>
              </a:rPr>
              <a:t>Define the exact task</a:t>
            </a:r>
            <a:endParaRPr lang="en-IN" sz="1200" kern="1200" dirty="0">
              <a:solidFill>
                <a:schemeClr val="tx1"/>
              </a:solidFill>
            </a:endParaRPr>
          </a:p>
        </p:txBody>
      </p:sp>
      <p:sp>
        <p:nvSpPr>
          <p:cNvPr id="16" name="Freeform: Shape 15">
            <a:extLst>
              <a:ext uri="{FF2B5EF4-FFF2-40B4-BE49-F238E27FC236}">
                <a16:creationId xmlns:a16="http://schemas.microsoft.com/office/drawing/2014/main" id="{09072847-D5F7-2C30-B227-0E29CCA91F61}"/>
              </a:ext>
            </a:extLst>
          </p:cNvPr>
          <p:cNvSpPr/>
          <p:nvPr/>
        </p:nvSpPr>
        <p:spPr>
          <a:xfrm>
            <a:off x="2296741" y="3378159"/>
            <a:ext cx="1433875" cy="716937"/>
          </a:xfrm>
          <a:custGeom>
            <a:avLst/>
            <a:gdLst>
              <a:gd name="csX0" fmla="*/ 0 w 1433875"/>
              <a:gd name="csY0" fmla="*/ 71694 h 716937"/>
              <a:gd name="csX1" fmla="*/ 71694 w 1433875"/>
              <a:gd name="csY1" fmla="*/ 0 h 716937"/>
              <a:gd name="csX2" fmla="*/ 1362181 w 1433875"/>
              <a:gd name="csY2" fmla="*/ 0 h 716937"/>
              <a:gd name="csX3" fmla="*/ 1433875 w 1433875"/>
              <a:gd name="csY3" fmla="*/ 71694 h 716937"/>
              <a:gd name="csX4" fmla="*/ 1433875 w 1433875"/>
              <a:gd name="csY4" fmla="*/ 645243 h 716937"/>
              <a:gd name="csX5" fmla="*/ 1362181 w 1433875"/>
              <a:gd name="csY5" fmla="*/ 716937 h 716937"/>
              <a:gd name="csX6" fmla="*/ 71694 w 1433875"/>
              <a:gd name="csY6" fmla="*/ 716937 h 716937"/>
              <a:gd name="csX7" fmla="*/ 0 w 1433875"/>
              <a:gd name="csY7" fmla="*/ 645243 h 716937"/>
              <a:gd name="csX8" fmla="*/ 0 w 1433875"/>
              <a:gd name="csY8" fmla="*/ 71694 h 7169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433875" h="716937">
                <a:moveTo>
                  <a:pt x="0" y="71694"/>
                </a:moveTo>
                <a:cubicBezTo>
                  <a:pt x="0" y="32098"/>
                  <a:pt x="32098" y="0"/>
                  <a:pt x="71694" y="0"/>
                </a:cubicBezTo>
                <a:lnTo>
                  <a:pt x="1362181" y="0"/>
                </a:lnTo>
                <a:cubicBezTo>
                  <a:pt x="1401777" y="0"/>
                  <a:pt x="1433875" y="32098"/>
                  <a:pt x="1433875" y="71694"/>
                </a:cubicBezTo>
                <a:lnTo>
                  <a:pt x="1433875" y="645243"/>
                </a:lnTo>
                <a:cubicBezTo>
                  <a:pt x="1433875" y="684839"/>
                  <a:pt x="1401777" y="716937"/>
                  <a:pt x="1362181" y="716937"/>
                </a:cubicBezTo>
                <a:lnTo>
                  <a:pt x="71694" y="716937"/>
                </a:lnTo>
                <a:cubicBezTo>
                  <a:pt x="32098" y="716937"/>
                  <a:pt x="0" y="684839"/>
                  <a:pt x="0" y="645243"/>
                </a:cubicBezTo>
                <a:lnTo>
                  <a:pt x="0" y="71694"/>
                </a:lnTo>
                <a:close/>
              </a:path>
            </a:pathLst>
          </a:custGeom>
          <a:solidFill>
            <a:schemeClr val="bg1"/>
          </a:solidFill>
          <a:ln>
            <a:noFill/>
          </a:ln>
          <a:effectLst/>
          <a:scene3d>
            <a:camera prst="orthographicFront">
              <a:rot lat="0" lon="0" rev="0"/>
            </a:camera>
            <a:lightRig rig="chilly" dir="t">
              <a:rot lat="0" lon="0" rev="18480000"/>
            </a:lightRig>
          </a:scene3d>
          <a:sp3d prstMaterial="clear">
            <a:bevelT h="63500"/>
          </a:sp3d>
        </p:spPr>
        <p:style>
          <a:lnRef idx="2">
            <a:schemeClr val="lt1">
              <a:hueOff val="0"/>
              <a:satOff val="0"/>
              <a:lumOff val="0"/>
              <a:alphaOff val="0"/>
            </a:schemeClr>
          </a:lnRef>
          <a:fillRef idx="1">
            <a:schemeClr val="accent2">
              <a:hueOff val="3221807"/>
              <a:satOff val="-9246"/>
              <a:lumOff val="-14805"/>
              <a:alphaOff val="0"/>
            </a:schemeClr>
          </a:fillRef>
          <a:effectRef idx="0">
            <a:schemeClr val="accent2">
              <a:hueOff val="3221807"/>
              <a:satOff val="-9246"/>
              <a:lumOff val="-14805"/>
              <a:alphaOff val="0"/>
            </a:schemeClr>
          </a:effectRef>
          <a:fontRef idx="minor">
            <a:schemeClr val="lt1"/>
          </a:fontRef>
        </p:style>
        <p:txBody>
          <a:bodyPr spcFirstLastPara="0" vert="horz" wrap="square" lIns="43858" tIns="36238" rIns="43858" bIns="36238" numCol="1" spcCol="1270" anchor="ctr" anchorCtr="0">
            <a:noAutofit/>
          </a:bodyPr>
          <a:lstStyle/>
          <a:p>
            <a:pPr marL="0" lvl="0" indent="0" algn="ctr" defTabSz="533400">
              <a:lnSpc>
                <a:spcPct val="90000"/>
              </a:lnSpc>
              <a:spcBef>
                <a:spcPct val="0"/>
              </a:spcBef>
              <a:spcAft>
                <a:spcPct val="35000"/>
              </a:spcAft>
              <a:buNone/>
            </a:pPr>
            <a:r>
              <a:rPr lang="en-US" sz="1200" kern="1200" dirty="0">
                <a:solidFill>
                  <a:schemeClr val="tx1"/>
                </a:solidFill>
              </a:rPr>
              <a:t>Avoid broad or unclear requests</a:t>
            </a:r>
            <a:endParaRPr lang="en-IN" sz="1200" kern="1200" dirty="0">
              <a:solidFill>
                <a:schemeClr val="tx1"/>
              </a:solidFill>
            </a:endParaRPr>
          </a:p>
        </p:txBody>
      </p:sp>
      <p:sp>
        <p:nvSpPr>
          <p:cNvPr id="17" name="Freeform: Shape 16">
            <a:extLst>
              <a:ext uri="{FF2B5EF4-FFF2-40B4-BE49-F238E27FC236}">
                <a16:creationId xmlns:a16="http://schemas.microsoft.com/office/drawing/2014/main" id="{136D3A9F-7659-83C4-53F2-822A32E10B49}"/>
              </a:ext>
            </a:extLst>
          </p:cNvPr>
          <p:cNvSpPr/>
          <p:nvPr/>
        </p:nvSpPr>
        <p:spPr>
          <a:xfrm>
            <a:off x="3836774" y="3404336"/>
            <a:ext cx="1433875" cy="646331"/>
          </a:xfrm>
          <a:custGeom>
            <a:avLst/>
            <a:gdLst>
              <a:gd name="csX0" fmla="*/ 0 w 1433875"/>
              <a:gd name="csY0" fmla="*/ 71694 h 716937"/>
              <a:gd name="csX1" fmla="*/ 71694 w 1433875"/>
              <a:gd name="csY1" fmla="*/ 0 h 716937"/>
              <a:gd name="csX2" fmla="*/ 1362181 w 1433875"/>
              <a:gd name="csY2" fmla="*/ 0 h 716937"/>
              <a:gd name="csX3" fmla="*/ 1433875 w 1433875"/>
              <a:gd name="csY3" fmla="*/ 71694 h 716937"/>
              <a:gd name="csX4" fmla="*/ 1433875 w 1433875"/>
              <a:gd name="csY4" fmla="*/ 645243 h 716937"/>
              <a:gd name="csX5" fmla="*/ 1362181 w 1433875"/>
              <a:gd name="csY5" fmla="*/ 716937 h 716937"/>
              <a:gd name="csX6" fmla="*/ 71694 w 1433875"/>
              <a:gd name="csY6" fmla="*/ 716937 h 716937"/>
              <a:gd name="csX7" fmla="*/ 0 w 1433875"/>
              <a:gd name="csY7" fmla="*/ 645243 h 716937"/>
              <a:gd name="csX8" fmla="*/ 0 w 1433875"/>
              <a:gd name="csY8" fmla="*/ 71694 h 7169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433875" h="716937">
                <a:moveTo>
                  <a:pt x="0" y="71694"/>
                </a:moveTo>
                <a:cubicBezTo>
                  <a:pt x="0" y="32098"/>
                  <a:pt x="32098" y="0"/>
                  <a:pt x="71694" y="0"/>
                </a:cubicBezTo>
                <a:lnTo>
                  <a:pt x="1362181" y="0"/>
                </a:lnTo>
                <a:cubicBezTo>
                  <a:pt x="1401777" y="0"/>
                  <a:pt x="1433875" y="32098"/>
                  <a:pt x="1433875" y="71694"/>
                </a:cubicBezTo>
                <a:lnTo>
                  <a:pt x="1433875" y="645243"/>
                </a:lnTo>
                <a:cubicBezTo>
                  <a:pt x="1433875" y="684839"/>
                  <a:pt x="1401777" y="716937"/>
                  <a:pt x="1362181" y="716937"/>
                </a:cubicBezTo>
                <a:lnTo>
                  <a:pt x="71694" y="716937"/>
                </a:lnTo>
                <a:cubicBezTo>
                  <a:pt x="32098" y="716937"/>
                  <a:pt x="0" y="684839"/>
                  <a:pt x="0" y="645243"/>
                </a:cubicBezTo>
                <a:lnTo>
                  <a:pt x="0" y="71694"/>
                </a:lnTo>
                <a:close/>
              </a:path>
            </a:pathLst>
          </a:custGeom>
          <a:solidFill>
            <a:schemeClr val="bg1"/>
          </a:solidFill>
          <a:ln>
            <a:noFill/>
          </a:ln>
          <a:effectLst/>
          <a:scene3d>
            <a:camera prst="orthographicFront">
              <a:rot lat="0" lon="0" rev="0"/>
            </a:camera>
            <a:lightRig rig="chilly" dir="t">
              <a:rot lat="0" lon="0" rev="18480000"/>
            </a:lightRig>
          </a:scene3d>
          <a:sp3d prstMaterial="clear">
            <a:bevelT h="63500"/>
          </a:sp3d>
        </p:spPr>
        <p:style>
          <a:lnRef idx="2">
            <a:schemeClr val="lt1">
              <a:hueOff val="0"/>
              <a:satOff val="0"/>
              <a:lumOff val="0"/>
              <a:alphaOff val="0"/>
            </a:schemeClr>
          </a:lnRef>
          <a:fillRef idx="1">
            <a:schemeClr val="accent2">
              <a:hueOff val="6443614"/>
              <a:satOff val="-18493"/>
              <a:lumOff val="-29609"/>
              <a:alphaOff val="0"/>
            </a:schemeClr>
          </a:fillRef>
          <a:effectRef idx="0">
            <a:schemeClr val="accent2">
              <a:hueOff val="6443614"/>
              <a:satOff val="-18493"/>
              <a:lumOff val="-29609"/>
              <a:alphaOff val="0"/>
            </a:schemeClr>
          </a:effectRef>
          <a:fontRef idx="minor">
            <a:schemeClr val="lt1"/>
          </a:fontRef>
        </p:style>
        <p:txBody>
          <a:bodyPr spcFirstLastPara="0" vert="horz" wrap="square" lIns="43858" tIns="36238" rIns="43858" bIns="36238" numCol="1" spcCol="1270" anchor="ctr" anchorCtr="0">
            <a:noAutofit/>
          </a:bodyPr>
          <a:lstStyle/>
          <a:p>
            <a:pPr marL="0" lvl="0" indent="0" algn="ctr" defTabSz="533400">
              <a:lnSpc>
                <a:spcPct val="90000"/>
              </a:lnSpc>
              <a:spcBef>
                <a:spcPct val="0"/>
              </a:spcBef>
              <a:spcAft>
                <a:spcPct val="35000"/>
              </a:spcAft>
              <a:buNone/>
            </a:pPr>
            <a:r>
              <a:rPr lang="en-US" sz="1200" kern="1200" dirty="0">
                <a:solidFill>
                  <a:schemeClr val="tx1"/>
                </a:solidFill>
              </a:rPr>
              <a:t>Reduce unexpected or irrelevant responses</a:t>
            </a:r>
            <a:endParaRPr lang="en-IN" sz="1200" kern="1200" dirty="0">
              <a:solidFill>
                <a:schemeClr val="tx1"/>
              </a:solidFill>
            </a:endParaRPr>
          </a:p>
        </p:txBody>
      </p:sp>
      <p:sp>
        <p:nvSpPr>
          <p:cNvPr id="2" name="Freeform: Shape 1">
            <a:extLst>
              <a:ext uri="{FF2B5EF4-FFF2-40B4-BE49-F238E27FC236}">
                <a16:creationId xmlns:a16="http://schemas.microsoft.com/office/drawing/2014/main" id="{50E53D7C-8E42-F5E5-6F15-0831E379A587}"/>
              </a:ext>
            </a:extLst>
          </p:cNvPr>
          <p:cNvSpPr/>
          <p:nvPr/>
        </p:nvSpPr>
        <p:spPr>
          <a:xfrm>
            <a:off x="565769" y="4266757"/>
            <a:ext cx="4758444" cy="451547"/>
          </a:xfrm>
          <a:custGeom>
            <a:avLst/>
            <a:gdLst>
              <a:gd name="csX0" fmla="*/ 0 w 4543736"/>
              <a:gd name="csY0" fmla="*/ 85997 h 515970"/>
              <a:gd name="csX1" fmla="*/ 85997 w 4543736"/>
              <a:gd name="csY1" fmla="*/ 0 h 515970"/>
              <a:gd name="csX2" fmla="*/ 4457739 w 4543736"/>
              <a:gd name="csY2" fmla="*/ 0 h 515970"/>
              <a:gd name="csX3" fmla="*/ 4543736 w 4543736"/>
              <a:gd name="csY3" fmla="*/ 85997 h 515970"/>
              <a:gd name="csX4" fmla="*/ 4543736 w 4543736"/>
              <a:gd name="csY4" fmla="*/ 429973 h 515970"/>
              <a:gd name="csX5" fmla="*/ 4457739 w 4543736"/>
              <a:gd name="csY5" fmla="*/ 515970 h 515970"/>
              <a:gd name="csX6" fmla="*/ 85997 w 4543736"/>
              <a:gd name="csY6" fmla="*/ 515970 h 515970"/>
              <a:gd name="csX7" fmla="*/ 0 w 4543736"/>
              <a:gd name="csY7" fmla="*/ 429973 h 515970"/>
              <a:gd name="csX8" fmla="*/ 0 w 4543736"/>
              <a:gd name="csY8" fmla="*/ 85997 h 5159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543736" h="515970">
                <a:moveTo>
                  <a:pt x="0" y="85997"/>
                </a:moveTo>
                <a:cubicBezTo>
                  <a:pt x="0" y="38502"/>
                  <a:pt x="38502" y="0"/>
                  <a:pt x="85997" y="0"/>
                </a:cubicBezTo>
                <a:lnTo>
                  <a:pt x="4457739" y="0"/>
                </a:lnTo>
                <a:cubicBezTo>
                  <a:pt x="4505234" y="0"/>
                  <a:pt x="4543736" y="38502"/>
                  <a:pt x="4543736" y="85997"/>
                </a:cubicBezTo>
                <a:lnTo>
                  <a:pt x="4543736" y="429973"/>
                </a:lnTo>
                <a:cubicBezTo>
                  <a:pt x="4543736" y="477468"/>
                  <a:pt x="4505234" y="515970"/>
                  <a:pt x="4457739" y="515970"/>
                </a:cubicBezTo>
                <a:lnTo>
                  <a:pt x="85997" y="515970"/>
                </a:lnTo>
                <a:cubicBezTo>
                  <a:pt x="38502" y="515970"/>
                  <a:pt x="0" y="477468"/>
                  <a:pt x="0" y="429973"/>
                </a:cubicBezTo>
                <a:lnTo>
                  <a:pt x="0" y="85997"/>
                </a:lnTo>
                <a:close/>
              </a:path>
            </a:pathLst>
          </a:custGeom>
          <a:solidFill>
            <a:schemeClr val="tx1">
              <a:lumMod val="65000"/>
              <a:lumOff val="3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5198" tIns="105198" rIns="105198" bIns="105198" numCol="1" spcCol="1270" anchor="ctr" anchorCtr="0">
            <a:noAutofit/>
          </a:bodyPr>
          <a:lstStyle/>
          <a:p>
            <a:pPr marL="0" lvl="0" indent="0" algn="ctr" defTabSz="933450">
              <a:lnSpc>
                <a:spcPct val="90000"/>
              </a:lnSpc>
              <a:spcBef>
                <a:spcPct val="0"/>
              </a:spcBef>
              <a:spcAft>
                <a:spcPct val="35000"/>
              </a:spcAft>
              <a:buNone/>
            </a:pPr>
            <a:r>
              <a:rPr lang="en-US" sz="2100" b="1" kern="1200" dirty="0"/>
              <a:t>The “Why” question helps you:</a:t>
            </a:r>
            <a:endParaRPr lang="en-IN" sz="2100" kern="1200" dirty="0"/>
          </a:p>
        </p:txBody>
      </p:sp>
      <p:sp>
        <p:nvSpPr>
          <p:cNvPr id="3" name="Freeform: Shape 2">
            <a:extLst>
              <a:ext uri="{FF2B5EF4-FFF2-40B4-BE49-F238E27FC236}">
                <a16:creationId xmlns:a16="http://schemas.microsoft.com/office/drawing/2014/main" id="{A397A574-82B0-CD9A-CA6B-78D642C2D839}"/>
              </a:ext>
            </a:extLst>
          </p:cNvPr>
          <p:cNvSpPr/>
          <p:nvPr/>
        </p:nvSpPr>
        <p:spPr>
          <a:xfrm>
            <a:off x="780387" y="5624906"/>
            <a:ext cx="4157236" cy="393120"/>
          </a:xfrm>
          <a:custGeom>
            <a:avLst/>
            <a:gdLst>
              <a:gd name="csX0" fmla="*/ 0 w 4157236"/>
              <a:gd name="csY0" fmla="*/ 65521 h 393120"/>
              <a:gd name="csX1" fmla="*/ 65521 w 4157236"/>
              <a:gd name="csY1" fmla="*/ 0 h 393120"/>
              <a:gd name="csX2" fmla="*/ 4091715 w 4157236"/>
              <a:gd name="csY2" fmla="*/ 0 h 393120"/>
              <a:gd name="csX3" fmla="*/ 4157236 w 4157236"/>
              <a:gd name="csY3" fmla="*/ 65521 h 393120"/>
              <a:gd name="csX4" fmla="*/ 4157236 w 4157236"/>
              <a:gd name="csY4" fmla="*/ 327599 h 393120"/>
              <a:gd name="csX5" fmla="*/ 4091715 w 4157236"/>
              <a:gd name="csY5" fmla="*/ 393120 h 393120"/>
              <a:gd name="csX6" fmla="*/ 65521 w 4157236"/>
              <a:gd name="csY6" fmla="*/ 393120 h 393120"/>
              <a:gd name="csX7" fmla="*/ 0 w 4157236"/>
              <a:gd name="csY7" fmla="*/ 327599 h 393120"/>
              <a:gd name="csX8" fmla="*/ 0 w 4157236"/>
              <a:gd name="csY8" fmla="*/ 65521 h 3931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157236" h="393120">
                <a:moveTo>
                  <a:pt x="0" y="65521"/>
                </a:moveTo>
                <a:cubicBezTo>
                  <a:pt x="0" y="29335"/>
                  <a:pt x="29335" y="0"/>
                  <a:pt x="65521" y="0"/>
                </a:cubicBezTo>
                <a:lnTo>
                  <a:pt x="4091715" y="0"/>
                </a:lnTo>
                <a:cubicBezTo>
                  <a:pt x="4127901" y="0"/>
                  <a:pt x="4157236" y="29335"/>
                  <a:pt x="4157236" y="65521"/>
                </a:cubicBezTo>
                <a:lnTo>
                  <a:pt x="4157236" y="327599"/>
                </a:lnTo>
                <a:cubicBezTo>
                  <a:pt x="4157236" y="363785"/>
                  <a:pt x="4127901" y="393120"/>
                  <a:pt x="4091715" y="393120"/>
                </a:cubicBezTo>
                <a:lnTo>
                  <a:pt x="65521" y="393120"/>
                </a:lnTo>
                <a:cubicBezTo>
                  <a:pt x="29335" y="393120"/>
                  <a:pt x="0" y="363785"/>
                  <a:pt x="0" y="327599"/>
                </a:cubicBezTo>
                <a:lnTo>
                  <a:pt x="0" y="65521"/>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0151" tIns="80151" rIns="80151" bIns="80151" numCol="1" spcCol="1270" anchor="ctr" anchorCtr="0">
            <a:noAutofit/>
          </a:bodyPr>
          <a:lstStyle/>
          <a:p>
            <a:pPr marL="0" lvl="0" indent="0" algn="l" defTabSz="711200">
              <a:lnSpc>
                <a:spcPct val="90000"/>
              </a:lnSpc>
              <a:spcBef>
                <a:spcPct val="0"/>
              </a:spcBef>
              <a:spcAft>
                <a:spcPct val="35000"/>
              </a:spcAft>
              <a:buNone/>
            </a:pPr>
            <a:r>
              <a:rPr lang="en-US" sz="1600" kern="1200" dirty="0"/>
              <a:t>Decide the depth of the response</a:t>
            </a:r>
            <a:endParaRPr lang="en-IN" sz="1600" kern="1200" dirty="0"/>
          </a:p>
        </p:txBody>
      </p:sp>
      <p:sp>
        <p:nvSpPr>
          <p:cNvPr id="4" name="Freeform: Shape 3">
            <a:extLst>
              <a:ext uri="{FF2B5EF4-FFF2-40B4-BE49-F238E27FC236}">
                <a16:creationId xmlns:a16="http://schemas.microsoft.com/office/drawing/2014/main" id="{928F1CA6-D853-1E00-02A1-096F92FE4F45}"/>
              </a:ext>
            </a:extLst>
          </p:cNvPr>
          <p:cNvSpPr/>
          <p:nvPr/>
        </p:nvSpPr>
        <p:spPr>
          <a:xfrm>
            <a:off x="780387" y="6052819"/>
            <a:ext cx="4157236" cy="393120"/>
          </a:xfrm>
          <a:custGeom>
            <a:avLst/>
            <a:gdLst>
              <a:gd name="csX0" fmla="*/ 0 w 4157236"/>
              <a:gd name="csY0" fmla="*/ 65521 h 393120"/>
              <a:gd name="csX1" fmla="*/ 65521 w 4157236"/>
              <a:gd name="csY1" fmla="*/ 0 h 393120"/>
              <a:gd name="csX2" fmla="*/ 4091715 w 4157236"/>
              <a:gd name="csY2" fmla="*/ 0 h 393120"/>
              <a:gd name="csX3" fmla="*/ 4157236 w 4157236"/>
              <a:gd name="csY3" fmla="*/ 65521 h 393120"/>
              <a:gd name="csX4" fmla="*/ 4157236 w 4157236"/>
              <a:gd name="csY4" fmla="*/ 327599 h 393120"/>
              <a:gd name="csX5" fmla="*/ 4091715 w 4157236"/>
              <a:gd name="csY5" fmla="*/ 393120 h 393120"/>
              <a:gd name="csX6" fmla="*/ 65521 w 4157236"/>
              <a:gd name="csY6" fmla="*/ 393120 h 393120"/>
              <a:gd name="csX7" fmla="*/ 0 w 4157236"/>
              <a:gd name="csY7" fmla="*/ 327599 h 393120"/>
              <a:gd name="csX8" fmla="*/ 0 w 4157236"/>
              <a:gd name="csY8" fmla="*/ 65521 h 3931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157236" h="393120">
                <a:moveTo>
                  <a:pt x="0" y="65521"/>
                </a:moveTo>
                <a:cubicBezTo>
                  <a:pt x="0" y="29335"/>
                  <a:pt x="29335" y="0"/>
                  <a:pt x="65521" y="0"/>
                </a:cubicBezTo>
                <a:lnTo>
                  <a:pt x="4091715" y="0"/>
                </a:lnTo>
                <a:cubicBezTo>
                  <a:pt x="4127901" y="0"/>
                  <a:pt x="4157236" y="29335"/>
                  <a:pt x="4157236" y="65521"/>
                </a:cubicBezTo>
                <a:lnTo>
                  <a:pt x="4157236" y="327599"/>
                </a:lnTo>
                <a:cubicBezTo>
                  <a:pt x="4157236" y="363785"/>
                  <a:pt x="4127901" y="393120"/>
                  <a:pt x="4091715" y="393120"/>
                </a:cubicBezTo>
                <a:lnTo>
                  <a:pt x="65521" y="393120"/>
                </a:lnTo>
                <a:cubicBezTo>
                  <a:pt x="29335" y="393120"/>
                  <a:pt x="0" y="363785"/>
                  <a:pt x="0" y="327599"/>
                </a:cubicBezTo>
                <a:lnTo>
                  <a:pt x="0" y="65521"/>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0151" tIns="80151" rIns="80151" bIns="80151" numCol="1" spcCol="1270" anchor="ctr" anchorCtr="0">
            <a:noAutofit/>
          </a:bodyPr>
          <a:lstStyle/>
          <a:p>
            <a:pPr marL="0" lvl="0" indent="0" algn="l" defTabSz="711200">
              <a:lnSpc>
                <a:spcPct val="90000"/>
              </a:lnSpc>
              <a:spcBef>
                <a:spcPct val="0"/>
              </a:spcBef>
              <a:spcAft>
                <a:spcPct val="35000"/>
              </a:spcAft>
              <a:buNone/>
            </a:pPr>
            <a:r>
              <a:rPr lang="en-US" sz="1600" kern="1200" dirty="0"/>
              <a:t>Focus on what is actually useful</a:t>
            </a:r>
            <a:endParaRPr lang="en-IN" sz="1600" kern="1200" dirty="0"/>
          </a:p>
        </p:txBody>
      </p:sp>
      <p:sp>
        <p:nvSpPr>
          <p:cNvPr id="9" name="Freeform: Shape 8">
            <a:extLst>
              <a:ext uri="{FF2B5EF4-FFF2-40B4-BE49-F238E27FC236}">
                <a16:creationId xmlns:a16="http://schemas.microsoft.com/office/drawing/2014/main" id="{D57E59A4-F0FF-0FAF-B433-B3998C2A0C68}"/>
              </a:ext>
            </a:extLst>
          </p:cNvPr>
          <p:cNvSpPr/>
          <p:nvPr/>
        </p:nvSpPr>
        <p:spPr>
          <a:xfrm>
            <a:off x="780387" y="5196993"/>
            <a:ext cx="4157236" cy="393120"/>
          </a:xfrm>
          <a:custGeom>
            <a:avLst/>
            <a:gdLst>
              <a:gd name="csX0" fmla="*/ 0 w 4157236"/>
              <a:gd name="csY0" fmla="*/ 65521 h 393120"/>
              <a:gd name="csX1" fmla="*/ 65521 w 4157236"/>
              <a:gd name="csY1" fmla="*/ 0 h 393120"/>
              <a:gd name="csX2" fmla="*/ 4091715 w 4157236"/>
              <a:gd name="csY2" fmla="*/ 0 h 393120"/>
              <a:gd name="csX3" fmla="*/ 4157236 w 4157236"/>
              <a:gd name="csY3" fmla="*/ 65521 h 393120"/>
              <a:gd name="csX4" fmla="*/ 4157236 w 4157236"/>
              <a:gd name="csY4" fmla="*/ 327599 h 393120"/>
              <a:gd name="csX5" fmla="*/ 4091715 w 4157236"/>
              <a:gd name="csY5" fmla="*/ 393120 h 393120"/>
              <a:gd name="csX6" fmla="*/ 65521 w 4157236"/>
              <a:gd name="csY6" fmla="*/ 393120 h 393120"/>
              <a:gd name="csX7" fmla="*/ 0 w 4157236"/>
              <a:gd name="csY7" fmla="*/ 327599 h 393120"/>
              <a:gd name="csX8" fmla="*/ 0 w 4157236"/>
              <a:gd name="csY8" fmla="*/ 65521 h 3931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157236" h="393120">
                <a:moveTo>
                  <a:pt x="0" y="65521"/>
                </a:moveTo>
                <a:cubicBezTo>
                  <a:pt x="0" y="29335"/>
                  <a:pt x="29335" y="0"/>
                  <a:pt x="65521" y="0"/>
                </a:cubicBezTo>
                <a:lnTo>
                  <a:pt x="4091715" y="0"/>
                </a:lnTo>
                <a:cubicBezTo>
                  <a:pt x="4127901" y="0"/>
                  <a:pt x="4157236" y="29335"/>
                  <a:pt x="4157236" y="65521"/>
                </a:cubicBezTo>
                <a:lnTo>
                  <a:pt x="4157236" y="327599"/>
                </a:lnTo>
                <a:cubicBezTo>
                  <a:pt x="4157236" y="363785"/>
                  <a:pt x="4127901" y="393120"/>
                  <a:pt x="4091715" y="393120"/>
                </a:cubicBezTo>
                <a:lnTo>
                  <a:pt x="65521" y="393120"/>
                </a:lnTo>
                <a:cubicBezTo>
                  <a:pt x="29335" y="393120"/>
                  <a:pt x="0" y="363785"/>
                  <a:pt x="0" y="327599"/>
                </a:cubicBezTo>
                <a:lnTo>
                  <a:pt x="0" y="65521"/>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0151" tIns="80151" rIns="80151" bIns="80151" numCol="1" spcCol="1270" anchor="ctr" anchorCtr="0">
            <a:noAutofit/>
          </a:bodyPr>
          <a:lstStyle/>
          <a:p>
            <a:pPr marL="0" lvl="0" indent="0" algn="l" defTabSz="711200">
              <a:lnSpc>
                <a:spcPct val="90000"/>
              </a:lnSpc>
              <a:spcBef>
                <a:spcPct val="0"/>
              </a:spcBef>
              <a:spcAft>
                <a:spcPct val="35000"/>
              </a:spcAft>
              <a:buNone/>
            </a:pPr>
            <a:r>
              <a:rPr lang="en-US" sz="1600" kern="1200" dirty="0"/>
              <a:t>Avoid unnecessary or unfocused information</a:t>
            </a:r>
            <a:endParaRPr lang="en-IN" sz="1600" kern="1200" dirty="0"/>
          </a:p>
        </p:txBody>
      </p:sp>
      <p:sp>
        <p:nvSpPr>
          <p:cNvPr id="10" name="TextBox 9">
            <a:extLst>
              <a:ext uri="{FF2B5EF4-FFF2-40B4-BE49-F238E27FC236}">
                <a16:creationId xmlns:a16="http://schemas.microsoft.com/office/drawing/2014/main" id="{966EA8CE-B6D6-6480-29BD-6374F6A921FB}"/>
              </a:ext>
            </a:extLst>
          </p:cNvPr>
          <p:cNvSpPr txBox="1"/>
          <p:nvPr/>
        </p:nvSpPr>
        <p:spPr>
          <a:xfrm>
            <a:off x="5324213" y="5371695"/>
            <a:ext cx="5218819" cy="646331"/>
          </a:xfrm>
          <a:prstGeom prst="rect">
            <a:avLst/>
          </a:prstGeom>
          <a:solidFill>
            <a:schemeClr val="bg1"/>
          </a:solidFill>
          <a:ln>
            <a:solidFill>
              <a:schemeClr val="accent2">
                <a:lumMod val="75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pPr algn="ctr"/>
            <a:r>
              <a:rPr lang="en-US" dirty="0"/>
              <a:t>The purpose of the prompt shapes </a:t>
            </a:r>
          </a:p>
          <a:p>
            <a:pPr algn="ctr"/>
            <a:r>
              <a:rPr lang="en-US" dirty="0"/>
              <a:t>the quality of the response.</a:t>
            </a:r>
            <a:endParaRPr lang="en-IN" dirty="0"/>
          </a:p>
        </p:txBody>
      </p:sp>
      <p:sp>
        <p:nvSpPr>
          <p:cNvPr id="11" name="TextBox 10">
            <a:extLst>
              <a:ext uri="{FF2B5EF4-FFF2-40B4-BE49-F238E27FC236}">
                <a16:creationId xmlns:a16="http://schemas.microsoft.com/office/drawing/2014/main" id="{8513B196-1C17-6F73-34A8-B4460FCF12E0}"/>
              </a:ext>
            </a:extLst>
          </p:cNvPr>
          <p:cNvSpPr txBox="1"/>
          <p:nvPr/>
        </p:nvSpPr>
        <p:spPr>
          <a:xfrm>
            <a:off x="687979" y="4798682"/>
            <a:ext cx="9358572" cy="369332"/>
          </a:xfrm>
          <a:prstGeom prst="rect">
            <a:avLst/>
          </a:prstGeom>
          <a:noFill/>
        </p:spPr>
        <p:txBody>
          <a:bodyPr wrap="square" numCol="1">
            <a:spAutoFit/>
          </a:bodyPr>
          <a:lstStyle/>
          <a:p>
            <a:r>
              <a:rPr lang="en-US" dirty="0">
                <a:solidFill>
                  <a:srgbClr val="1F2933"/>
                </a:solidFill>
              </a:rPr>
              <a:t>Before writing a prompt, think  about why you need the response.</a:t>
            </a:r>
          </a:p>
        </p:txBody>
      </p:sp>
      <p:sp>
        <p:nvSpPr>
          <p:cNvPr id="12" name="Freeform: Shape 11">
            <a:extLst>
              <a:ext uri="{FF2B5EF4-FFF2-40B4-BE49-F238E27FC236}">
                <a16:creationId xmlns:a16="http://schemas.microsoft.com/office/drawing/2014/main" id="{1A90FED1-077C-1361-4BC5-42F3D3581AEB}"/>
              </a:ext>
            </a:extLst>
          </p:cNvPr>
          <p:cNvSpPr/>
          <p:nvPr/>
        </p:nvSpPr>
        <p:spPr>
          <a:xfrm>
            <a:off x="486591" y="1509618"/>
            <a:ext cx="4784058" cy="403627"/>
          </a:xfrm>
          <a:custGeom>
            <a:avLst/>
            <a:gdLst>
              <a:gd name="csX0" fmla="*/ 0 w 5269599"/>
              <a:gd name="csY0" fmla="*/ 81902 h 491400"/>
              <a:gd name="csX1" fmla="*/ 81902 w 5269599"/>
              <a:gd name="csY1" fmla="*/ 0 h 491400"/>
              <a:gd name="csX2" fmla="*/ 5187697 w 5269599"/>
              <a:gd name="csY2" fmla="*/ 0 h 491400"/>
              <a:gd name="csX3" fmla="*/ 5269599 w 5269599"/>
              <a:gd name="csY3" fmla="*/ 81902 h 491400"/>
              <a:gd name="csX4" fmla="*/ 5269599 w 5269599"/>
              <a:gd name="csY4" fmla="*/ 409498 h 491400"/>
              <a:gd name="csX5" fmla="*/ 5187697 w 5269599"/>
              <a:gd name="csY5" fmla="*/ 491400 h 491400"/>
              <a:gd name="csX6" fmla="*/ 81902 w 5269599"/>
              <a:gd name="csY6" fmla="*/ 491400 h 491400"/>
              <a:gd name="csX7" fmla="*/ 0 w 5269599"/>
              <a:gd name="csY7" fmla="*/ 409498 h 491400"/>
              <a:gd name="csX8" fmla="*/ 0 w 5269599"/>
              <a:gd name="csY8" fmla="*/ 81902 h 491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269599" h="491400">
                <a:moveTo>
                  <a:pt x="0" y="81902"/>
                </a:moveTo>
                <a:cubicBezTo>
                  <a:pt x="0" y="36669"/>
                  <a:pt x="36669" y="0"/>
                  <a:pt x="81902" y="0"/>
                </a:cubicBezTo>
                <a:lnTo>
                  <a:pt x="5187697" y="0"/>
                </a:lnTo>
                <a:cubicBezTo>
                  <a:pt x="5232930" y="0"/>
                  <a:pt x="5269599" y="36669"/>
                  <a:pt x="5269599" y="81902"/>
                </a:cubicBezTo>
                <a:lnTo>
                  <a:pt x="5269599" y="409498"/>
                </a:lnTo>
                <a:cubicBezTo>
                  <a:pt x="5269599" y="454731"/>
                  <a:pt x="5232930" y="491400"/>
                  <a:pt x="5187697" y="491400"/>
                </a:cubicBezTo>
                <a:lnTo>
                  <a:pt x="81902" y="491400"/>
                </a:lnTo>
                <a:cubicBezTo>
                  <a:pt x="36669" y="491400"/>
                  <a:pt x="0" y="454731"/>
                  <a:pt x="0" y="409498"/>
                </a:cubicBezTo>
                <a:lnTo>
                  <a:pt x="0" y="81902"/>
                </a:lnTo>
                <a:close/>
              </a:path>
            </a:pathLst>
          </a:custGeom>
          <a:solidFill>
            <a:schemeClr val="tx1">
              <a:lumMod val="65000"/>
              <a:lumOff val="3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0188" tIns="100188" rIns="100188" bIns="100188" numCol="1" spcCol="1270" anchor="ctr" anchorCtr="0">
            <a:noAutofit/>
          </a:bodyPr>
          <a:lstStyle/>
          <a:p>
            <a:pPr algn="ctr" defTabSz="889000">
              <a:lnSpc>
                <a:spcPct val="90000"/>
              </a:lnSpc>
              <a:spcBef>
                <a:spcPct val="0"/>
              </a:spcBef>
              <a:spcAft>
                <a:spcPct val="35000"/>
              </a:spcAft>
            </a:pPr>
            <a:r>
              <a:rPr lang="en-US" b="1" dirty="0"/>
              <a:t> The ‘Who’ question helps you</a:t>
            </a:r>
          </a:p>
        </p:txBody>
      </p:sp>
      <p:sp>
        <p:nvSpPr>
          <p:cNvPr id="18" name="TextBox 17">
            <a:extLst>
              <a:ext uri="{FF2B5EF4-FFF2-40B4-BE49-F238E27FC236}">
                <a16:creationId xmlns:a16="http://schemas.microsoft.com/office/drawing/2014/main" id="{DEBF5B17-F373-8F81-7E95-9693FC6971EE}"/>
              </a:ext>
            </a:extLst>
          </p:cNvPr>
          <p:cNvSpPr txBox="1"/>
          <p:nvPr/>
        </p:nvSpPr>
        <p:spPr>
          <a:xfrm>
            <a:off x="2214262" y="2016761"/>
            <a:ext cx="7342340" cy="319062"/>
          </a:xfrm>
          <a:prstGeom prst="rect">
            <a:avLst/>
          </a:prstGeom>
          <a:noFill/>
          <a:ln w="19050">
            <a:solidFill>
              <a:schemeClr val="accent2">
                <a:lumMod val="60000"/>
                <a:lumOff val="40000"/>
              </a:schemeClr>
            </a:solidFill>
          </a:ln>
        </p:spPr>
        <p:txBody>
          <a:bodyPr wrap="square">
            <a:spAutoFit/>
          </a:bodyPr>
          <a:lstStyle/>
          <a:p>
            <a:pPr latinLnBrk="1">
              <a:lnSpc>
                <a:spcPts val="1650"/>
              </a:lnSpc>
            </a:pPr>
            <a:r>
              <a:rPr lang="en-US" dirty="0"/>
              <a:t>Who is this response for? Examples like audience, role, reader</a:t>
            </a:r>
            <a:endParaRPr lang="en-US" b="0" dirty="0">
              <a:solidFill>
                <a:srgbClr val="0F1115"/>
              </a:solidFill>
              <a:effectLst/>
              <a:latin typeface="Menlo"/>
            </a:endParaRPr>
          </a:p>
        </p:txBody>
      </p:sp>
    </p:spTree>
    <p:extLst>
      <p:ext uri="{BB962C8B-B14F-4D97-AF65-F5344CB8AC3E}">
        <p14:creationId xmlns:p14="http://schemas.microsoft.com/office/powerpoint/2010/main" val="260861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CB0BA-2BE4-A746-11AA-0D605EE46DFF}"/>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DD4A89C5-94E2-752F-8AE2-7E7C955DDADC}"/>
              </a:ext>
            </a:extLst>
          </p:cNvPr>
          <p:cNvSpPr txBox="1"/>
          <p:nvPr/>
        </p:nvSpPr>
        <p:spPr>
          <a:xfrm>
            <a:off x="3296727" y="898225"/>
            <a:ext cx="5291692" cy="615553"/>
          </a:xfrm>
          <a:prstGeom prst="rect">
            <a:avLst/>
          </a:prstGeom>
          <a:solidFill>
            <a:schemeClr val="bg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IN" sz="3400" b="1" dirty="0">
                <a:solidFill>
                  <a:schemeClr val="tx1"/>
                </a:solidFill>
              </a:rPr>
              <a:t>Example</a:t>
            </a:r>
          </a:p>
        </p:txBody>
      </p:sp>
      <p:sp>
        <p:nvSpPr>
          <p:cNvPr id="19" name="Freeform: Shape 18">
            <a:extLst>
              <a:ext uri="{FF2B5EF4-FFF2-40B4-BE49-F238E27FC236}">
                <a16:creationId xmlns:a16="http://schemas.microsoft.com/office/drawing/2014/main" id="{F4DB1527-A0D0-B6B5-2A34-FCF12C881F88}"/>
              </a:ext>
            </a:extLst>
          </p:cNvPr>
          <p:cNvSpPr/>
          <p:nvPr/>
        </p:nvSpPr>
        <p:spPr>
          <a:xfrm>
            <a:off x="1403133" y="1697095"/>
            <a:ext cx="3643829" cy="403627"/>
          </a:xfrm>
          <a:custGeom>
            <a:avLst/>
            <a:gdLst>
              <a:gd name="csX0" fmla="*/ 0 w 5269599"/>
              <a:gd name="csY0" fmla="*/ 81902 h 491400"/>
              <a:gd name="csX1" fmla="*/ 81902 w 5269599"/>
              <a:gd name="csY1" fmla="*/ 0 h 491400"/>
              <a:gd name="csX2" fmla="*/ 5187697 w 5269599"/>
              <a:gd name="csY2" fmla="*/ 0 h 491400"/>
              <a:gd name="csX3" fmla="*/ 5269599 w 5269599"/>
              <a:gd name="csY3" fmla="*/ 81902 h 491400"/>
              <a:gd name="csX4" fmla="*/ 5269599 w 5269599"/>
              <a:gd name="csY4" fmla="*/ 409498 h 491400"/>
              <a:gd name="csX5" fmla="*/ 5187697 w 5269599"/>
              <a:gd name="csY5" fmla="*/ 491400 h 491400"/>
              <a:gd name="csX6" fmla="*/ 81902 w 5269599"/>
              <a:gd name="csY6" fmla="*/ 491400 h 491400"/>
              <a:gd name="csX7" fmla="*/ 0 w 5269599"/>
              <a:gd name="csY7" fmla="*/ 409498 h 491400"/>
              <a:gd name="csX8" fmla="*/ 0 w 5269599"/>
              <a:gd name="csY8" fmla="*/ 81902 h 491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269599" h="491400">
                <a:moveTo>
                  <a:pt x="0" y="81902"/>
                </a:moveTo>
                <a:cubicBezTo>
                  <a:pt x="0" y="36669"/>
                  <a:pt x="36669" y="0"/>
                  <a:pt x="81902" y="0"/>
                </a:cubicBezTo>
                <a:lnTo>
                  <a:pt x="5187697" y="0"/>
                </a:lnTo>
                <a:cubicBezTo>
                  <a:pt x="5232930" y="0"/>
                  <a:pt x="5269599" y="36669"/>
                  <a:pt x="5269599" y="81902"/>
                </a:cubicBezTo>
                <a:lnTo>
                  <a:pt x="5269599" y="409498"/>
                </a:lnTo>
                <a:cubicBezTo>
                  <a:pt x="5269599" y="454731"/>
                  <a:pt x="5232930" y="491400"/>
                  <a:pt x="5187697" y="491400"/>
                </a:cubicBezTo>
                <a:lnTo>
                  <a:pt x="81902" y="491400"/>
                </a:lnTo>
                <a:cubicBezTo>
                  <a:pt x="36669" y="491400"/>
                  <a:pt x="0" y="454731"/>
                  <a:pt x="0" y="409498"/>
                </a:cubicBezTo>
                <a:lnTo>
                  <a:pt x="0" y="81902"/>
                </a:lnTo>
                <a:close/>
              </a:path>
            </a:pathLst>
          </a:custGeom>
          <a:solidFill>
            <a:schemeClr val="accent2">
              <a:lumMod val="5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0188" tIns="100188" rIns="100188" bIns="100188" numCol="1" spcCol="1270" anchor="ctr" anchorCtr="0">
            <a:noAutofit/>
          </a:bodyPr>
          <a:lstStyle/>
          <a:p>
            <a:pPr algn="ctr" defTabSz="889000">
              <a:lnSpc>
                <a:spcPct val="90000"/>
              </a:lnSpc>
              <a:spcBef>
                <a:spcPct val="0"/>
              </a:spcBef>
              <a:spcAft>
                <a:spcPct val="35000"/>
              </a:spcAft>
            </a:pPr>
            <a:r>
              <a:rPr lang="en-US" b="1" dirty="0"/>
              <a:t> Weak Prompt</a:t>
            </a:r>
          </a:p>
        </p:txBody>
      </p:sp>
      <p:sp>
        <p:nvSpPr>
          <p:cNvPr id="20" name="Freeform: Shape 19">
            <a:extLst>
              <a:ext uri="{FF2B5EF4-FFF2-40B4-BE49-F238E27FC236}">
                <a16:creationId xmlns:a16="http://schemas.microsoft.com/office/drawing/2014/main" id="{EA01459F-12B9-E7EE-C5B6-123D2F52DF99}"/>
              </a:ext>
            </a:extLst>
          </p:cNvPr>
          <p:cNvSpPr/>
          <p:nvPr/>
        </p:nvSpPr>
        <p:spPr>
          <a:xfrm>
            <a:off x="1502886" y="2364443"/>
            <a:ext cx="3318496" cy="1179586"/>
          </a:xfrm>
          <a:custGeom>
            <a:avLst/>
            <a:gdLst>
              <a:gd name="csX0" fmla="*/ 0 w 1433875"/>
              <a:gd name="csY0" fmla="*/ 71694 h 716937"/>
              <a:gd name="csX1" fmla="*/ 71694 w 1433875"/>
              <a:gd name="csY1" fmla="*/ 0 h 716937"/>
              <a:gd name="csX2" fmla="*/ 1362181 w 1433875"/>
              <a:gd name="csY2" fmla="*/ 0 h 716937"/>
              <a:gd name="csX3" fmla="*/ 1433875 w 1433875"/>
              <a:gd name="csY3" fmla="*/ 71694 h 716937"/>
              <a:gd name="csX4" fmla="*/ 1433875 w 1433875"/>
              <a:gd name="csY4" fmla="*/ 645243 h 716937"/>
              <a:gd name="csX5" fmla="*/ 1362181 w 1433875"/>
              <a:gd name="csY5" fmla="*/ 716937 h 716937"/>
              <a:gd name="csX6" fmla="*/ 71694 w 1433875"/>
              <a:gd name="csY6" fmla="*/ 716937 h 716937"/>
              <a:gd name="csX7" fmla="*/ 0 w 1433875"/>
              <a:gd name="csY7" fmla="*/ 645243 h 716937"/>
              <a:gd name="csX8" fmla="*/ 0 w 1433875"/>
              <a:gd name="csY8" fmla="*/ 71694 h 7169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433875" h="716937">
                <a:moveTo>
                  <a:pt x="0" y="71694"/>
                </a:moveTo>
                <a:cubicBezTo>
                  <a:pt x="0" y="32098"/>
                  <a:pt x="32098" y="0"/>
                  <a:pt x="71694" y="0"/>
                </a:cubicBezTo>
                <a:lnTo>
                  <a:pt x="1362181" y="0"/>
                </a:lnTo>
                <a:cubicBezTo>
                  <a:pt x="1401777" y="0"/>
                  <a:pt x="1433875" y="32098"/>
                  <a:pt x="1433875" y="71694"/>
                </a:cubicBezTo>
                <a:lnTo>
                  <a:pt x="1433875" y="645243"/>
                </a:lnTo>
                <a:cubicBezTo>
                  <a:pt x="1433875" y="684839"/>
                  <a:pt x="1401777" y="716937"/>
                  <a:pt x="1362181" y="716937"/>
                </a:cubicBezTo>
                <a:lnTo>
                  <a:pt x="71694" y="716937"/>
                </a:lnTo>
                <a:cubicBezTo>
                  <a:pt x="32098" y="716937"/>
                  <a:pt x="0" y="684839"/>
                  <a:pt x="0" y="645243"/>
                </a:cubicBezTo>
                <a:lnTo>
                  <a:pt x="0" y="71694"/>
                </a:lnTo>
                <a:close/>
              </a:path>
            </a:pathLst>
          </a:custGeom>
          <a:solidFill>
            <a:srgbClr val="FFFF00"/>
          </a:solidFill>
          <a:ln>
            <a:noFill/>
          </a:ln>
          <a:effectLst/>
          <a:scene3d>
            <a:camera prst="orthographicFront">
              <a:rot lat="0" lon="0" rev="0"/>
            </a:camera>
            <a:lightRig rig="chilly" dir="t">
              <a:rot lat="0" lon="0" rev="18480000"/>
            </a:lightRig>
          </a:scene3d>
          <a:sp3d prstMaterial="clear">
            <a:bevelT h="63500"/>
          </a:sp3d>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43858" tIns="36238" rIns="43858" bIns="36238" numCol="1" spcCol="1270" anchor="ctr" anchorCtr="0">
            <a:noAutofit/>
          </a:bodyPr>
          <a:lstStyle/>
          <a:p>
            <a:pPr lvl="0" algn="ctr" defTabSz="533400">
              <a:lnSpc>
                <a:spcPct val="90000"/>
              </a:lnSpc>
              <a:spcBef>
                <a:spcPct val="0"/>
              </a:spcBef>
              <a:spcAft>
                <a:spcPct val="35000"/>
              </a:spcAft>
            </a:pPr>
            <a:r>
              <a:rPr lang="en-US" sz="1600" b="1" dirty="0">
                <a:solidFill>
                  <a:schemeClr val="tx1"/>
                </a:solidFill>
              </a:rPr>
              <a:t>Before asking Who / What / Why</a:t>
            </a:r>
          </a:p>
          <a:p>
            <a:pPr lvl="0" algn="ctr" defTabSz="533400">
              <a:lnSpc>
                <a:spcPct val="90000"/>
              </a:lnSpc>
              <a:spcBef>
                <a:spcPct val="0"/>
              </a:spcBef>
              <a:spcAft>
                <a:spcPct val="35000"/>
              </a:spcAft>
            </a:pPr>
            <a:r>
              <a:rPr lang="en-US" sz="1600" b="1" kern="1200" dirty="0">
                <a:solidFill>
                  <a:schemeClr val="tx1"/>
                </a:solidFill>
              </a:rPr>
              <a:t>Pr</a:t>
            </a:r>
            <a:r>
              <a:rPr lang="en-US" sz="1600" b="1" dirty="0">
                <a:solidFill>
                  <a:schemeClr val="tx1"/>
                </a:solidFill>
              </a:rPr>
              <a:t>ompt: </a:t>
            </a:r>
            <a:r>
              <a:rPr lang="en-US" sz="1600" dirty="0">
                <a:solidFill>
                  <a:schemeClr val="tx1"/>
                </a:solidFill>
              </a:rPr>
              <a:t>Explain time management</a:t>
            </a:r>
            <a:r>
              <a:rPr lang="en-US" sz="1600" dirty="0"/>
              <a:t>.</a:t>
            </a:r>
            <a:endParaRPr lang="en-IN" sz="1600" b="1" kern="1200" dirty="0">
              <a:solidFill>
                <a:schemeClr val="tx1"/>
              </a:solidFill>
            </a:endParaRPr>
          </a:p>
        </p:txBody>
      </p:sp>
      <p:sp>
        <p:nvSpPr>
          <p:cNvPr id="21" name="Freeform: Shape 20">
            <a:extLst>
              <a:ext uri="{FF2B5EF4-FFF2-40B4-BE49-F238E27FC236}">
                <a16:creationId xmlns:a16="http://schemas.microsoft.com/office/drawing/2014/main" id="{AAA19576-9034-3422-A8D1-76332FE4F6A9}"/>
              </a:ext>
            </a:extLst>
          </p:cNvPr>
          <p:cNvSpPr/>
          <p:nvPr/>
        </p:nvSpPr>
        <p:spPr>
          <a:xfrm>
            <a:off x="1411447" y="3910661"/>
            <a:ext cx="3559564" cy="1467674"/>
          </a:xfrm>
          <a:custGeom>
            <a:avLst/>
            <a:gdLst>
              <a:gd name="csX0" fmla="*/ 0 w 1433875"/>
              <a:gd name="csY0" fmla="*/ 71694 h 716937"/>
              <a:gd name="csX1" fmla="*/ 71694 w 1433875"/>
              <a:gd name="csY1" fmla="*/ 0 h 716937"/>
              <a:gd name="csX2" fmla="*/ 1362181 w 1433875"/>
              <a:gd name="csY2" fmla="*/ 0 h 716937"/>
              <a:gd name="csX3" fmla="*/ 1433875 w 1433875"/>
              <a:gd name="csY3" fmla="*/ 71694 h 716937"/>
              <a:gd name="csX4" fmla="*/ 1433875 w 1433875"/>
              <a:gd name="csY4" fmla="*/ 645243 h 716937"/>
              <a:gd name="csX5" fmla="*/ 1362181 w 1433875"/>
              <a:gd name="csY5" fmla="*/ 716937 h 716937"/>
              <a:gd name="csX6" fmla="*/ 71694 w 1433875"/>
              <a:gd name="csY6" fmla="*/ 716937 h 716937"/>
              <a:gd name="csX7" fmla="*/ 0 w 1433875"/>
              <a:gd name="csY7" fmla="*/ 645243 h 716937"/>
              <a:gd name="csX8" fmla="*/ 0 w 1433875"/>
              <a:gd name="csY8" fmla="*/ 71694 h 7169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433875" h="716937">
                <a:moveTo>
                  <a:pt x="0" y="71694"/>
                </a:moveTo>
                <a:cubicBezTo>
                  <a:pt x="0" y="32098"/>
                  <a:pt x="32098" y="0"/>
                  <a:pt x="71694" y="0"/>
                </a:cubicBezTo>
                <a:lnTo>
                  <a:pt x="1362181" y="0"/>
                </a:lnTo>
                <a:cubicBezTo>
                  <a:pt x="1401777" y="0"/>
                  <a:pt x="1433875" y="32098"/>
                  <a:pt x="1433875" y="71694"/>
                </a:cubicBezTo>
                <a:lnTo>
                  <a:pt x="1433875" y="645243"/>
                </a:lnTo>
                <a:cubicBezTo>
                  <a:pt x="1433875" y="684839"/>
                  <a:pt x="1401777" y="716937"/>
                  <a:pt x="1362181" y="716937"/>
                </a:cubicBezTo>
                <a:lnTo>
                  <a:pt x="71694" y="716937"/>
                </a:lnTo>
                <a:cubicBezTo>
                  <a:pt x="32098" y="716937"/>
                  <a:pt x="0" y="684839"/>
                  <a:pt x="0" y="645243"/>
                </a:cubicBezTo>
                <a:lnTo>
                  <a:pt x="0" y="71694"/>
                </a:lnTo>
                <a:close/>
              </a:path>
            </a:pathLst>
          </a:custGeom>
          <a:solidFill>
            <a:srgbClr val="92D050"/>
          </a:solidFill>
          <a:ln>
            <a:noFill/>
          </a:ln>
          <a:effectLst/>
          <a:scene3d>
            <a:camera prst="orthographicFront">
              <a:rot lat="0" lon="0" rev="0"/>
            </a:camera>
            <a:lightRig rig="chilly" dir="t">
              <a:rot lat="0" lon="0" rev="18480000"/>
            </a:lightRig>
          </a:scene3d>
          <a:sp3d prstMaterial="clear">
            <a:bevelT h="63500"/>
          </a:sp3d>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43858" tIns="36238" rIns="43858" bIns="36238" numCol="1" spcCol="1270" anchor="ctr" anchorCtr="0">
            <a:noAutofit/>
          </a:bodyPr>
          <a:lstStyle/>
          <a:p>
            <a:pPr lvl="0" algn="ctr" defTabSz="533400">
              <a:lnSpc>
                <a:spcPct val="90000"/>
              </a:lnSpc>
              <a:spcBef>
                <a:spcPct val="0"/>
              </a:spcBef>
              <a:spcAft>
                <a:spcPct val="35000"/>
              </a:spcAft>
            </a:pPr>
            <a:r>
              <a:rPr lang="en-US" sz="1600" b="1" kern="1200" dirty="0">
                <a:solidFill>
                  <a:schemeClr val="tx1"/>
                </a:solidFill>
              </a:rPr>
              <a:t>Output: </a:t>
            </a:r>
            <a:r>
              <a:rPr lang="en-US" sz="1600" dirty="0">
                <a:solidFill>
                  <a:schemeClr val="tx1"/>
                </a:solidFill>
              </a:rPr>
              <a:t>Time management is the process of planning and organizing how you divide your time between activities. It helps improve productivity and reduce stress.</a:t>
            </a:r>
            <a:endParaRPr lang="en-IN" sz="1600" b="1" kern="1200" dirty="0">
              <a:solidFill>
                <a:schemeClr val="tx1"/>
              </a:solidFill>
            </a:endParaRPr>
          </a:p>
        </p:txBody>
      </p:sp>
      <p:sp>
        <p:nvSpPr>
          <p:cNvPr id="22" name="Freeform: Shape 21">
            <a:extLst>
              <a:ext uri="{FF2B5EF4-FFF2-40B4-BE49-F238E27FC236}">
                <a16:creationId xmlns:a16="http://schemas.microsoft.com/office/drawing/2014/main" id="{E19A34ED-4604-A9AB-2538-3FEB62B7EAB3}"/>
              </a:ext>
            </a:extLst>
          </p:cNvPr>
          <p:cNvSpPr/>
          <p:nvPr/>
        </p:nvSpPr>
        <p:spPr>
          <a:xfrm>
            <a:off x="6748217" y="1697094"/>
            <a:ext cx="3643829" cy="403627"/>
          </a:xfrm>
          <a:custGeom>
            <a:avLst/>
            <a:gdLst>
              <a:gd name="csX0" fmla="*/ 0 w 5269599"/>
              <a:gd name="csY0" fmla="*/ 81902 h 491400"/>
              <a:gd name="csX1" fmla="*/ 81902 w 5269599"/>
              <a:gd name="csY1" fmla="*/ 0 h 491400"/>
              <a:gd name="csX2" fmla="*/ 5187697 w 5269599"/>
              <a:gd name="csY2" fmla="*/ 0 h 491400"/>
              <a:gd name="csX3" fmla="*/ 5269599 w 5269599"/>
              <a:gd name="csY3" fmla="*/ 81902 h 491400"/>
              <a:gd name="csX4" fmla="*/ 5269599 w 5269599"/>
              <a:gd name="csY4" fmla="*/ 409498 h 491400"/>
              <a:gd name="csX5" fmla="*/ 5187697 w 5269599"/>
              <a:gd name="csY5" fmla="*/ 491400 h 491400"/>
              <a:gd name="csX6" fmla="*/ 81902 w 5269599"/>
              <a:gd name="csY6" fmla="*/ 491400 h 491400"/>
              <a:gd name="csX7" fmla="*/ 0 w 5269599"/>
              <a:gd name="csY7" fmla="*/ 409498 h 491400"/>
              <a:gd name="csX8" fmla="*/ 0 w 5269599"/>
              <a:gd name="csY8" fmla="*/ 81902 h 491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269599" h="491400">
                <a:moveTo>
                  <a:pt x="0" y="81902"/>
                </a:moveTo>
                <a:cubicBezTo>
                  <a:pt x="0" y="36669"/>
                  <a:pt x="36669" y="0"/>
                  <a:pt x="81902" y="0"/>
                </a:cubicBezTo>
                <a:lnTo>
                  <a:pt x="5187697" y="0"/>
                </a:lnTo>
                <a:cubicBezTo>
                  <a:pt x="5232930" y="0"/>
                  <a:pt x="5269599" y="36669"/>
                  <a:pt x="5269599" y="81902"/>
                </a:cubicBezTo>
                <a:lnTo>
                  <a:pt x="5269599" y="409498"/>
                </a:lnTo>
                <a:cubicBezTo>
                  <a:pt x="5269599" y="454731"/>
                  <a:pt x="5232930" y="491400"/>
                  <a:pt x="5187697" y="491400"/>
                </a:cubicBezTo>
                <a:lnTo>
                  <a:pt x="81902" y="491400"/>
                </a:lnTo>
                <a:cubicBezTo>
                  <a:pt x="36669" y="491400"/>
                  <a:pt x="0" y="454731"/>
                  <a:pt x="0" y="409498"/>
                </a:cubicBezTo>
                <a:lnTo>
                  <a:pt x="0" y="81902"/>
                </a:lnTo>
                <a:close/>
              </a:path>
            </a:pathLst>
          </a:custGeom>
          <a:solidFill>
            <a:schemeClr val="accent6">
              <a:lumMod val="5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0188" tIns="100188" rIns="100188" bIns="100188" numCol="1" spcCol="1270" anchor="ctr" anchorCtr="0">
            <a:noAutofit/>
          </a:bodyPr>
          <a:lstStyle/>
          <a:p>
            <a:pPr algn="ctr" defTabSz="889000">
              <a:lnSpc>
                <a:spcPct val="90000"/>
              </a:lnSpc>
              <a:spcBef>
                <a:spcPct val="0"/>
              </a:spcBef>
              <a:spcAft>
                <a:spcPct val="35000"/>
              </a:spcAft>
            </a:pPr>
            <a:r>
              <a:rPr lang="en-US" b="1" dirty="0"/>
              <a:t>Improved prompt</a:t>
            </a:r>
          </a:p>
        </p:txBody>
      </p:sp>
      <p:sp>
        <p:nvSpPr>
          <p:cNvPr id="23" name="Freeform: Shape 22">
            <a:extLst>
              <a:ext uri="{FF2B5EF4-FFF2-40B4-BE49-F238E27FC236}">
                <a16:creationId xmlns:a16="http://schemas.microsoft.com/office/drawing/2014/main" id="{5F9342AC-4E54-3CFC-CEF6-50DFE9C9420B}"/>
              </a:ext>
            </a:extLst>
          </p:cNvPr>
          <p:cNvSpPr/>
          <p:nvPr/>
        </p:nvSpPr>
        <p:spPr>
          <a:xfrm>
            <a:off x="6690028" y="2249413"/>
            <a:ext cx="3702018" cy="1294615"/>
          </a:xfrm>
          <a:custGeom>
            <a:avLst/>
            <a:gdLst>
              <a:gd name="csX0" fmla="*/ 0 w 1433875"/>
              <a:gd name="csY0" fmla="*/ 71694 h 716937"/>
              <a:gd name="csX1" fmla="*/ 71694 w 1433875"/>
              <a:gd name="csY1" fmla="*/ 0 h 716937"/>
              <a:gd name="csX2" fmla="*/ 1362181 w 1433875"/>
              <a:gd name="csY2" fmla="*/ 0 h 716937"/>
              <a:gd name="csX3" fmla="*/ 1433875 w 1433875"/>
              <a:gd name="csY3" fmla="*/ 71694 h 716937"/>
              <a:gd name="csX4" fmla="*/ 1433875 w 1433875"/>
              <a:gd name="csY4" fmla="*/ 645243 h 716937"/>
              <a:gd name="csX5" fmla="*/ 1362181 w 1433875"/>
              <a:gd name="csY5" fmla="*/ 716937 h 716937"/>
              <a:gd name="csX6" fmla="*/ 71694 w 1433875"/>
              <a:gd name="csY6" fmla="*/ 716937 h 716937"/>
              <a:gd name="csX7" fmla="*/ 0 w 1433875"/>
              <a:gd name="csY7" fmla="*/ 645243 h 716937"/>
              <a:gd name="csX8" fmla="*/ 0 w 1433875"/>
              <a:gd name="csY8" fmla="*/ 71694 h 7169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433875" h="716937">
                <a:moveTo>
                  <a:pt x="0" y="71694"/>
                </a:moveTo>
                <a:cubicBezTo>
                  <a:pt x="0" y="32098"/>
                  <a:pt x="32098" y="0"/>
                  <a:pt x="71694" y="0"/>
                </a:cubicBezTo>
                <a:lnTo>
                  <a:pt x="1362181" y="0"/>
                </a:lnTo>
                <a:cubicBezTo>
                  <a:pt x="1401777" y="0"/>
                  <a:pt x="1433875" y="32098"/>
                  <a:pt x="1433875" y="71694"/>
                </a:cubicBezTo>
                <a:lnTo>
                  <a:pt x="1433875" y="645243"/>
                </a:lnTo>
                <a:cubicBezTo>
                  <a:pt x="1433875" y="684839"/>
                  <a:pt x="1401777" y="716937"/>
                  <a:pt x="1362181" y="716937"/>
                </a:cubicBezTo>
                <a:lnTo>
                  <a:pt x="71694" y="716937"/>
                </a:lnTo>
                <a:cubicBezTo>
                  <a:pt x="32098" y="716937"/>
                  <a:pt x="0" y="684839"/>
                  <a:pt x="0" y="645243"/>
                </a:cubicBezTo>
                <a:lnTo>
                  <a:pt x="0" y="71694"/>
                </a:lnTo>
                <a:close/>
              </a:path>
            </a:pathLst>
          </a:custGeom>
          <a:solidFill>
            <a:schemeClr val="accent2">
              <a:lumMod val="60000"/>
              <a:lumOff val="40000"/>
            </a:schemeClr>
          </a:solidFill>
          <a:ln>
            <a:noFill/>
          </a:ln>
          <a:effectLst/>
          <a:scene3d>
            <a:camera prst="orthographicFront">
              <a:rot lat="0" lon="0" rev="0"/>
            </a:camera>
            <a:lightRig rig="chilly" dir="t">
              <a:rot lat="0" lon="0" rev="18480000"/>
            </a:lightRig>
          </a:scene3d>
          <a:sp3d prstMaterial="clear">
            <a:bevelT h="63500"/>
          </a:sp3d>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43858" tIns="36238" rIns="43858" bIns="36238" numCol="1" spcCol="1270" anchor="ctr" anchorCtr="0">
            <a:noAutofit/>
          </a:bodyPr>
          <a:lstStyle/>
          <a:p>
            <a:pPr lvl="0" algn="ctr" defTabSz="533400">
              <a:lnSpc>
                <a:spcPct val="90000"/>
              </a:lnSpc>
              <a:spcBef>
                <a:spcPct val="0"/>
              </a:spcBef>
              <a:spcAft>
                <a:spcPct val="35000"/>
              </a:spcAft>
            </a:pPr>
            <a:r>
              <a:rPr lang="en-US" sz="1600" b="1" dirty="0">
                <a:solidFill>
                  <a:schemeClr val="tx1"/>
                </a:solidFill>
              </a:rPr>
              <a:t>After asking Who / What / Why</a:t>
            </a:r>
          </a:p>
          <a:p>
            <a:pPr lvl="0" algn="ctr" defTabSz="533400">
              <a:lnSpc>
                <a:spcPct val="90000"/>
              </a:lnSpc>
              <a:spcBef>
                <a:spcPct val="0"/>
              </a:spcBef>
              <a:spcAft>
                <a:spcPct val="35000"/>
              </a:spcAft>
            </a:pPr>
            <a:r>
              <a:rPr lang="en-US" sz="1600" b="1" kern="1200" dirty="0">
                <a:solidFill>
                  <a:schemeClr val="tx1"/>
                </a:solidFill>
              </a:rPr>
              <a:t>Pr</a:t>
            </a:r>
            <a:r>
              <a:rPr lang="en-US" sz="1600" b="1" dirty="0">
                <a:solidFill>
                  <a:schemeClr val="tx1"/>
                </a:solidFill>
              </a:rPr>
              <a:t>ompt: </a:t>
            </a:r>
            <a:r>
              <a:rPr lang="en-US" sz="1600" dirty="0">
                <a:solidFill>
                  <a:schemeClr val="tx1"/>
                </a:solidFill>
              </a:rPr>
              <a:t>Explain time management to a college student preparing for exams, with 3 practical tips..</a:t>
            </a:r>
            <a:endParaRPr lang="en-IN" sz="1600" b="1" kern="1200" dirty="0">
              <a:solidFill>
                <a:schemeClr val="tx1"/>
              </a:solidFill>
            </a:endParaRPr>
          </a:p>
        </p:txBody>
      </p:sp>
      <p:sp>
        <p:nvSpPr>
          <p:cNvPr id="24" name="Freeform: Shape 23">
            <a:extLst>
              <a:ext uri="{FF2B5EF4-FFF2-40B4-BE49-F238E27FC236}">
                <a16:creationId xmlns:a16="http://schemas.microsoft.com/office/drawing/2014/main" id="{7EFD3071-15E1-3824-6526-2AA26D2806DB}"/>
              </a:ext>
            </a:extLst>
          </p:cNvPr>
          <p:cNvSpPr/>
          <p:nvPr/>
        </p:nvSpPr>
        <p:spPr>
          <a:xfrm>
            <a:off x="6664036" y="3749123"/>
            <a:ext cx="4116517" cy="2016314"/>
          </a:xfrm>
          <a:custGeom>
            <a:avLst/>
            <a:gdLst>
              <a:gd name="csX0" fmla="*/ 0 w 1433875"/>
              <a:gd name="csY0" fmla="*/ 71694 h 716937"/>
              <a:gd name="csX1" fmla="*/ 71694 w 1433875"/>
              <a:gd name="csY1" fmla="*/ 0 h 716937"/>
              <a:gd name="csX2" fmla="*/ 1362181 w 1433875"/>
              <a:gd name="csY2" fmla="*/ 0 h 716937"/>
              <a:gd name="csX3" fmla="*/ 1433875 w 1433875"/>
              <a:gd name="csY3" fmla="*/ 71694 h 716937"/>
              <a:gd name="csX4" fmla="*/ 1433875 w 1433875"/>
              <a:gd name="csY4" fmla="*/ 645243 h 716937"/>
              <a:gd name="csX5" fmla="*/ 1362181 w 1433875"/>
              <a:gd name="csY5" fmla="*/ 716937 h 716937"/>
              <a:gd name="csX6" fmla="*/ 71694 w 1433875"/>
              <a:gd name="csY6" fmla="*/ 716937 h 716937"/>
              <a:gd name="csX7" fmla="*/ 0 w 1433875"/>
              <a:gd name="csY7" fmla="*/ 645243 h 716937"/>
              <a:gd name="csX8" fmla="*/ 0 w 1433875"/>
              <a:gd name="csY8" fmla="*/ 71694 h 7169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433875" h="716937">
                <a:moveTo>
                  <a:pt x="0" y="71694"/>
                </a:moveTo>
                <a:cubicBezTo>
                  <a:pt x="0" y="32098"/>
                  <a:pt x="32098" y="0"/>
                  <a:pt x="71694" y="0"/>
                </a:cubicBezTo>
                <a:lnTo>
                  <a:pt x="1362181" y="0"/>
                </a:lnTo>
                <a:cubicBezTo>
                  <a:pt x="1401777" y="0"/>
                  <a:pt x="1433875" y="32098"/>
                  <a:pt x="1433875" y="71694"/>
                </a:cubicBezTo>
                <a:lnTo>
                  <a:pt x="1433875" y="645243"/>
                </a:lnTo>
                <a:cubicBezTo>
                  <a:pt x="1433875" y="684839"/>
                  <a:pt x="1401777" y="716937"/>
                  <a:pt x="1362181" y="716937"/>
                </a:cubicBezTo>
                <a:lnTo>
                  <a:pt x="71694" y="716937"/>
                </a:lnTo>
                <a:cubicBezTo>
                  <a:pt x="32098" y="716937"/>
                  <a:pt x="0" y="684839"/>
                  <a:pt x="0" y="645243"/>
                </a:cubicBezTo>
                <a:lnTo>
                  <a:pt x="0" y="71694"/>
                </a:lnTo>
                <a:close/>
              </a:path>
            </a:pathLst>
          </a:custGeom>
          <a:solidFill>
            <a:schemeClr val="tx2">
              <a:lumMod val="50000"/>
              <a:lumOff val="50000"/>
            </a:schemeClr>
          </a:solidFill>
          <a:ln>
            <a:noFill/>
          </a:ln>
          <a:effectLst/>
          <a:scene3d>
            <a:camera prst="orthographicFront">
              <a:rot lat="0" lon="0" rev="0"/>
            </a:camera>
            <a:lightRig rig="chilly" dir="t">
              <a:rot lat="0" lon="0" rev="18480000"/>
            </a:lightRig>
          </a:scene3d>
          <a:sp3d prstMaterial="clear">
            <a:bevelT h="63500"/>
          </a:sp3d>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43858" tIns="36238" rIns="43858" bIns="36238" numCol="1" spcCol="1270" anchor="ctr" anchorCtr="0">
            <a:noAutofit/>
          </a:bodyPr>
          <a:lstStyle/>
          <a:p>
            <a:endParaRPr lang="en-US" sz="1600" b="1" dirty="0">
              <a:solidFill>
                <a:schemeClr val="tx1"/>
              </a:solidFill>
            </a:endParaRPr>
          </a:p>
          <a:p>
            <a:r>
              <a:rPr lang="en-US" sz="1600" b="1" dirty="0">
                <a:solidFill>
                  <a:schemeClr val="tx1"/>
                </a:solidFill>
              </a:rPr>
              <a:t>Output (example):</a:t>
            </a:r>
            <a:endParaRPr lang="en-US" sz="1600" dirty="0">
              <a:solidFill>
                <a:schemeClr val="tx1"/>
              </a:solidFill>
            </a:endParaRPr>
          </a:p>
          <a:p>
            <a:pPr marL="285750" indent="-285750">
              <a:buFont typeface="Arial" panose="020B0604020202020204" pitchFamily="34" charset="0"/>
              <a:buChar char="•"/>
            </a:pPr>
            <a:r>
              <a:rPr lang="en-US" sz="1600" dirty="0">
                <a:solidFill>
                  <a:schemeClr val="tx1"/>
                </a:solidFill>
              </a:rPr>
              <a:t>Create a simple study schedule for each subject.</a:t>
            </a:r>
          </a:p>
          <a:p>
            <a:pPr marL="285750" indent="-285750">
              <a:buFont typeface="Arial" panose="020B0604020202020204" pitchFamily="34" charset="0"/>
              <a:buChar char="•"/>
            </a:pPr>
            <a:r>
              <a:rPr lang="en-US" sz="1600" dirty="0">
                <a:solidFill>
                  <a:schemeClr val="tx1"/>
                </a:solidFill>
              </a:rPr>
              <a:t>Break study sessions into short, focused blocks.</a:t>
            </a:r>
          </a:p>
          <a:p>
            <a:pPr marL="285750" indent="-285750">
              <a:buFont typeface="Arial" panose="020B0604020202020204" pitchFamily="34" charset="0"/>
              <a:buChar char="•"/>
            </a:pPr>
            <a:r>
              <a:rPr lang="en-US" sz="1600" dirty="0">
                <a:solidFill>
                  <a:schemeClr val="tx1"/>
                </a:solidFill>
              </a:rPr>
              <a:t>Avoid distractions like social media while studying.</a:t>
            </a:r>
          </a:p>
          <a:p>
            <a:pPr lvl="0" algn="ctr" defTabSz="533400">
              <a:lnSpc>
                <a:spcPct val="90000"/>
              </a:lnSpc>
              <a:spcBef>
                <a:spcPct val="0"/>
              </a:spcBef>
              <a:spcAft>
                <a:spcPct val="35000"/>
              </a:spcAft>
            </a:pPr>
            <a:r>
              <a:rPr lang="en-US" sz="1600" dirty="0">
                <a:solidFill>
                  <a:schemeClr val="tx1"/>
                </a:solidFill>
              </a:rPr>
              <a:t>.</a:t>
            </a:r>
            <a:endParaRPr lang="en-IN" sz="1600" b="1" kern="1200" dirty="0">
              <a:solidFill>
                <a:schemeClr val="tx1"/>
              </a:solidFill>
            </a:endParaRPr>
          </a:p>
        </p:txBody>
      </p:sp>
      <p:sp>
        <p:nvSpPr>
          <p:cNvPr id="27" name="TextBox 26">
            <a:extLst>
              <a:ext uri="{FF2B5EF4-FFF2-40B4-BE49-F238E27FC236}">
                <a16:creationId xmlns:a16="http://schemas.microsoft.com/office/drawing/2014/main" id="{E1404A65-CEB5-DBB5-ACB4-2604D35DA499}"/>
              </a:ext>
            </a:extLst>
          </p:cNvPr>
          <p:cNvSpPr txBox="1"/>
          <p:nvPr/>
        </p:nvSpPr>
        <p:spPr>
          <a:xfrm>
            <a:off x="3126503" y="6004827"/>
            <a:ext cx="5360790" cy="369332"/>
          </a:xfrm>
          <a:prstGeom prst="rect">
            <a:avLst/>
          </a:prstGeom>
          <a:solidFill>
            <a:schemeClr val="bg2">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pPr algn="ctr"/>
            <a:r>
              <a:rPr lang="en-US" dirty="0">
                <a:solidFill>
                  <a:schemeClr val="bg1"/>
                </a:solidFill>
              </a:rPr>
              <a:t>Same topic. Better thinking. Better response.</a:t>
            </a:r>
            <a:endParaRPr lang="en-IN" dirty="0">
              <a:solidFill>
                <a:schemeClr val="bg1"/>
              </a:solidFill>
            </a:endParaRPr>
          </a:p>
        </p:txBody>
      </p:sp>
    </p:spTree>
    <p:extLst>
      <p:ext uri="{BB962C8B-B14F-4D97-AF65-F5344CB8AC3E}">
        <p14:creationId xmlns:p14="http://schemas.microsoft.com/office/powerpoint/2010/main" val="31421486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8A0E9-B10A-3BBD-A415-F22411AA91F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6D62A98-928C-C0EA-FF8E-7993F3A85256}"/>
              </a:ext>
            </a:extLst>
          </p:cNvPr>
          <p:cNvSpPr/>
          <p:nvPr/>
        </p:nvSpPr>
        <p:spPr>
          <a:xfrm>
            <a:off x="0" y="81077"/>
            <a:ext cx="12192000" cy="568442"/>
          </a:xfrm>
          <a:prstGeom prst="rect">
            <a:avLst/>
          </a:prstGeom>
          <a:solidFill>
            <a:schemeClr val="accent2">
              <a:lumMod val="75000"/>
            </a:schemeClr>
          </a:solid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The Anatomy of  A Strong Prompt</a:t>
            </a:r>
          </a:p>
        </p:txBody>
      </p:sp>
      <p:sp>
        <p:nvSpPr>
          <p:cNvPr id="7" name="Rectangle: Rounded Corners 6">
            <a:extLst>
              <a:ext uri="{FF2B5EF4-FFF2-40B4-BE49-F238E27FC236}">
                <a16:creationId xmlns:a16="http://schemas.microsoft.com/office/drawing/2014/main" id="{A19232D7-A544-7022-1A92-2AB70CF751E1}"/>
              </a:ext>
            </a:extLst>
          </p:cNvPr>
          <p:cNvSpPr/>
          <p:nvPr/>
        </p:nvSpPr>
        <p:spPr>
          <a:xfrm>
            <a:off x="701858" y="809286"/>
            <a:ext cx="2589383" cy="2010008"/>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Rounded Corners 14">
            <a:extLst>
              <a:ext uri="{FF2B5EF4-FFF2-40B4-BE49-F238E27FC236}">
                <a16:creationId xmlns:a16="http://schemas.microsoft.com/office/drawing/2014/main" id="{019066C0-36CD-69F4-FCE7-AF5441FB511F}"/>
              </a:ext>
            </a:extLst>
          </p:cNvPr>
          <p:cNvSpPr/>
          <p:nvPr/>
        </p:nvSpPr>
        <p:spPr>
          <a:xfrm>
            <a:off x="4730699" y="809185"/>
            <a:ext cx="2589383" cy="2010008"/>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271D7F78-8FC4-857F-220D-FA6DBD8B9903}"/>
              </a:ext>
            </a:extLst>
          </p:cNvPr>
          <p:cNvSpPr/>
          <p:nvPr/>
        </p:nvSpPr>
        <p:spPr>
          <a:xfrm>
            <a:off x="8823113" y="722586"/>
            <a:ext cx="2589383" cy="2166449"/>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892F398B-6328-1C66-285E-04C37D35C20E}"/>
              </a:ext>
            </a:extLst>
          </p:cNvPr>
          <p:cNvSpPr/>
          <p:nvPr/>
        </p:nvSpPr>
        <p:spPr>
          <a:xfrm>
            <a:off x="5389626" y="851580"/>
            <a:ext cx="1301160" cy="1068730"/>
          </a:xfrm>
          <a:prstGeom prst="roundRect">
            <a:avLst/>
          </a:prstGeom>
          <a:solidFill>
            <a:srgbClr val="FDFE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3E7CD029-46E9-DD90-59E1-BA2A8219FD96}"/>
              </a:ext>
            </a:extLst>
          </p:cNvPr>
          <p:cNvGrpSpPr/>
          <p:nvPr/>
        </p:nvGrpSpPr>
        <p:grpSpPr>
          <a:xfrm>
            <a:off x="1445590" y="1052582"/>
            <a:ext cx="1050227" cy="898361"/>
            <a:chOff x="933974" y="1821733"/>
            <a:chExt cx="1572700" cy="1471353"/>
          </a:xfrm>
        </p:grpSpPr>
        <p:sp>
          <p:nvSpPr>
            <p:cNvPr id="22" name="Rectangle: Rounded Corners 21">
              <a:extLst>
                <a:ext uri="{FF2B5EF4-FFF2-40B4-BE49-F238E27FC236}">
                  <a16:creationId xmlns:a16="http://schemas.microsoft.com/office/drawing/2014/main" id="{9D6548B1-3A8A-5B38-CCA2-10FA7579CF84}"/>
                </a:ext>
              </a:extLst>
            </p:cNvPr>
            <p:cNvSpPr/>
            <p:nvPr/>
          </p:nvSpPr>
          <p:spPr>
            <a:xfrm>
              <a:off x="933974" y="1821733"/>
              <a:ext cx="1572700" cy="1471353"/>
            </a:xfrm>
            <a:prstGeom prst="roundRect">
              <a:avLst/>
            </a:prstGeom>
            <a:solidFill>
              <a:srgbClr val="FDFE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 name="Picture 37">
              <a:extLst>
                <a:ext uri="{FF2B5EF4-FFF2-40B4-BE49-F238E27FC236}">
                  <a16:creationId xmlns:a16="http://schemas.microsoft.com/office/drawing/2014/main" id="{884A06C6-D9E9-8E68-F564-52D495D207A4}"/>
                </a:ext>
              </a:extLst>
            </p:cNvPr>
            <p:cNvPicPr>
              <a:picLocks noChangeAspect="1"/>
            </p:cNvPicPr>
            <p:nvPr/>
          </p:nvPicPr>
          <p:blipFill>
            <a:blip r:embed="rId2"/>
            <a:stretch>
              <a:fillRect/>
            </a:stretch>
          </p:blipFill>
          <p:spPr>
            <a:xfrm>
              <a:off x="1231385" y="2005119"/>
              <a:ext cx="949614" cy="949613"/>
            </a:xfrm>
            <a:prstGeom prst="rect">
              <a:avLst/>
            </a:prstGeom>
          </p:spPr>
        </p:pic>
        <p:pic>
          <p:nvPicPr>
            <p:cNvPr id="43" name="Picture 42">
              <a:extLst>
                <a:ext uri="{FF2B5EF4-FFF2-40B4-BE49-F238E27FC236}">
                  <a16:creationId xmlns:a16="http://schemas.microsoft.com/office/drawing/2014/main" id="{4DDF513B-4347-477A-95C0-C7669F120F39}"/>
                </a:ext>
              </a:extLst>
            </p:cNvPr>
            <p:cNvPicPr>
              <a:picLocks noChangeAspect="1"/>
            </p:cNvPicPr>
            <p:nvPr/>
          </p:nvPicPr>
          <p:blipFill>
            <a:blip r:embed="rId3"/>
            <a:stretch>
              <a:fillRect/>
            </a:stretch>
          </p:blipFill>
          <p:spPr>
            <a:xfrm>
              <a:off x="1629240" y="2460568"/>
              <a:ext cx="652077" cy="652077"/>
            </a:xfrm>
            <a:prstGeom prst="rect">
              <a:avLst/>
            </a:prstGeom>
          </p:spPr>
        </p:pic>
      </p:grpSp>
      <p:pic>
        <p:nvPicPr>
          <p:cNvPr id="46" name="Picture 45">
            <a:extLst>
              <a:ext uri="{FF2B5EF4-FFF2-40B4-BE49-F238E27FC236}">
                <a16:creationId xmlns:a16="http://schemas.microsoft.com/office/drawing/2014/main" id="{F1E85C5F-4017-A72F-C5B1-666C523F4D73}"/>
              </a:ext>
            </a:extLst>
          </p:cNvPr>
          <p:cNvPicPr>
            <a:picLocks noChangeAspect="1"/>
          </p:cNvPicPr>
          <p:nvPr/>
        </p:nvPicPr>
        <p:blipFill>
          <a:blip r:embed="rId4"/>
          <a:stretch>
            <a:fillRect/>
          </a:stretch>
        </p:blipFill>
        <p:spPr>
          <a:xfrm>
            <a:off x="5546156" y="1000286"/>
            <a:ext cx="954610" cy="818922"/>
          </a:xfrm>
          <a:prstGeom prst="rect">
            <a:avLst/>
          </a:prstGeom>
        </p:spPr>
      </p:pic>
      <p:grpSp>
        <p:nvGrpSpPr>
          <p:cNvPr id="84" name="Group 83">
            <a:extLst>
              <a:ext uri="{FF2B5EF4-FFF2-40B4-BE49-F238E27FC236}">
                <a16:creationId xmlns:a16="http://schemas.microsoft.com/office/drawing/2014/main" id="{38F20B8D-C409-24C6-5672-75591FDB7B55}"/>
              </a:ext>
            </a:extLst>
          </p:cNvPr>
          <p:cNvGrpSpPr/>
          <p:nvPr/>
        </p:nvGrpSpPr>
        <p:grpSpPr>
          <a:xfrm>
            <a:off x="9457871" y="1018157"/>
            <a:ext cx="1140900" cy="849853"/>
            <a:chOff x="6946320" y="1821734"/>
            <a:chExt cx="1572700" cy="1471352"/>
          </a:xfrm>
        </p:grpSpPr>
        <p:sp>
          <p:nvSpPr>
            <p:cNvPr id="25" name="Rectangle: Rounded Corners 24">
              <a:extLst>
                <a:ext uri="{FF2B5EF4-FFF2-40B4-BE49-F238E27FC236}">
                  <a16:creationId xmlns:a16="http://schemas.microsoft.com/office/drawing/2014/main" id="{E1E6110F-7879-692D-BB22-B474AD70E11B}"/>
                </a:ext>
              </a:extLst>
            </p:cNvPr>
            <p:cNvSpPr/>
            <p:nvPr/>
          </p:nvSpPr>
          <p:spPr>
            <a:xfrm>
              <a:off x="6946320" y="1821734"/>
              <a:ext cx="1572700" cy="1471352"/>
            </a:xfrm>
            <a:prstGeom prst="roundRect">
              <a:avLst/>
            </a:prstGeom>
            <a:solidFill>
              <a:srgbClr val="FDFE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8" name="Picture 47">
              <a:extLst>
                <a:ext uri="{FF2B5EF4-FFF2-40B4-BE49-F238E27FC236}">
                  <a16:creationId xmlns:a16="http://schemas.microsoft.com/office/drawing/2014/main" id="{4D7EDCC7-50ED-25F2-CFD5-2BDC14D9D377}"/>
                </a:ext>
              </a:extLst>
            </p:cNvPr>
            <p:cNvPicPr>
              <a:picLocks noChangeAspect="1"/>
            </p:cNvPicPr>
            <p:nvPr/>
          </p:nvPicPr>
          <p:blipFill>
            <a:blip r:embed="rId5"/>
            <a:stretch>
              <a:fillRect/>
            </a:stretch>
          </p:blipFill>
          <p:spPr>
            <a:xfrm>
              <a:off x="7414952" y="2566539"/>
              <a:ext cx="594935" cy="594935"/>
            </a:xfrm>
            <a:prstGeom prst="rect">
              <a:avLst/>
            </a:prstGeom>
          </p:spPr>
        </p:pic>
        <p:pic>
          <p:nvPicPr>
            <p:cNvPr id="50" name="Picture 49">
              <a:extLst>
                <a:ext uri="{FF2B5EF4-FFF2-40B4-BE49-F238E27FC236}">
                  <a16:creationId xmlns:a16="http://schemas.microsoft.com/office/drawing/2014/main" id="{240758EA-F923-8220-2BFF-86130123EE4B}"/>
                </a:ext>
              </a:extLst>
            </p:cNvPr>
            <p:cNvPicPr>
              <a:picLocks noChangeAspect="1"/>
            </p:cNvPicPr>
            <p:nvPr/>
          </p:nvPicPr>
          <p:blipFill>
            <a:blip r:embed="rId6"/>
            <a:stretch>
              <a:fillRect/>
            </a:stretch>
          </p:blipFill>
          <p:spPr>
            <a:xfrm>
              <a:off x="7268330" y="2099211"/>
              <a:ext cx="293243" cy="293243"/>
            </a:xfrm>
            <a:prstGeom prst="rect">
              <a:avLst/>
            </a:prstGeom>
          </p:spPr>
        </p:pic>
        <p:pic>
          <p:nvPicPr>
            <p:cNvPr id="52" name="Picture 51">
              <a:extLst>
                <a:ext uri="{FF2B5EF4-FFF2-40B4-BE49-F238E27FC236}">
                  <a16:creationId xmlns:a16="http://schemas.microsoft.com/office/drawing/2014/main" id="{86376B31-6A62-331F-367B-4615CEF02E18}"/>
                </a:ext>
              </a:extLst>
            </p:cNvPr>
            <p:cNvPicPr>
              <a:picLocks noChangeAspect="1"/>
            </p:cNvPicPr>
            <p:nvPr/>
          </p:nvPicPr>
          <p:blipFill>
            <a:blip r:embed="rId7"/>
            <a:stretch>
              <a:fillRect/>
            </a:stretch>
          </p:blipFill>
          <p:spPr>
            <a:xfrm>
              <a:off x="7520701" y="1900323"/>
              <a:ext cx="397775" cy="397775"/>
            </a:xfrm>
            <a:prstGeom prst="rect">
              <a:avLst/>
            </a:prstGeom>
          </p:spPr>
        </p:pic>
        <p:pic>
          <p:nvPicPr>
            <p:cNvPr id="54" name="Picture 53">
              <a:extLst>
                <a:ext uri="{FF2B5EF4-FFF2-40B4-BE49-F238E27FC236}">
                  <a16:creationId xmlns:a16="http://schemas.microsoft.com/office/drawing/2014/main" id="{1F956245-D026-EE47-99B0-401359755133}"/>
                </a:ext>
              </a:extLst>
            </p:cNvPr>
            <p:cNvPicPr>
              <a:picLocks noChangeAspect="1"/>
            </p:cNvPicPr>
            <p:nvPr/>
          </p:nvPicPr>
          <p:blipFill>
            <a:blip r:embed="rId8"/>
            <a:stretch>
              <a:fillRect/>
            </a:stretch>
          </p:blipFill>
          <p:spPr>
            <a:xfrm>
              <a:off x="7971888" y="1994678"/>
              <a:ext cx="397776" cy="397776"/>
            </a:xfrm>
            <a:prstGeom prst="rect">
              <a:avLst/>
            </a:prstGeom>
          </p:spPr>
        </p:pic>
        <p:cxnSp>
          <p:nvCxnSpPr>
            <p:cNvPr id="56" name="Connector: Elbow 55">
              <a:extLst>
                <a:ext uri="{FF2B5EF4-FFF2-40B4-BE49-F238E27FC236}">
                  <a16:creationId xmlns:a16="http://schemas.microsoft.com/office/drawing/2014/main" id="{6409A1B1-03D6-C30B-0EC1-65E2389EA4B6}"/>
                </a:ext>
              </a:extLst>
            </p:cNvPr>
            <p:cNvCxnSpPr>
              <a:cxnSpLocks/>
            </p:cNvCxnSpPr>
            <p:nvPr/>
          </p:nvCxnSpPr>
          <p:spPr>
            <a:xfrm rot="16200000" flipH="1">
              <a:off x="7329440" y="2401478"/>
              <a:ext cx="217817" cy="161909"/>
            </a:xfrm>
            <a:prstGeom prst="bentConnector3">
              <a:avLst>
                <a:gd name="adj1" fmla="val 50000"/>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63" name="Connector: Elbow 62">
              <a:extLst>
                <a:ext uri="{FF2B5EF4-FFF2-40B4-BE49-F238E27FC236}">
                  <a16:creationId xmlns:a16="http://schemas.microsoft.com/office/drawing/2014/main" id="{F8D6444A-662E-A6AF-EB52-F24F96ECE2D6}"/>
                </a:ext>
              </a:extLst>
            </p:cNvPr>
            <p:cNvCxnSpPr>
              <a:cxnSpLocks/>
              <a:endCxn id="48" idx="0"/>
            </p:cNvCxnSpPr>
            <p:nvPr/>
          </p:nvCxnSpPr>
          <p:spPr>
            <a:xfrm rot="5400000">
              <a:off x="7588325" y="2422194"/>
              <a:ext cx="268440" cy="20250"/>
            </a:xfrm>
            <a:prstGeom prst="bentConnector3">
              <a:avLst>
                <a:gd name="adj1" fmla="val 50000"/>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69" name="Connector: Elbow 68">
              <a:extLst>
                <a:ext uri="{FF2B5EF4-FFF2-40B4-BE49-F238E27FC236}">
                  <a16:creationId xmlns:a16="http://schemas.microsoft.com/office/drawing/2014/main" id="{3235DA98-7C9A-7925-739D-CDCA741A8856}"/>
                </a:ext>
              </a:extLst>
            </p:cNvPr>
            <p:cNvCxnSpPr>
              <a:cxnSpLocks/>
              <a:endCxn id="54" idx="2"/>
            </p:cNvCxnSpPr>
            <p:nvPr/>
          </p:nvCxnSpPr>
          <p:spPr>
            <a:xfrm flipV="1">
              <a:off x="7822532" y="2392454"/>
              <a:ext cx="348244" cy="161231"/>
            </a:xfrm>
            <a:prstGeom prst="bentConnector2">
              <a:avLst/>
            </a:prstGeom>
            <a:ln>
              <a:headEnd type="triangle"/>
              <a:tailEnd type="triangle"/>
            </a:ln>
          </p:spPr>
          <p:style>
            <a:lnRef idx="2">
              <a:schemeClr val="accent1"/>
            </a:lnRef>
            <a:fillRef idx="0">
              <a:schemeClr val="accent1"/>
            </a:fillRef>
            <a:effectRef idx="1">
              <a:schemeClr val="accent1"/>
            </a:effectRef>
            <a:fontRef idx="minor">
              <a:schemeClr val="tx1"/>
            </a:fontRef>
          </p:style>
        </p:cxnSp>
      </p:grpSp>
      <p:sp>
        <p:nvSpPr>
          <p:cNvPr id="90" name="TextBox 89">
            <a:extLst>
              <a:ext uri="{FF2B5EF4-FFF2-40B4-BE49-F238E27FC236}">
                <a16:creationId xmlns:a16="http://schemas.microsoft.com/office/drawing/2014/main" id="{ABF3ED40-4BBA-B944-148A-B65C0AE22644}"/>
              </a:ext>
            </a:extLst>
          </p:cNvPr>
          <p:cNvSpPr txBox="1"/>
          <p:nvPr/>
        </p:nvSpPr>
        <p:spPr>
          <a:xfrm>
            <a:off x="1057777" y="2078136"/>
            <a:ext cx="1825851" cy="646331"/>
          </a:xfrm>
          <a:prstGeom prst="rect">
            <a:avLst/>
          </a:prstGeom>
          <a:noFill/>
        </p:spPr>
        <p:txBody>
          <a:bodyPr wrap="square" rtlCol="0">
            <a:spAutoFit/>
          </a:bodyPr>
          <a:lstStyle/>
          <a:p>
            <a:pPr algn="ctr"/>
            <a:r>
              <a:rPr lang="en-US" b="1" dirty="0"/>
              <a:t>INSTRUCTION</a:t>
            </a:r>
          </a:p>
          <a:p>
            <a:pPr algn="ctr"/>
            <a:r>
              <a:rPr lang="en-US" dirty="0"/>
              <a:t>(The Task)</a:t>
            </a:r>
          </a:p>
        </p:txBody>
      </p:sp>
      <p:sp>
        <p:nvSpPr>
          <p:cNvPr id="91" name="TextBox 90">
            <a:extLst>
              <a:ext uri="{FF2B5EF4-FFF2-40B4-BE49-F238E27FC236}">
                <a16:creationId xmlns:a16="http://schemas.microsoft.com/office/drawing/2014/main" id="{907B920D-586E-EA15-DB56-D308612A0392}"/>
              </a:ext>
            </a:extLst>
          </p:cNvPr>
          <p:cNvSpPr txBox="1"/>
          <p:nvPr/>
        </p:nvSpPr>
        <p:spPr>
          <a:xfrm>
            <a:off x="5017596" y="1994908"/>
            <a:ext cx="2011730" cy="646331"/>
          </a:xfrm>
          <a:prstGeom prst="rect">
            <a:avLst/>
          </a:prstGeom>
          <a:noFill/>
        </p:spPr>
        <p:txBody>
          <a:bodyPr wrap="square" rtlCol="0">
            <a:spAutoFit/>
          </a:bodyPr>
          <a:lstStyle/>
          <a:p>
            <a:pPr algn="ctr"/>
            <a:r>
              <a:rPr lang="en-US" b="1" dirty="0"/>
              <a:t>CONTEXT</a:t>
            </a:r>
          </a:p>
          <a:p>
            <a:pPr algn="ctr"/>
            <a:r>
              <a:rPr lang="en-US" dirty="0"/>
              <a:t>(The Background)</a:t>
            </a:r>
          </a:p>
        </p:txBody>
      </p:sp>
      <p:sp>
        <p:nvSpPr>
          <p:cNvPr id="92" name="TextBox 91">
            <a:extLst>
              <a:ext uri="{FF2B5EF4-FFF2-40B4-BE49-F238E27FC236}">
                <a16:creationId xmlns:a16="http://schemas.microsoft.com/office/drawing/2014/main" id="{65F8ED96-6A7B-A2F3-7A55-F0923B1B8AF3}"/>
              </a:ext>
            </a:extLst>
          </p:cNvPr>
          <p:cNvSpPr txBox="1"/>
          <p:nvPr/>
        </p:nvSpPr>
        <p:spPr>
          <a:xfrm>
            <a:off x="9204878" y="2083038"/>
            <a:ext cx="1825851" cy="646331"/>
          </a:xfrm>
          <a:prstGeom prst="rect">
            <a:avLst/>
          </a:prstGeom>
          <a:noFill/>
        </p:spPr>
        <p:txBody>
          <a:bodyPr wrap="square" rtlCol="0">
            <a:spAutoFit/>
          </a:bodyPr>
          <a:lstStyle/>
          <a:p>
            <a:pPr algn="ctr"/>
            <a:r>
              <a:rPr lang="en-US" b="1" dirty="0"/>
              <a:t>INPUT</a:t>
            </a:r>
          </a:p>
          <a:p>
            <a:pPr algn="ctr"/>
            <a:r>
              <a:rPr lang="en-US" dirty="0"/>
              <a:t>(The Material)</a:t>
            </a:r>
          </a:p>
        </p:txBody>
      </p:sp>
      <p:sp>
        <p:nvSpPr>
          <p:cNvPr id="94" name="TextBox 93">
            <a:extLst>
              <a:ext uri="{FF2B5EF4-FFF2-40B4-BE49-F238E27FC236}">
                <a16:creationId xmlns:a16="http://schemas.microsoft.com/office/drawing/2014/main" id="{ED2B9398-9924-3907-3C0B-DC4B98D52643}"/>
              </a:ext>
            </a:extLst>
          </p:cNvPr>
          <p:cNvSpPr txBox="1"/>
          <p:nvPr/>
        </p:nvSpPr>
        <p:spPr>
          <a:xfrm>
            <a:off x="477569" y="2884483"/>
            <a:ext cx="3037959" cy="830997"/>
          </a:xfrm>
          <a:prstGeom prst="rect">
            <a:avLst/>
          </a:prstGeom>
          <a:noFill/>
          <a:ln w="28575">
            <a:solidFill>
              <a:schemeClr val="bg2">
                <a:lumMod val="90000"/>
              </a:schemeClr>
            </a:solidFill>
          </a:ln>
        </p:spPr>
        <p:txBody>
          <a:bodyPr wrap="square" rtlCol="0">
            <a:spAutoFit/>
          </a:bodyPr>
          <a:lstStyle/>
          <a:p>
            <a:r>
              <a:rPr lang="en-US" sz="1600" dirty="0"/>
              <a:t>Start with a clear verb what you want (</a:t>
            </a:r>
            <a:r>
              <a:rPr lang="en-US" sz="1600" dirty="0" err="1"/>
              <a:t>e.g</a:t>
            </a:r>
            <a:r>
              <a:rPr lang="en-US" sz="1600" dirty="0"/>
              <a:t>, Summarize, Explain, Rewrite).</a:t>
            </a:r>
          </a:p>
        </p:txBody>
      </p:sp>
      <p:sp>
        <p:nvSpPr>
          <p:cNvPr id="95" name="TextBox 94">
            <a:extLst>
              <a:ext uri="{FF2B5EF4-FFF2-40B4-BE49-F238E27FC236}">
                <a16:creationId xmlns:a16="http://schemas.microsoft.com/office/drawing/2014/main" id="{9E2DF5AE-4163-22A2-C7CD-7344FB9093CC}"/>
              </a:ext>
            </a:extLst>
          </p:cNvPr>
          <p:cNvSpPr txBox="1"/>
          <p:nvPr/>
        </p:nvSpPr>
        <p:spPr>
          <a:xfrm>
            <a:off x="4456570" y="2904985"/>
            <a:ext cx="3615027" cy="830997"/>
          </a:xfrm>
          <a:prstGeom prst="rect">
            <a:avLst/>
          </a:prstGeom>
          <a:noFill/>
          <a:ln w="28575">
            <a:solidFill>
              <a:schemeClr val="bg2">
                <a:lumMod val="90000"/>
              </a:schemeClr>
            </a:solidFill>
          </a:ln>
        </p:spPr>
        <p:txBody>
          <a:bodyPr wrap="square" rtlCol="0">
            <a:spAutoFit/>
          </a:bodyPr>
          <a:lstStyle/>
          <a:p>
            <a:r>
              <a:rPr lang="en-US" sz="1600" dirty="0"/>
              <a:t>Add background info like audience, tone or purpose</a:t>
            </a:r>
          </a:p>
          <a:p>
            <a:r>
              <a:rPr lang="en-US" sz="1600" dirty="0"/>
              <a:t>(</a:t>
            </a:r>
            <a:r>
              <a:rPr lang="en-US" sz="1600" dirty="0" err="1"/>
              <a:t>e.g</a:t>
            </a:r>
            <a:r>
              <a:rPr lang="en-US" sz="1600" dirty="0"/>
              <a:t> “for a beginner audience).</a:t>
            </a:r>
          </a:p>
        </p:txBody>
      </p:sp>
      <p:sp>
        <p:nvSpPr>
          <p:cNvPr id="97" name="TextBox 96">
            <a:extLst>
              <a:ext uri="{FF2B5EF4-FFF2-40B4-BE49-F238E27FC236}">
                <a16:creationId xmlns:a16="http://schemas.microsoft.com/office/drawing/2014/main" id="{47FF86AA-D478-072F-259E-E04FF645DA5A}"/>
              </a:ext>
            </a:extLst>
          </p:cNvPr>
          <p:cNvSpPr txBox="1"/>
          <p:nvPr/>
        </p:nvSpPr>
        <p:spPr>
          <a:xfrm>
            <a:off x="8457986" y="2988720"/>
            <a:ext cx="3514629" cy="584775"/>
          </a:xfrm>
          <a:prstGeom prst="rect">
            <a:avLst/>
          </a:prstGeom>
          <a:noFill/>
          <a:ln w="28575">
            <a:solidFill>
              <a:schemeClr val="bg2">
                <a:lumMod val="90000"/>
              </a:schemeClr>
            </a:solidFill>
          </a:ln>
        </p:spPr>
        <p:txBody>
          <a:bodyPr wrap="square" rtlCol="0">
            <a:spAutoFit/>
          </a:bodyPr>
          <a:lstStyle/>
          <a:p>
            <a:r>
              <a:rPr lang="en-US" sz="1600" dirty="0"/>
              <a:t>Provide the specific text, data or problem the AI should work with.</a:t>
            </a:r>
          </a:p>
        </p:txBody>
      </p:sp>
      <p:sp>
        <p:nvSpPr>
          <p:cNvPr id="106" name="Rectangle: Rounded Corners 105">
            <a:extLst>
              <a:ext uri="{FF2B5EF4-FFF2-40B4-BE49-F238E27FC236}">
                <a16:creationId xmlns:a16="http://schemas.microsoft.com/office/drawing/2014/main" id="{3942429C-1854-6C17-1D59-4AC9DF99DC26}"/>
              </a:ext>
            </a:extLst>
          </p:cNvPr>
          <p:cNvSpPr/>
          <p:nvPr/>
        </p:nvSpPr>
        <p:spPr>
          <a:xfrm>
            <a:off x="2324698" y="3906554"/>
            <a:ext cx="2589383" cy="2099866"/>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Rounded Corners 106">
            <a:extLst>
              <a:ext uri="{FF2B5EF4-FFF2-40B4-BE49-F238E27FC236}">
                <a16:creationId xmlns:a16="http://schemas.microsoft.com/office/drawing/2014/main" id="{A20EE1BE-32AD-D654-8199-EEF4184C69C6}"/>
              </a:ext>
            </a:extLst>
          </p:cNvPr>
          <p:cNvSpPr/>
          <p:nvPr/>
        </p:nvSpPr>
        <p:spPr>
          <a:xfrm>
            <a:off x="3010853" y="4165153"/>
            <a:ext cx="1161817" cy="1009466"/>
          </a:xfrm>
          <a:prstGeom prst="roundRect">
            <a:avLst/>
          </a:prstGeom>
          <a:solidFill>
            <a:srgbClr val="FDFE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8" name="Group 107">
            <a:extLst>
              <a:ext uri="{FF2B5EF4-FFF2-40B4-BE49-F238E27FC236}">
                <a16:creationId xmlns:a16="http://schemas.microsoft.com/office/drawing/2014/main" id="{9478DA80-0DE4-E325-781F-C5DD4311A577}"/>
              </a:ext>
            </a:extLst>
          </p:cNvPr>
          <p:cNvGrpSpPr/>
          <p:nvPr/>
        </p:nvGrpSpPr>
        <p:grpSpPr>
          <a:xfrm>
            <a:off x="3307645" y="4322065"/>
            <a:ext cx="811653" cy="710016"/>
            <a:chOff x="10234964" y="1973787"/>
            <a:chExt cx="1023062" cy="910726"/>
          </a:xfrm>
        </p:grpSpPr>
        <p:pic>
          <p:nvPicPr>
            <p:cNvPr id="109" name="Picture 108">
              <a:extLst>
                <a:ext uri="{FF2B5EF4-FFF2-40B4-BE49-F238E27FC236}">
                  <a16:creationId xmlns:a16="http://schemas.microsoft.com/office/drawing/2014/main" id="{52DDA9A7-6A78-A83C-288F-83923EFC6832}"/>
                </a:ext>
              </a:extLst>
            </p:cNvPr>
            <p:cNvPicPr>
              <a:picLocks noChangeAspect="1"/>
            </p:cNvPicPr>
            <p:nvPr/>
          </p:nvPicPr>
          <p:blipFill>
            <a:blip r:embed="rId9"/>
            <a:stretch>
              <a:fillRect/>
            </a:stretch>
          </p:blipFill>
          <p:spPr>
            <a:xfrm>
              <a:off x="10234964" y="1973787"/>
              <a:ext cx="839392" cy="839392"/>
            </a:xfrm>
            <a:prstGeom prst="rect">
              <a:avLst/>
            </a:prstGeom>
          </p:spPr>
        </p:pic>
        <p:pic>
          <p:nvPicPr>
            <p:cNvPr id="110" name="Picture 109">
              <a:extLst>
                <a:ext uri="{FF2B5EF4-FFF2-40B4-BE49-F238E27FC236}">
                  <a16:creationId xmlns:a16="http://schemas.microsoft.com/office/drawing/2014/main" id="{EBBD8C6C-F1FD-4AFF-F04F-FF54463D178D}"/>
                </a:ext>
              </a:extLst>
            </p:cNvPr>
            <p:cNvPicPr>
              <a:picLocks noChangeAspect="1"/>
            </p:cNvPicPr>
            <p:nvPr/>
          </p:nvPicPr>
          <p:blipFill>
            <a:blip r:embed="rId10"/>
            <a:stretch>
              <a:fillRect/>
            </a:stretch>
          </p:blipFill>
          <p:spPr>
            <a:xfrm>
              <a:off x="10778129" y="2404616"/>
              <a:ext cx="479897" cy="479897"/>
            </a:xfrm>
            <a:prstGeom prst="rect">
              <a:avLst/>
            </a:prstGeom>
          </p:spPr>
        </p:pic>
      </p:grpSp>
      <p:sp>
        <p:nvSpPr>
          <p:cNvPr id="111" name="TextBox 110">
            <a:extLst>
              <a:ext uri="{FF2B5EF4-FFF2-40B4-BE49-F238E27FC236}">
                <a16:creationId xmlns:a16="http://schemas.microsoft.com/office/drawing/2014/main" id="{48E90A49-2048-168B-01B2-263A295A4571}"/>
              </a:ext>
            </a:extLst>
          </p:cNvPr>
          <p:cNvSpPr txBox="1"/>
          <p:nvPr/>
        </p:nvSpPr>
        <p:spPr>
          <a:xfrm>
            <a:off x="2667774" y="5260530"/>
            <a:ext cx="1825851" cy="646331"/>
          </a:xfrm>
          <a:prstGeom prst="rect">
            <a:avLst/>
          </a:prstGeom>
          <a:noFill/>
        </p:spPr>
        <p:txBody>
          <a:bodyPr wrap="square" rtlCol="0">
            <a:spAutoFit/>
          </a:bodyPr>
          <a:lstStyle/>
          <a:p>
            <a:pPr algn="ctr"/>
            <a:r>
              <a:rPr lang="en-US" b="1" dirty="0"/>
              <a:t>OUTPUT</a:t>
            </a:r>
          </a:p>
          <a:p>
            <a:pPr algn="ctr"/>
            <a:r>
              <a:rPr lang="en-US" dirty="0"/>
              <a:t>(The Format)</a:t>
            </a:r>
          </a:p>
        </p:txBody>
      </p:sp>
      <p:sp>
        <p:nvSpPr>
          <p:cNvPr id="112" name="TextBox 111">
            <a:extLst>
              <a:ext uri="{FF2B5EF4-FFF2-40B4-BE49-F238E27FC236}">
                <a16:creationId xmlns:a16="http://schemas.microsoft.com/office/drawing/2014/main" id="{99DCE329-0EEF-60B3-646E-1368759BB2D2}"/>
              </a:ext>
            </a:extLst>
          </p:cNvPr>
          <p:cNvSpPr txBox="1"/>
          <p:nvPr/>
        </p:nvSpPr>
        <p:spPr>
          <a:xfrm>
            <a:off x="1854628" y="6092465"/>
            <a:ext cx="3691528" cy="584775"/>
          </a:xfrm>
          <a:prstGeom prst="rect">
            <a:avLst/>
          </a:prstGeom>
          <a:noFill/>
          <a:ln w="28575">
            <a:solidFill>
              <a:schemeClr val="bg2">
                <a:lumMod val="90000"/>
              </a:schemeClr>
            </a:solidFill>
          </a:ln>
        </p:spPr>
        <p:txBody>
          <a:bodyPr wrap="square" rtlCol="0">
            <a:spAutoFit/>
          </a:bodyPr>
          <a:lstStyle/>
          <a:p>
            <a:r>
              <a:rPr lang="en-US" sz="1600" dirty="0"/>
              <a:t>Specify the final result’s structure (</a:t>
            </a:r>
            <a:r>
              <a:rPr lang="en-US" sz="1600" dirty="0" err="1"/>
              <a:t>e.g</a:t>
            </a:r>
            <a:r>
              <a:rPr lang="en-US" sz="1600" dirty="0"/>
              <a:t>, bullet points, table, 200 words max).</a:t>
            </a:r>
          </a:p>
        </p:txBody>
      </p:sp>
      <p:sp>
        <p:nvSpPr>
          <p:cNvPr id="113" name="Rectangle: Rounded Corners 112">
            <a:extLst>
              <a:ext uri="{FF2B5EF4-FFF2-40B4-BE49-F238E27FC236}">
                <a16:creationId xmlns:a16="http://schemas.microsoft.com/office/drawing/2014/main" id="{7B9D108A-F202-AA36-5535-85AFAC9ACB36}"/>
              </a:ext>
            </a:extLst>
          </p:cNvPr>
          <p:cNvSpPr/>
          <p:nvPr/>
        </p:nvSpPr>
        <p:spPr>
          <a:xfrm>
            <a:off x="7295270" y="3826962"/>
            <a:ext cx="2572032" cy="2099867"/>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TextBox 117">
            <a:extLst>
              <a:ext uri="{FF2B5EF4-FFF2-40B4-BE49-F238E27FC236}">
                <a16:creationId xmlns:a16="http://schemas.microsoft.com/office/drawing/2014/main" id="{99499FB9-E370-2B2A-4A72-6F77F562F58C}"/>
              </a:ext>
            </a:extLst>
          </p:cNvPr>
          <p:cNvSpPr txBox="1"/>
          <p:nvPr/>
        </p:nvSpPr>
        <p:spPr>
          <a:xfrm>
            <a:off x="7580125" y="5113449"/>
            <a:ext cx="2137695" cy="646331"/>
          </a:xfrm>
          <a:prstGeom prst="rect">
            <a:avLst/>
          </a:prstGeom>
          <a:noFill/>
        </p:spPr>
        <p:txBody>
          <a:bodyPr wrap="square" rtlCol="0">
            <a:spAutoFit/>
          </a:bodyPr>
          <a:lstStyle/>
          <a:p>
            <a:pPr algn="ctr"/>
            <a:r>
              <a:rPr lang="en-US" b="1" dirty="0"/>
              <a:t>CONSTRAINTS</a:t>
            </a:r>
          </a:p>
          <a:p>
            <a:pPr algn="ctr"/>
            <a:r>
              <a:rPr lang="en-US" dirty="0"/>
              <a:t>(The Rules / Limits)</a:t>
            </a:r>
            <a:endParaRPr lang="en-US" b="1" dirty="0"/>
          </a:p>
        </p:txBody>
      </p:sp>
      <p:sp>
        <p:nvSpPr>
          <p:cNvPr id="119" name="TextBox 118">
            <a:extLst>
              <a:ext uri="{FF2B5EF4-FFF2-40B4-BE49-F238E27FC236}">
                <a16:creationId xmlns:a16="http://schemas.microsoft.com/office/drawing/2014/main" id="{F9DB8669-CE2A-2D5F-9E16-C137190E952C}"/>
              </a:ext>
            </a:extLst>
          </p:cNvPr>
          <p:cNvSpPr txBox="1"/>
          <p:nvPr/>
        </p:nvSpPr>
        <p:spPr>
          <a:xfrm>
            <a:off x="6563801" y="6059411"/>
            <a:ext cx="4034970" cy="584775"/>
          </a:xfrm>
          <a:prstGeom prst="rect">
            <a:avLst/>
          </a:prstGeom>
          <a:noFill/>
          <a:ln w="28575">
            <a:solidFill>
              <a:schemeClr val="bg2">
                <a:lumMod val="75000"/>
              </a:schemeClr>
            </a:solidFill>
          </a:ln>
        </p:spPr>
        <p:txBody>
          <a:bodyPr wrap="square" rtlCol="0">
            <a:spAutoFit/>
          </a:bodyPr>
          <a:lstStyle/>
          <a:p>
            <a:r>
              <a:rPr lang="en-US" sz="1600" dirty="0"/>
              <a:t>Define boundaries like length, tone, exclusions, priorities, or accuracy rules.</a:t>
            </a:r>
          </a:p>
        </p:txBody>
      </p:sp>
      <p:grpSp>
        <p:nvGrpSpPr>
          <p:cNvPr id="122" name="Group 121">
            <a:extLst>
              <a:ext uri="{FF2B5EF4-FFF2-40B4-BE49-F238E27FC236}">
                <a16:creationId xmlns:a16="http://schemas.microsoft.com/office/drawing/2014/main" id="{9ED2DBD2-6A42-2B01-63E4-F79F4F3A8A0D}"/>
              </a:ext>
            </a:extLst>
          </p:cNvPr>
          <p:cNvGrpSpPr/>
          <p:nvPr/>
        </p:nvGrpSpPr>
        <p:grpSpPr>
          <a:xfrm>
            <a:off x="8023760" y="3959783"/>
            <a:ext cx="1182819" cy="1075219"/>
            <a:chOff x="8457986" y="3951244"/>
            <a:chExt cx="1182819" cy="1075219"/>
          </a:xfrm>
        </p:grpSpPr>
        <p:sp>
          <p:nvSpPr>
            <p:cNvPr id="114" name="Rectangle: Rounded Corners 113">
              <a:extLst>
                <a:ext uri="{FF2B5EF4-FFF2-40B4-BE49-F238E27FC236}">
                  <a16:creationId xmlns:a16="http://schemas.microsoft.com/office/drawing/2014/main" id="{DBE66CAA-BBBB-05D6-4658-04DA7CA027F9}"/>
                </a:ext>
              </a:extLst>
            </p:cNvPr>
            <p:cNvSpPr/>
            <p:nvPr/>
          </p:nvSpPr>
          <p:spPr>
            <a:xfrm>
              <a:off x="8457986" y="3951244"/>
              <a:ext cx="1182819" cy="1075219"/>
            </a:xfrm>
            <a:prstGeom prst="roundRect">
              <a:avLst/>
            </a:prstGeom>
            <a:solidFill>
              <a:srgbClr val="FDFE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1" name="Picture 120">
              <a:extLst>
                <a:ext uri="{FF2B5EF4-FFF2-40B4-BE49-F238E27FC236}">
                  <a16:creationId xmlns:a16="http://schemas.microsoft.com/office/drawing/2014/main" id="{6F531006-C77B-3BC8-B911-C669CC7C3B75}"/>
                </a:ext>
              </a:extLst>
            </p:cNvPr>
            <p:cNvPicPr>
              <a:picLocks noChangeAspect="1"/>
            </p:cNvPicPr>
            <p:nvPr/>
          </p:nvPicPr>
          <p:blipFill>
            <a:blip r:embed="rId11"/>
            <a:stretch>
              <a:fillRect/>
            </a:stretch>
          </p:blipFill>
          <p:spPr>
            <a:xfrm>
              <a:off x="8672517" y="4077298"/>
              <a:ext cx="753755" cy="753755"/>
            </a:xfrm>
            <a:prstGeom prst="rect">
              <a:avLst/>
            </a:prstGeom>
          </p:spPr>
        </p:pic>
      </p:grpSp>
    </p:spTree>
    <p:extLst>
      <p:ext uri="{BB962C8B-B14F-4D97-AF65-F5344CB8AC3E}">
        <p14:creationId xmlns:p14="http://schemas.microsoft.com/office/powerpoint/2010/main" val="2313493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D4802-0BBF-989A-AFF4-838BB9F8F700}"/>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id="{6163F1A6-CDAA-0906-262F-508BCAB07EB4}"/>
              </a:ext>
            </a:extLst>
          </p:cNvPr>
          <p:cNvSpPr txBox="1"/>
          <p:nvPr/>
        </p:nvSpPr>
        <p:spPr>
          <a:xfrm>
            <a:off x="4086927" y="201122"/>
            <a:ext cx="4400530" cy="584775"/>
          </a:xfrm>
          <a:prstGeom prst="rect">
            <a:avLst/>
          </a:prstGeom>
          <a:solidFill>
            <a:schemeClr val="accent2">
              <a:lumMod val="5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IN" sz="3200" b="1" dirty="0"/>
              <a:t>Example</a:t>
            </a:r>
          </a:p>
        </p:txBody>
      </p:sp>
      <p:sp>
        <p:nvSpPr>
          <p:cNvPr id="19" name="TextBox 18">
            <a:extLst>
              <a:ext uri="{FF2B5EF4-FFF2-40B4-BE49-F238E27FC236}">
                <a16:creationId xmlns:a16="http://schemas.microsoft.com/office/drawing/2014/main" id="{6944DA9A-66B9-81B5-A9C7-87F83A843DB6}"/>
              </a:ext>
            </a:extLst>
          </p:cNvPr>
          <p:cNvSpPr txBox="1"/>
          <p:nvPr/>
        </p:nvSpPr>
        <p:spPr>
          <a:xfrm>
            <a:off x="3676491" y="892114"/>
            <a:ext cx="5104015" cy="369332"/>
          </a:xfrm>
          <a:prstGeom prst="rect">
            <a:avLst/>
          </a:prstGeom>
          <a:noFill/>
          <a:ln w="28575">
            <a:solidFill>
              <a:schemeClr val="accent6">
                <a:lumMod val="75000"/>
              </a:schemeClr>
            </a:solidFill>
          </a:ln>
        </p:spPr>
        <p:txBody>
          <a:bodyPr wrap="square" rtlCol="0">
            <a:spAutoFit/>
          </a:bodyPr>
          <a:lstStyle/>
          <a:p>
            <a:r>
              <a:rPr lang="en-US" b="1" dirty="0"/>
              <a:t>Prompt: </a:t>
            </a:r>
            <a:r>
              <a:rPr lang="en-US" dirty="0"/>
              <a:t>“Write about time management.”</a:t>
            </a:r>
            <a:r>
              <a:rPr lang="en-US" b="1" dirty="0"/>
              <a:t> </a:t>
            </a:r>
          </a:p>
        </p:txBody>
      </p:sp>
      <p:sp>
        <p:nvSpPr>
          <p:cNvPr id="25" name="Rectangle: Diagonal Corners Rounded 24">
            <a:extLst>
              <a:ext uri="{FF2B5EF4-FFF2-40B4-BE49-F238E27FC236}">
                <a16:creationId xmlns:a16="http://schemas.microsoft.com/office/drawing/2014/main" id="{BBBAA0EA-79AD-5941-45CF-AD15F035D546}"/>
              </a:ext>
            </a:extLst>
          </p:cNvPr>
          <p:cNvSpPr/>
          <p:nvPr/>
        </p:nvSpPr>
        <p:spPr>
          <a:xfrm>
            <a:off x="1172095" y="1422521"/>
            <a:ext cx="2975956" cy="1078005"/>
          </a:xfrm>
          <a:prstGeom prst="round2Diag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Step 1: Instruction</a:t>
            </a:r>
          </a:p>
          <a:p>
            <a:pPr algn="ctr"/>
            <a:r>
              <a:rPr lang="en-US" sz="1600" dirty="0">
                <a:solidFill>
                  <a:schemeClr val="tx1"/>
                </a:solidFill>
              </a:rPr>
              <a:t>Question to ask: What do I want the AI to actually do?</a:t>
            </a:r>
          </a:p>
        </p:txBody>
      </p:sp>
      <p:sp>
        <p:nvSpPr>
          <p:cNvPr id="26" name="Rectangle: Diagonal Corners Rounded 25">
            <a:extLst>
              <a:ext uri="{FF2B5EF4-FFF2-40B4-BE49-F238E27FC236}">
                <a16:creationId xmlns:a16="http://schemas.microsoft.com/office/drawing/2014/main" id="{CDE1D636-4176-AA44-89AD-12C00130F159}"/>
              </a:ext>
            </a:extLst>
          </p:cNvPr>
          <p:cNvSpPr/>
          <p:nvPr/>
        </p:nvSpPr>
        <p:spPr>
          <a:xfrm>
            <a:off x="4608021" y="1422520"/>
            <a:ext cx="2975956" cy="1078005"/>
          </a:xfrm>
          <a:prstGeom prst="round2Diag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Step 2: Context </a:t>
            </a:r>
          </a:p>
          <a:p>
            <a:pPr algn="ctr"/>
            <a:r>
              <a:rPr lang="en-US" sz="1600" dirty="0">
                <a:solidFill>
                  <a:schemeClr val="tx1"/>
                </a:solidFill>
              </a:rPr>
              <a:t>Question to ask: Who is this for, and what situation matters??</a:t>
            </a:r>
          </a:p>
        </p:txBody>
      </p:sp>
      <p:sp>
        <p:nvSpPr>
          <p:cNvPr id="27" name="Rectangle: Diagonal Corners Rounded 26">
            <a:extLst>
              <a:ext uri="{FF2B5EF4-FFF2-40B4-BE49-F238E27FC236}">
                <a16:creationId xmlns:a16="http://schemas.microsoft.com/office/drawing/2014/main" id="{6ABFD548-2A2D-EFAB-9B96-F3B0C9D1D754}"/>
              </a:ext>
            </a:extLst>
          </p:cNvPr>
          <p:cNvSpPr/>
          <p:nvPr/>
        </p:nvSpPr>
        <p:spPr>
          <a:xfrm>
            <a:off x="8473440" y="1422519"/>
            <a:ext cx="2975956" cy="1160531"/>
          </a:xfrm>
          <a:prstGeom prst="round2DiagRect">
            <a:avLst/>
          </a:prstGeom>
          <a:solidFill>
            <a:schemeClr val="tx2">
              <a:lumMod val="10000"/>
              <a:lumOff val="90000"/>
            </a:schemeClr>
          </a:solidFill>
          <a:ln>
            <a:solidFill>
              <a:srgbClr val="CFE5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Step 3: Input</a:t>
            </a:r>
          </a:p>
          <a:p>
            <a:pPr algn="ctr"/>
            <a:r>
              <a:rPr lang="en-US" sz="1600" dirty="0">
                <a:solidFill>
                  <a:schemeClr val="tx1"/>
                </a:solidFill>
              </a:rPr>
              <a:t>Question to ask: Is the AI supposed to work with specific text or data??</a:t>
            </a:r>
          </a:p>
        </p:txBody>
      </p:sp>
      <p:sp>
        <p:nvSpPr>
          <p:cNvPr id="28" name="Rectangle: Diagonal Corners Rounded 27">
            <a:extLst>
              <a:ext uri="{FF2B5EF4-FFF2-40B4-BE49-F238E27FC236}">
                <a16:creationId xmlns:a16="http://schemas.microsoft.com/office/drawing/2014/main" id="{1CE7AA4F-C799-95CA-0A29-CC8F08C95028}"/>
              </a:ext>
            </a:extLst>
          </p:cNvPr>
          <p:cNvSpPr/>
          <p:nvPr/>
        </p:nvSpPr>
        <p:spPr>
          <a:xfrm>
            <a:off x="2618511" y="3677344"/>
            <a:ext cx="2975956" cy="1185008"/>
          </a:xfrm>
          <a:prstGeom prst="round2Diag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Step 4: Output </a:t>
            </a:r>
          </a:p>
          <a:p>
            <a:pPr algn="ctr"/>
            <a:r>
              <a:rPr lang="en-US" sz="1600" dirty="0">
                <a:solidFill>
                  <a:schemeClr val="tx1"/>
                </a:solidFill>
              </a:rPr>
              <a:t>Question to ask: Does the structure of the answer matter?</a:t>
            </a:r>
          </a:p>
        </p:txBody>
      </p:sp>
      <p:sp>
        <p:nvSpPr>
          <p:cNvPr id="29" name="Rectangle: Diagonal Corners Rounded 28">
            <a:extLst>
              <a:ext uri="{FF2B5EF4-FFF2-40B4-BE49-F238E27FC236}">
                <a16:creationId xmlns:a16="http://schemas.microsoft.com/office/drawing/2014/main" id="{0962FE50-B152-7844-0673-8A795560A06E}"/>
              </a:ext>
            </a:extLst>
          </p:cNvPr>
          <p:cNvSpPr/>
          <p:nvPr/>
        </p:nvSpPr>
        <p:spPr>
          <a:xfrm>
            <a:off x="7177160" y="3677344"/>
            <a:ext cx="2975956" cy="1185008"/>
          </a:xfrm>
          <a:prstGeom prst="round2Diag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Step 5: Constraints </a:t>
            </a:r>
          </a:p>
          <a:p>
            <a:pPr algn="ctr"/>
            <a:r>
              <a:rPr lang="en-US" sz="1600" dirty="0">
                <a:solidFill>
                  <a:schemeClr val="tx1"/>
                </a:solidFill>
              </a:rPr>
              <a:t>Question to ask: What limits or rules should the AI follow??</a:t>
            </a:r>
          </a:p>
        </p:txBody>
      </p:sp>
      <p:sp>
        <p:nvSpPr>
          <p:cNvPr id="32" name="TextBox 31">
            <a:extLst>
              <a:ext uri="{FF2B5EF4-FFF2-40B4-BE49-F238E27FC236}">
                <a16:creationId xmlns:a16="http://schemas.microsoft.com/office/drawing/2014/main" id="{41B314C6-8341-8AE3-921F-6EBF04E7056E}"/>
              </a:ext>
            </a:extLst>
          </p:cNvPr>
          <p:cNvSpPr txBox="1"/>
          <p:nvPr/>
        </p:nvSpPr>
        <p:spPr>
          <a:xfrm>
            <a:off x="825731" y="2662525"/>
            <a:ext cx="3358343" cy="861774"/>
          </a:xfrm>
          <a:prstGeom prst="rect">
            <a:avLst/>
          </a:prstGeom>
          <a:noFill/>
          <a:ln w="19050">
            <a:solidFill>
              <a:srgbClr val="12CC97"/>
            </a:solidFill>
          </a:ln>
        </p:spPr>
        <p:txBody>
          <a:bodyPr wrap="square" rtlCol="0">
            <a:spAutoFit/>
          </a:bodyPr>
          <a:lstStyle/>
          <a:p>
            <a:r>
              <a:rPr lang="en-US" b="1" dirty="0"/>
              <a:t>Improvement</a:t>
            </a:r>
          </a:p>
          <a:p>
            <a:r>
              <a:rPr lang="en-US" sz="1600" dirty="0"/>
              <a:t>“Explain time management in a practical way.”</a:t>
            </a:r>
          </a:p>
        </p:txBody>
      </p:sp>
      <p:sp>
        <p:nvSpPr>
          <p:cNvPr id="33" name="TextBox 32">
            <a:extLst>
              <a:ext uri="{FF2B5EF4-FFF2-40B4-BE49-F238E27FC236}">
                <a16:creationId xmlns:a16="http://schemas.microsoft.com/office/drawing/2014/main" id="{DD85766B-860A-784A-626F-009D61ECC6FE}"/>
              </a:ext>
            </a:extLst>
          </p:cNvPr>
          <p:cNvSpPr txBox="1"/>
          <p:nvPr/>
        </p:nvSpPr>
        <p:spPr>
          <a:xfrm>
            <a:off x="4608021" y="2661599"/>
            <a:ext cx="3358343" cy="861774"/>
          </a:xfrm>
          <a:prstGeom prst="rect">
            <a:avLst/>
          </a:prstGeom>
          <a:noFill/>
          <a:ln w="19050">
            <a:solidFill>
              <a:srgbClr val="40BEDC"/>
            </a:solidFill>
          </a:ln>
        </p:spPr>
        <p:txBody>
          <a:bodyPr wrap="square" rtlCol="0">
            <a:spAutoFit/>
          </a:bodyPr>
          <a:lstStyle/>
          <a:p>
            <a:r>
              <a:rPr lang="en-US" b="1" dirty="0"/>
              <a:t>Improvement</a:t>
            </a:r>
          </a:p>
          <a:p>
            <a:r>
              <a:rPr lang="en-US" sz="1600" dirty="0"/>
              <a:t>“Explain time management in a practical way for remote workers.”</a:t>
            </a:r>
          </a:p>
        </p:txBody>
      </p:sp>
      <p:sp>
        <p:nvSpPr>
          <p:cNvPr id="34" name="TextBox 33">
            <a:extLst>
              <a:ext uri="{FF2B5EF4-FFF2-40B4-BE49-F238E27FC236}">
                <a16:creationId xmlns:a16="http://schemas.microsoft.com/office/drawing/2014/main" id="{AD554E24-E9AB-246C-8149-7A142A9CCBE9}"/>
              </a:ext>
            </a:extLst>
          </p:cNvPr>
          <p:cNvSpPr txBox="1"/>
          <p:nvPr/>
        </p:nvSpPr>
        <p:spPr>
          <a:xfrm>
            <a:off x="8390311" y="2661599"/>
            <a:ext cx="3358343" cy="646331"/>
          </a:xfrm>
          <a:prstGeom prst="rect">
            <a:avLst/>
          </a:prstGeom>
          <a:noFill/>
          <a:ln w="19050">
            <a:solidFill>
              <a:srgbClr val="CFE571"/>
            </a:solidFill>
          </a:ln>
        </p:spPr>
        <p:txBody>
          <a:bodyPr wrap="square" rtlCol="0">
            <a:spAutoFit/>
          </a:bodyPr>
          <a:lstStyle/>
          <a:p>
            <a:r>
              <a:rPr lang="en-US" b="1" dirty="0"/>
              <a:t>Improvement</a:t>
            </a:r>
          </a:p>
          <a:p>
            <a:r>
              <a:rPr lang="en-US" dirty="0"/>
              <a:t> Input is intentionally skipped</a:t>
            </a:r>
          </a:p>
        </p:txBody>
      </p:sp>
      <p:sp>
        <p:nvSpPr>
          <p:cNvPr id="36" name="TextBox 35">
            <a:extLst>
              <a:ext uri="{FF2B5EF4-FFF2-40B4-BE49-F238E27FC236}">
                <a16:creationId xmlns:a16="http://schemas.microsoft.com/office/drawing/2014/main" id="{B8218FDC-19E3-BB66-01B1-AC363C6CA2F2}"/>
              </a:ext>
            </a:extLst>
          </p:cNvPr>
          <p:cNvSpPr txBox="1"/>
          <p:nvPr/>
        </p:nvSpPr>
        <p:spPr>
          <a:xfrm>
            <a:off x="2450871" y="5006210"/>
            <a:ext cx="2086495" cy="615553"/>
          </a:xfrm>
          <a:prstGeom prst="rect">
            <a:avLst/>
          </a:prstGeom>
          <a:noFill/>
          <a:ln w="19050">
            <a:solidFill>
              <a:srgbClr val="7B61AF"/>
            </a:solidFill>
          </a:ln>
        </p:spPr>
        <p:txBody>
          <a:bodyPr wrap="square" rtlCol="0">
            <a:spAutoFit/>
          </a:bodyPr>
          <a:lstStyle/>
          <a:p>
            <a:r>
              <a:rPr lang="en-US" b="1" dirty="0"/>
              <a:t>Improvement</a:t>
            </a:r>
          </a:p>
          <a:p>
            <a:r>
              <a:rPr lang="en-US" sz="1600" dirty="0"/>
              <a:t>“Use bullet points.”</a:t>
            </a:r>
          </a:p>
        </p:txBody>
      </p:sp>
      <p:sp>
        <p:nvSpPr>
          <p:cNvPr id="37" name="TextBox 36">
            <a:extLst>
              <a:ext uri="{FF2B5EF4-FFF2-40B4-BE49-F238E27FC236}">
                <a16:creationId xmlns:a16="http://schemas.microsoft.com/office/drawing/2014/main" id="{02964AD1-E302-2EED-6B69-B721A28AD7F1}"/>
              </a:ext>
            </a:extLst>
          </p:cNvPr>
          <p:cNvSpPr txBox="1"/>
          <p:nvPr/>
        </p:nvSpPr>
        <p:spPr>
          <a:xfrm>
            <a:off x="6096000" y="4998948"/>
            <a:ext cx="5490560" cy="615553"/>
          </a:xfrm>
          <a:prstGeom prst="rect">
            <a:avLst/>
          </a:prstGeom>
          <a:noFill/>
          <a:ln w="19050">
            <a:solidFill>
              <a:srgbClr val="9FE6FF"/>
            </a:solidFill>
          </a:ln>
        </p:spPr>
        <p:txBody>
          <a:bodyPr wrap="square" rtlCol="0">
            <a:spAutoFit/>
          </a:bodyPr>
          <a:lstStyle/>
          <a:p>
            <a:r>
              <a:rPr lang="en-US" b="1" dirty="0"/>
              <a:t>Improvement</a:t>
            </a:r>
          </a:p>
          <a:p>
            <a:r>
              <a:rPr lang="en-US" sz="1600" dirty="0"/>
              <a:t>“Focus on daily habits, not theory. Keep it under 200 words.”</a:t>
            </a:r>
          </a:p>
        </p:txBody>
      </p:sp>
      <p:sp>
        <p:nvSpPr>
          <p:cNvPr id="38" name="Rectangle: Rounded Corners 37">
            <a:extLst>
              <a:ext uri="{FF2B5EF4-FFF2-40B4-BE49-F238E27FC236}">
                <a16:creationId xmlns:a16="http://schemas.microsoft.com/office/drawing/2014/main" id="{CD002BAA-9889-1486-E323-670380598C8B}"/>
              </a:ext>
            </a:extLst>
          </p:cNvPr>
          <p:cNvSpPr/>
          <p:nvPr/>
        </p:nvSpPr>
        <p:spPr>
          <a:xfrm>
            <a:off x="1632063" y="5791361"/>
            <a:ext cx="8437419" cy="861774"/>
          </a:xfrm>
          <a:prstGeom prst="round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Final Strong Prompt : </a:t>
            </a:r>
            <a:r>
              <a:rPr lang="en-US" sz="1600" dirty="0">
                <a:solidFill>
                  <a:schemeClr val="tx1"/>
                </a:solidFill>
              </a:rPr>
              <a:t>“Explain time management in a practical way for remote workers. Focus on daily habits, not theory. Use bullet points and keep it under 200 words.”</a:t>
            </a:r>
          </a:p>
        </p:txBody>
      </p:sp>
    </p:spTree>
    <p:extLst>
      <p:ext uri="{BB962C8B-B14F-4D97-AF65-F5344CB8AC3E}">
        <p14:creationId xmlns:p14="http://schemas.microsoft.com/office/powerpoint/2010/main" val="14626576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1E90C-62F6-BA82-0F47-4716E72AFE78}"/>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6551E18A-6BDB-6857-6951-BDCBCB04031A}"/>
              </a:ext>
            </a:extLst>
          </p:cNvPr>
          <p:cNvSpPr txBox="1"/>
          <p:nvPr/>
        </p:nvSpPr>
        <p:spPr>
          <a:xfrm>
            <a:off x="1543019" y="5912288"/>
            <a:ext cx="8398565" cy="461665"/>
          </a:xfrm>
          <a:prstGeom prst="rect">
            <a:avLst/>
          </a:prstGeom>
          <a:solidFill>
            <a:schemeClr val="bg2">
              <a:lumMod val="5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pPr algn="ctr"/>
            <a:r>
              <a:rPr lang="en-US" sz="2400" dirty="0">
                <a:solidFill>
                  <a:schemeClr val="bg1"/>
                </a:solidFill>
              </a:rPr>
              <a:t>Clear prompts reduce confusion and improve results.</a:t>
            </a:r>
            <a:endParaRPr lang="en-IN" sz="2400" dirty="0">
              <a:solidFill>
                <a:schemeClr val="bg1"/>
              </a:solidFill>
            </a:endParaRPr>
          </a:p>
        </p:txBody>
      </p:sp>
      <p:sp>
        <p:nvSpPr>
          <p:cNvPr id="5" name="TextBox 4">
            <a:extLst>
              <a:ext uri="{FF2B5EF4-FFF2-40B4-BE49-F238E27FC236}">
                <a16:creationId xmlns:a16="http://schemas.microsoft.com/office/drawing/2014/main" id="{73C83227-F3F4-2D7E-C41C-3670A45DF5C9}"/>
              </a:ext>
            </a:extLst>
          </p:cNvPr>
          <p:cNvSpPr txBox="1"/>
          <p:nvPr/>
        </p:nvSpPr>
        <p:spPr>
          <a:xfrm>
            <a:off x="0" y="206414"/>
            <a:ext cx="12192000" cy="646331"/>
          </a:xfrm>
          <a:prstGeom prst="rect">
            <a:avLst/>
          </a:prstGeom>
          <a:solidFill>
            <a:schemeClr val="accent2">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IN" sz="3600" dirty="0"/>
              <a:t>Common Prompting Mistakes</a:t>
            </a:r>
            <a:endParaRPr lang="en-IN" sz="3600" b="1" dirty="0"/>
          </a:p>
        </p:txBody>
      </p:sp>
      <p:sp>
        <p:nvSpPr>
          <p:cNvPr id="15" name="TextBox 14">
            <a:extLst>
              <a:ext uri="{FF2B5EF4-FFF2-40B4-BE49-F238E27FC236}">
                <a16:creationId xmlns:a16="http://schemas.microsoft.com/office/drawing/2014/main" id="{FD10E8E9-4737-12D6-2156-00C55494BBBD}"/>
              </a:ext>
            </a:extLst>
          </p:cNvPr>
          <p:cNvSpPr txBox="1"/>
          <p:nvPr/>
        </p:nvSpPr>
        <p:spPr>
          <a:xfrm>
            <a:off x="543274" y="1756830"/>
            <a:ext cx="7120785" cy="400110"/>
          </a:xfrm>
          <a:prstGeom prst="rect">
            <a:avLst/>
          </a:prstGeom>
          <a:noFill/>
        </p:spPr>
        <p:txBody>
          <a:bodyPr wrap="square">
            <a:spAutoFit/>
          </a:bodyPr>
          <a:lstStyle/>
          <a:p>
            <a:pPr algn="ctr"/>
            <a:r>
              <a:rPr lang="en-US" sz="2000" dirty="0"/>
              <a:t>Avoid these mistakes for better AI responses</a:t>
            </a:r>
          </a:p>
        </p:txBody>
      </p:sp>
      <p:sp>
        <p:nvSpPr>
          <p:cNvPr id="7" name="TextBox 6">
            <a:extLst>
              <a:ext uri="{FF2B5EF4-FFF2-40B4-BE49-F238E27FC236}">
                <a16:creationId xmlns:a16="http://schemas.microsoft.com/office/drawing/2014/main" id="{2D0F7DDC-9C3F-5DE4-817F-61B82C318A9A}"/>
              </a:ext>
            </a:extLst>
          </p:cNvPr>
          <p:cNvSpPr txBox="1"/>
          <p:nvPr/>
        </p:nvSpPr>
        <p:spPr>
          <a:xfrm>
            <a:off x="1626299" y="1409370"/>
            <a:ext cx="9874059" cy="400110"/>
          </a:xfrm>
          <a:prstGeom prst="rect">
            <a:avLst/>
          </a:prstGeom>
          <a:noFill/>
        </p:spPr>
        <p:txBody>
          <a:bodyPr wrap="square" numCol="1">
            <a:spAutoFit/>
          </a:bodyPr>
          <a:lstStyle/>
          <a:p>
            <a:r>
              <a:rPr lang="en-US" sz="2000" dirty="0"/>
              <a:t>Even small prompt mistakes can lead to unclear or incorrect responses.</a:t>
            </a:r>
            <a:endParaRPr lang="en-US" sz="2000" dirty="0">
              <a:solidFill>
                <a:srgbClr val="1F2933"/>
              </a:solidFill>
            </a:endParaRPr>
          </a:p>
        </p:txBody>
      </p:sp>
      <p:sp>
        <p:nvSpPr>
          <p:cNvPr id="3" name="TextBox 2">
            <a:extLst>
              <a:ext uri="{FF2B5EF4-FFF2-40B4-BE49-F238E27FC236}">
                <a16:creationId xmlns:a16="http://schemas.microsoft.com/office/drawing/2014/main" id="{AE4EB414-359D-440B-53EE-CD98352AF6F1}"/>
              </a:ext>
            </a:extLst>
          </p:cNvPr>
          <p:cNvSpPr txBox="1"/>
          <p:nvPr/>
        </p:nvSpPr>
        <p:spPr>
          <a:xfrm>
            <a:off x="1543019" y="2427610"/>
            <a:ext cx="6812807" cy="400110"/>
          </a:xfrm>
          <a:prstGeom prst="rect">
            <a:avLst/>
          </a:prstGeom>
          <a:noFill/>
        </p:spPr>
        <p:txBody>
          <a:bodyPr wrap="square">
            <a:spAutoFit/>
          </a:bodyPr>
          <a:lstStyle/>
          <a:p>
            <a:r>
              <a:rPr lang="en-US" sz="2000" b="1" dirty="0">
                <a:solidFill>
                  <a:srgbClr val="1F2933"/>
                </a:solidFill>
              </a:rPr>
              <a:t>Common prompt mistakes include:</a:t>
            </a:r>
          </a:p>
        </p:txBody>
      </p:sp>
      <p:sp>
        <p:nvSpPr>
          <p:cNvPr id="12" name="Freeform: Shape 11">
            <a:extLst>
              <a:ext uri="{FF2B5EF4-FFF2-40B4-BE49-F238E27FC236}">
                <a16:creationId xmlns:a16="http://schemas.microsoft.com/office/drawing/2014/main" id="{CF6B7525-DC05-E571-1B9A-12E3034AF84F}"/>
              </a:ext>
            </a:extLst>
          </p:cNvPr>
          <p:cNvSpPr/>
          <p:nvPr/>
        </p:nvSpPr>
        <p:spPr>
          <a:xfrm>
            <a:off x="3170597" y="2980720"/>
            <a:ext cx="4661044" cy="491400"/>
          </a:xfrm>
          <a:custGeom>
            <a:avLst/>
            <a:gdLst>
              <a:gd name="csX0" fmla="*/ 0 w 4937031"/>
              <a:gd name="csY0" fmla="*/ 81902 h 491400"/>
              <a:gd name="csX1" fmla="*/ 81902 w 4937031"/>
              <a:gd name="csY1" fmla="*/ 0 h 491400"/>
              <a:gd name="csX2" fmla="*/ 4855129 w 4937031"/>
              <a:gd name="csY2" fmla="*/ 0 h 491400"/>
              <a:gd name="csX3" fmla="*/ 4937031 w 4937031"/>
              <a:gd name="csY3" fmla="*/ 81902 h 491400"/>
              <a:gd name="csX4" fmla="*/ 4937031 w 4937031"/>
              <a:gd name="csY4" fmla="*/ 409498 h 491400"/>
              <a:gd name="csX5" fmla="*/ 4855129 w 4937031"/>
              <a:gd name="csY5" fmla="*/ 491400 h 491400"/>
              <a:gd name="csX6" fmla="*/ 81902 w 4937031"/>
              <a:gd name="csY6" fmla="*/ 491400 h 491400"/>
              <a:gd name="csX7" fmla="*/ 0 w 4937031"/>
              <a:gd name="csY7" fmla="*/ 409498 h 491400"/>
              <a:gd name="csX8" fmla="*/ 0 w 4937031"/>
              <a:gd name="csY8" fmla="*/ 81902 h 491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937031" h="491400">
                <a:moveTo>
                  <a:pt x="0" y="81902"/>
                </a:moveTo>
                <a:cubicBezTo>
                  <a:pt x="0" y="36669"/>
                  <a:pt x="36669" y="0"/>
                  <a:pt x="81902" y="0"/>
                </a:cubicBezTo>
                <a:lnTo>
                  <a:pt x="4855129" y="0"/>
                </a:lnTo>
                <a:cubicBezTo>
                  <a:pt x="4900362" y="0"/>
                  <a:pt x="4937031" y="36669"/>
                  <a:pt x="4937031" y="81902"/>
                </a:cubicBezTo>
                <a:lnTo>
                  <a:pt x="4937031" y="409498"/>
                </a:lnTo>
                <a:cubicBezTo>
                  <a:pt x="4937031" y="454731"/>
                  <a:pt x="4900362" y="491400"/>
                  <a:pt x="4855129" y="491400"/>
                </a:cubicBezTo>
                <a:lnTo>
                  <a:pt x="81902" y="491400"/>
                </a:lnTo>
                <a:cubicBezTo>
                  <a:pt x="36669" y="491400"/>
                  <a:pt x="0" y="454731"/>
                  <a:pt x="0" y="409498"/>
                </a:cubicBezTo>
                <a:lnTo>
                  <a:pt x="0" y="81902"/>
                </a:lnTo>
                <a:close/>
              </a:path>
            </a:pathLst>
          </a:cu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00188" tIns="100188" rIns="100188" bIns="100188" numCol="1" spcCol="1270" anchor="ctr" anchorCtr="0">
            <a:noAutofit/>
          </a:bodyPr>
          <a:lstStyle/>
          <a:p>
            <a:pPr marL="0" lvl="0" indent="0" algn="l" defTabSz="889000">
              <a:lnSpc>
                <a:spcPct val="90000"/>
              </a:lnSpc>
              <a:spcBef>
                <a:spcPct val="0"/>
              </a:spcBef>
              <a:spcAft>
                <a:spcPct val="35000"/>
              </a:spcAft>
              <a:buNone/>
            </a:pPr>
            <a:r>
              <a:rPr lang="en-US" sz="2000" b="0" i="0" kern="1200" baseline="0"/>
              <a:t>Being too vague</a:t>
            </a:r>
            <a:endParaRPr lang="en-IN" sz="2000" kern="1200"/>
          </a:p>
        </p:txBody>
      </p:sp>
      <p:sp>
        <p:nvSpPr>
          <p:cNvPr id="13" name="Freeform: Shape 12">
            <a:extLst>
              <a:ext uri="{FF2B5EF4-FFF2-40B4-BE49-F238E27FC236}">
                <a16:creationId xmlns:a16="http://schemas.microsoft.com/office/drawing/2014/main" id="{D7BF4A72-8589-90F9-FA8D-691B4772F093}"/>
              </a:ext>
            </a:extLst>
          </p:cNvPr>
          <p:cNvSpPr/>
          <p:nvPr/>
        </p:nvSpPr>
        <p:spPr>
          <a:xfrm>
            <a:off x="3170603" y="4597108"/>
            <a:ext cx="4661038" cy="491400"/>
          </a:xfrm>
          <a:custGeom>
            <a:avLst/>
            <a:gdLst>
              <a:gd name="csX0" fmla="*/ 0 w 4937031"/>
              <a:gd name="csY0" fmla="*/ 81902 h 491400"/>
              <a:gd name="csX1" fmla="*/ 81902 w 4937031"/>
              <a:gd name="csY1" fmla="*/ 0 h 491400"/>
              <a:gd name="csX2" fmla="*/ 4855129 w 4937031"/>
              <a:gd name="csY2" fmla="*/ 0 h 491400"/>
              <a:gd name="csX3" fmla="*/ 4937031 w 4937031"/>
              <a:gd name="csY3" fmla="*/ 81902 h 491400"/>
              <a:gd name="csX4" fmla="*/ 4937031 w 4937031"/>
              <a:gd name="csY4" fmla="*/ 409498 h 491400"/>
              <a:gd name="csX5" fmla="*/ 4855129 w 4937031"/>
              <a:gd name="csY5" fmla="*/ 491400 h 491400"/>
              <a:gd name="csX6" fmla="*/ 81902 w 4937031"/>
              <a:gd name="csY6" fmla="*/ 491400 h 491400"/>
              <a:gd name="csX7" fmla="*/ 0 w 4937031"/>
              <a:gd name="csY7" fmla="*/ 409498 h 491400"/>
              <a:gd name="csX8" fmla="*/ 0 w 4937031"/>
              <a:gd name="csY8" fmla="*/ 81902 h 491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937031" h="491400">
                <a:moveTo>
                  <a:pt x="0" y="81902"/>
                </a:moveTo>
                <a:cubicBezTo>
                  <a:pt x="0" y="36669"/>
                  <a:pt x="36669" y="0"/>
                  <a:pt x="81902" y="0"/>
                </a:cubicBezTo>
                <a:lnTo>
                  <a:pt x="4855129" y="0"/>
                </a:lnTo>
                <a:cubicBezTo>
                  <a:pt x="4900362" y="0"/>
                  <a:pt x="4937031" y="36669"/>
                  <a:pt x="4937031" y="81902"/>
                </a:cubicBezTo>
                <a:lnTo>
                  <a:pt x="4937031" y="409498"/>
                </a:lnTo>
                <a:cubicBezTo>
                  <a:pt x="4937031" y="454731"/>
                  <a:pt x="4900362" y="491400"/>
                  <a:pt x="4855129" y="491400"/>
                </a:cubicBezTo>
                <a:lnTo>
                  <a:pt x="81902" y="491400"/>
                </a:lnTo>
                <a:cubicBezTo>
                  <a:pt x="36669" y="491400"/>
                  <a:pt x="0" y="454731"/>
                  <a:pt x="0" y="409498"/>
                </a:cubicBezTo>
                <a:lnTo>
                  <a:pt x="0" y="81902"/>
                </a:lnTo>
                <a:close/>
              </a:path>
            </a:pathLst>
          </a:cu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100188" tIns="100188" rIns="100188" bIns="100188" numCol="1" spcCol="1270" anchor="ctr" anchorCtr="0">
            <a:noAutofit/>
          </a:bodyPr>
          <a:lstStyle/>
          <a:p>
            <a:pPr marL="0" lvl="0" indent="0" algn="l" defTabSz="889000">
              <a:lnSpc>
                <a:spcPct val="90000"/>
              </a:lnSpc>
              <a:spcBef>
                <a:spcPct val="0"/>
              </a:spcBef>
              <a:spcAft>
                <a:spcPct val="35000"/>
              </a:spcAft>
              <a:buNone/>
            </a:pPr>
            <a:r>
              <a:rPr lang="en-US" sz="2000" b="0" i="0" kern="1200" baseline="0" dirty="0"/>
              <a:t>Not providing enough context</a:t>
            </a:r>
            <a:endParaRPr lang="en-IN" sz="2000" kern="1200" dirty="0"/>
          </a:p>
        </p:txBody>
      </p:sp>
      <p:sp>
        <p:nvSpPr>
          <p:cNvPr id="14" name="Freeform: Shape 13">
            <a:extLst>
              <a:ext uri="{FF2B5EF4-FFF2-40B4-BE49-F238E27FC236}">
                <a16:creationId xmlns:a16="http://schemas.microsoft.com/office/drawing/2014/main" id="{B166D374-3A36-56C6-4982-771FA8DD7DC9}"/>
              </a:ext>
            </a:extLst>
          </p:cNvPr>
          <p:cNvSpPr/>
          <p:nvPr/>
        </p:nvSpPr>
        <p:spPr>
          <a:xfrm>
            <a:off x="3170597" y="3478609"/>
            <a:ext cx="4661044" cy="491400"/>
          </a:xfrm>
          <a:custGeom>
            <a:avLst/>
            <a:gdLst>
              <a:gd name="csX0" fmla="*/ 0 w 4937031"/>
              <a:gd name="csY0" fmla="*/ 81902 h 491400"/>
              <a:gd name="csX1" fmla="*/ 81902 w 4937031"/>
              <a:gd name="csY1" fmla="*/ 0 h 491400"/>
              <a:gd name="csX2" fmla="*/ 4855129 w 4937031"/>
              <a:gd name="csY2" fmla="*/ 0 h 491400"/>
              <a:gd name="csX3" fmla="*/ 4937031 w 4937031"/>
              <a:gd name="csY3" fmla="*/ 81902 h 491400"/>
              <a:gd name="csX4" fmla="*/ 4937031 w 4937031"/>
              <a:gd name="csY4" fmla="*/ 409498 h 491400"/>
              <a:gd name="csX5" fmla="*/ 4855129 w 4937031"/>
              <a:gd name="csY5" fmla="*/ 491400 h 491400"/>
              <a:gd name="csX6" fmla="*/ 81902 w 4937031"/>
              <a:gd name="csY6" fmla="*/ 491400 h 491400"/>
              <a:gd name="csX7" fmla="*/ 0 w 4937031"/>
              <a:gd name="csY7" fmla="*/ 409498 h 491400"/>
              <a:gd name="csX8" fmla="*/ 0 w 4937031"/>
              <a:gd name="csY8" fmla="*/ 81902 h 491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937031" h="491400">
                <a:moveTo>
                  <a:pt x="0" y="81902"/>
                </a:moveTo>
                <a:cubicBezTo>
                  <a:pt x="0" y="36669"/>
                  <a:pt x="36669" y="0"/>
                  <a:pt x="81902" y="0"/>
                </a:cubicBezTo>
                <a:lnTo>
                  <a:pt x="4855129" y="0"/>
                </a:lnTo>
                <a:cubicBezTo>
                  <a:pt x="4900362" y="0"/>
                  <a:pt x="4937031" y="36669"/>
                  <a:pt x="4937031" y="81902"/>
                </a:cubicBezTo>
                <a:lnTo>
                  <a:pt x="4937031" y="409498"/>
                </a:lnTo>
                <a:cubicBezTo>
                  <a:pt x="4937031" y="454731"/>
                  <a:pt x="4900362" y="491400"/>
                  <a:pt x="4855129" y="491400"/>
                </a:cubicBezTo>
                <a:lnTo>
                  <a:pt x="81902" y="491400"/>
                </a:lnTo>
                <a:cubicBezTo>
                  <a:pt x="36669" y="491400"/>
                  <a:pt x="0" y="454731"/>
                  <a:pt x="0" y="409498"/>
                </a:cubicBezTo>
                <a:lnTo>
                  <a:pt x="0" y="81902"/>
                </a:lnTo>
                <a:close/>
              </a:path>
            </a:pathLst>
          </a:cu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100188" tIns="100188" rIns="100188" bIns="100188" numCol="1" spcCol="1270" anchor="ctr" anchorCtr="0">
            <a:noAutofit/>
          </a:bodyPr>
          <a:lstStyle/>
          <a:p>
            <a:pPr marL="0" lvl="0" indent="0" algn="l" defTabSz="889000">
              <a:lnSpc>
                <a:spcPct val="90000"/>
              </a:lnSpc>
              <a:spcBef>
                <a:spcPct val="0"/>
              </a:spcBef>
              <a:spcAft>
                <a:spcPct val="35000"/>
              </a:spcAft>
              <a:buNone/>
            </a:pPr>
            <a:r>
              <a:rPr lang="en-US" sz="2000" b="0" i="0" kern="1200" baseline="0" dirty="0"/>
              <a:t>Asking multiple tasks in one prompt</a:t>
            </a:r>
            <a:endParaRPr lang="en-IN" sz="2000" kern="1200" dirty="0"/>
          </a:p>
        </p:txBody>
      </p:sp>
      <p:sp>
        <p:nvSpPr>
          <p:cNvPr id="16" name="Freeform: Shape 15">
            <a:extLst>
              <a:ext uri="{FF2B5EF4-FFF2-40B4-BE49-F238E27FC236}">
                <a16:creationId xmlns:a16="http://schemas.microsoft.com/office/drawing/2014/main" id="{C2646EA3-599D-1272-2CAD-259CD48B3F1A}"/>
              </a:ext>
            </a:extLst>
          </p:cNvPr>
          <p:cNvSpPr/>
          <p:nvPr/>
        </p:nvSpPr>
        <p:spPr>
          <a:xfrm>
            <a:off x="3170603" y="4022318"/>
            <a:ext cx="4716000" cy="491400"/>
          </a:xfrm>
          <a:custGeom>
            <a:avLst/>
            <a:gdLst>
              <a:gd name="csX0" fmla="*/ 0 w 4937031"/>
              <a:gd name="csY0" fmla="*/ 81902 h 491400"/>
              <a:gd name="csX1" fmla="*/ 81902 w 4937031"/>
              <a:gd name="csY1" fmla="*/ 0 h 491400"/>
              <a:gd name="csX2" fmla="*/ 4855129 w 4937031"/>
              <a:gd name="csY2" fmla="*/ 0 h 491400"/>
              <a:gd name="csX3" fmla="*/ 4937031 w 4937031"/>
              <a:gd name="csY3" fmla="*/ 81902 h 491400"/>
              <a:gd name="csX4" fmla="*/ 4937031 w 4937031"/>
              <a:gd name="csY4" fmla="*/ 409498 h 491400"/>
              <a:gd name="csX5" fmla="*/ 4855129 w 4937031"/>
              <a:gd name="csY5" fmla="*/ 491400 h 491400"/>
              <a:gd name="csX6" fmla="*/ 81902 w 4937031"/>
              <a:gd name="csY6" fmla="*/ 491400 h 491400"/>
              <a:gd name="csX7" fmla="*/ 0 w 4937031"/>
              <a:gd name="csY7" fmla="*/ 409498 h 491400"/>
              <a:gd name="csX8" fmla="*/ 0 w 4937031"/>
              <a:gd name="csY8" fmla="*/ 81902 h 491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937031" h="491400">
                <a:moveTo>
                  <a:pt x="0" y="81902"/>
                </a:moveTo>
                <a:cubicBezTo>
                  <a:pt x="0" y="36669"/>
                  <a:pt x="36669" y="0"/>
                  <a:pt x="81902" y="0"/>
                </a:cubicBezTo>
                <a:lnTo>
                  <a:pt x="4855129" y="0"/>
                </a:lnTo>
                <a:cubicBezTo>
                  <a:pt x="4900362" y="0"/>
                  <a:pt x="4937031" y="36669"/>
                  <a:pt x="4937031" y="81902"/>
                </a:cubicBezTo>
                <a:lnTo>
                  <a:pt x="4937031" y="409498"/>
                </a:lnTo>
                <a:cubicBezTo>
                  <a:pt x="4937031" y="454731"/>
                  <a:pt x="4900362" y="491400"/>
                  <a:pt x="4855129" y="491400"/>
                </a:cubicBezTo>
                <a:lnTo>
                  <a:pt x="81902" y="491400"/>
                </a:lnTo>
                <a:cubicBezTo>
                  <a:pt x="36669" y="491400"/>
                  <a:pt x="0" y="454731"/>
                  <a:pt x="0" y="409498"/>
                </a:cubicBezTo>
                <a:lnTo>
                  <a:pt x="0" y="81902"/>
                </a:lnTo>
                <a:close/>
              </a:path>
            </a:pathLst>
          </a:cu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00188" tIns="100188" rIns="100188" bIns="100188" numCol="1" spcCol="1270" anchor="ctr" anchorCtr="0">
            <a:noAutofit/>
          </a:bodyPr>
          <a:lstStyle/>
          <a:p>
            <a:pPr lvl="0" defTabSz="889000">
              <a:lnSpc>
                <a:spcPct val="90000"/>
              </a:lnSpc>
              <a:spcBef>
                <a:spcPct val="0"/>
              </a:spcBef>
              <a:spcAft>
                <a:spcPct val="35000"/>
              </a:spcAft>
            </a:pPr>
            <a:r>
              <a:rPr lang="en-US" sz="2000" dirty="0"/>
              <a:t>Not specifying the output format </a:t>
            </a:r>
            <a:endParaRPr lang="en-IN" sz="2000" kern="1200" dirty="0"/>
          </a:p>
        </p:txBody>
      </p:sp>
      <p:sp>
        <p:nvSpPr>
          <p:cNvPr id="17" name="Freeform: Shape 16">
            <a:extLst>
              <a:ext uri="{FF2B5EF4-FFF2-40B4-BE49-F238E27FC236}">
                <a16:creationId xmlns:a16="http://schemas.microsoft.com/office/drawing/2014/main" id="{5882B05F-57BD-BE8F-8516-C86ABD30D940}"/>
              </a:ext>
            </a:extLst>
          </p:cNvPr>
          <p:cNvSpPr/>
          <p:nvPr/>
        </p:nvSpPr>
        <p:spPr>
          <a:xfrm>
            <a:off x="3170597" y="5131848"/>
            <a:ext cx="4661044" cy="491400"/>
          </a:xfrm>
          <a:custGeom>
            <a:avLst/>
            <a:gdLst>
              <a:gd name="csX0" fmla="*/ 0 w 4937031"/>
              <a:gd name="csY0" fmla="*/ 81902 h 491400"/>
              <a:gd name="csX1" fmla="*/ 81902 w 4937031"/>
              <a:gd name="csY1" fmla="*/ 0 h 491400"/>
              <a:gd name="csX2" fmla="*/ 4855129 w 4937031"/>
              <a:gd name="csY2" fmla="*/ 0 h 491400"/>
              <a:gd name="csX3" fmla="*/ 4937031 w 4937031"/>
              <a:gd name="csY3" fmla="*/ 81902 h 491400"/>
              <a:gd name="csX4" fmla="*/ 4937031 w 4937031"/>
              <a:gd name="csY4" fmla="*/ 409498 h 491400"/>
              <a:gd name="csX5" fmla="*/ 4855129 w 4937031"/>
              <a:gd name="csY5" fmla="*/ 491400 h 491400"/>
              <a:gd name="csX6" fmla="*/ 81902 w 4937031"/>
              <a:gd name="csY6" fmla="*/ 491400 h 491400"/>
              <a:gd name="csX7" fmla="*/ 0 w 4937031"/>
              <a:gd name="csY7" fmla="*/ 409498 h 491400"/>
              <a:gd name="csX8" fmla="*/ 0 w 4937031"/>
              <a:gd name="csY8" fmla="*/ 81902 h 491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937031" h="491400">
                <a:moveTo>
                  <a:pt x="0" y="81902"/>
                </a:moveTo>
                <a:cubicBezTo>
                  <a:pt x="0" y="36669"/>
                  <a:pt x="36669" y="0"/>
                  <a:pt x="81902" y="0"/>
                </a:cubicBezTo>
                <a:lnTo>
                  <a:pt x="4855129" y="0"/>
                </a:lnTo>
                <a:cubicBezTo>
                  <a:pt x="4900362" y="0"/>
                  <a:pt x="4937031" y="36669"/>
                  <a:pt x="4937031" y="81902"/>
                </a:cubicBezTo>
                <a:lnTo>
                  <a:pt x="4937031" y="409498"/>
                </a:lnTo>
                <a:cubicBezTo>
                  <a:pt x="4937031" y="454731"/>
                  <a:pt x="4900362" y="491400"/>
                  <a:pt x="4855129" y="491400"/>
                </a:cubicBezTo>
                <a:lnTo>
                  <a:pt x="81902" y="491400"/>
                </a:lnTo>
                <a:cubicBezTo>
                  <a:pt x="36669" y="491400"/>
                  <a:pt x="0" y="454731"/>
                  <a:pt x="0" y="409498"/>
                </a:cubicBezTo>
                <a:lnTo>
                  <a:pt x="0" y="81902"/>
                </a:lnTo>
                <a:close/>
              </a:path>
            </a:pathLst>
          </a:cu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00188" tIns="100188" rIns="100188" bIns="100188" numCol="1" spcCol="1270" anchor="ctr" anchorCtr="0">
            <a:noAutofit/>
          </a:bodyPr>
          <a:lstStyle/>
          <a:p>
            <a:pPr marL="0" lvl="0" indent="0" algn="l" defTabSz="889000">
              <a:lnSpc>
                <a:spcPct val="90000"/>
              </a:lnSpc>
              <a:spcBef>
                <a:spcPct val="0"/>
              </a:spcBef>
              <a:spcAft>
                <a:spcPct val="35000"/>
              </a:spcAft>
              <a:buNone/>
            </a:pPr>
            <a:r>
              <a:rPr lang="en-US" sz="2000" b="0" i="0" kern="1200" baseline="0" dirty="0"/>
              <a:t>Using unclear or confusing words</a:t>
            </a:r>
            <a:endParaRPr lang="en-IN" sz="2000" kern="1200" dirty="0"/>
          </a:p>
        </p:txBody>
      </p:sp>
    </p:spTree>
    <p:extLst>
      <p:ext uri="{BB962C8B-B14F-4D97-AF65-F5344CB8AC3E}">
        <p14:creationId xmlns:p14="http://schemas.microsoft.com/office/powerpoint/2010/main" val="32413806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19DDC-B0DF-3B33-146B-2C03AA84392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60DF7B-B250-C192-1332-259FC8E984AE}"/>
              </a:ext>
            </a:extLst>
          </p:cNvPr>
          <p:cNvSpPr txBox="1"/>
          <p:nvPr/>
        </p:nvSpPr>
        <p:spPr>
          <a:xfrm>
            <a:off x="467205" y="475407"/>
            <a:ext cx="9458578" cy="523220"/>
          </a:xfrm>
          <a:prstGeom prst="rect">
            <a:avLst/>
          </a:prstGeom>
          <a:noFill/>
        </p:spPr>
        <p:txBody>
          <a:bodyPr wrap="square">
            <a:spAutoFit/>
          </a:bodyPr>
          <a:lstStyle/>
          <a:p>
            <a:r>
              <a:rPr lang="en-US" sz="2800" b="1" u="sng" dirty="0">
                <a:solidFill>
                  <a:schemeClr val="accent3">
                    <a:lumMod val="50000"/>
                  </a:schemeClr>
                </a:solidFill>
              </a:rPr>
              <a:t>Example: How Small Prompt Mistakes Break AI Output</a:t>
            </a:r>
          </a:p>
        </p:txBody>
      </p:sp>
      <p:sp>
        <p:nvSpPr>
          <p:cNvPr id="4" name="Rectangle: Diagonal Corners Rounded 3">
            <a:extLst>
              <a:ext uri="{FF2B5EF4-FFF2-40B4-BE49-F238E27FC236}">
                <a16:creationId xmlns:a16="http://schemas.microsoft.com/office/drawing/2014/main" id="{1C11BEC6-E775-0731-ACB0-A2FD6B137DA0}"/>
              </a:ext>
            </a:extLst>
          </p:cNvPr>
          <p:cNvSpPr/>
          <p:nvPr/>
        </p:nvSpPr>
        <p:spPr>
          <a:xfrm>
            <a:off x="3893129" y="998627"/>
            <a:ext cx="3405446" cy="606829"/>
          </a:xfrm>
          <a:prstGeom prst="round2DiagRect">
            <a:avLst/>
          </a:prstGeom>
          <a:solidFill>
            <a:srgbClr val="48A6E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Scenario: User Writes a Weak Prompt</a:t>
            </a:r>
          </a:p>
        </p:txBody>
      </p:sp>
      <p:sp>
        <p:nvSpPr>
          <p:cNvPr id="6" name="TextBox 5">
            <a:extLst>
              <a:ext uri="{FF2B5EF4-FFF2-40B4-BE49-F238E27FC236}">
                <a16:creationId xmlns:a16="http://schemas.microsoft.com/office/drawing/2014/main" id="{C86CB966-62A0-6CB6-EA7F-4BD8C443E15F}"/>
              </a:ext>
            </a:extLst>
          </p:cNvPr>
          <p:cNvSpPr txBox="1"/>
          <p:nvPr/>
        </p:nvSpPr>
        <p:spPr>
          <a:xfrm>
            <a:off x="3125933" y="1867238"/>
            <a:ext cx="5205845" cy="923330"/>
          </a:xfrm>
          <a:prstGeom prst="rect">
            <a:avLst/>
          </a:prstGeom>
          <a:noFill/>
          <a:ln w="19050">
            <a:solidFill>
              <a:schemeClr val="tx1"/>
            </a:solidFill>
          </a:ln>
        </p:spPr>
        <p:txBody>
          <a:bodyPr wrap="square">
            <a:spAutoFit/>
          </a:bodyPr>
          <a:lstStyle/>
          <a:p>
            <a:pPr>
              <a:buNone/>
            </a:pPr>
            <a:r>
              <a:rPr lang="en-US" b="1" dirty="0"/>
              <a:t>User Prompt:</a:t>
            </a:r>
            <a:endParaRPr lang="en-US" dirty="0"/>
          </a:p>
          <a:p>
            <a:pPr>
              <a:buNone/>
            </a:pPr>
            <a:r>
              <a:rPr lang="en-US" dirty="0"/>
              <a:t>Tell me about marketing and give tips and explain tools.</a:t>
            </a:r>
          </a:p>
        </p:txBody>
      </p:sp>
      <p:sp>
        <p:nvSpPr>
          <p:cNvPr id="7" name="TextBox 6">
            <a:extLst>
              <a:ext uri="{FF2B5EF4-FFF2-40B4-BE49-F238E27FC236}">
                <a16:creationId xmlns:a16="http://schemas.microsoft.com/office/drawing/2014/main" id="{386F44D3-C87F-F3D8-AB1D-B551678E3952}"/>
              </a:ext>
            </a:extLst>
          </p:cNvPr>
          <p:cNvSpPr txBox="1"/>
          <p:nvPr/>
        </p:nvSpPr>
        <p:spPr>
          <a:xfrm>
            <a:off x="1055371" y="3058116"/>
            <a:ext cx="4141123" cy="3293209"/>
          </a:xfrm>
          <a:prstGeom prst="rect">
            <a:avLst/>
          </a:prstGeom>
          <a:noFill/>
          <a:ln w="19050">
            <a:solidFill>
              <a:schemeClr val="tx1"/>
            </a:solidFill>
          </a:ln>
        </p:spPr>
        <p:txBody>
          <a:bodyPr wrap="square" rtlCol="0">
            <a:spAutoFit/>
          </a:bodyPr>
          <a:lstStyle/>
          <a:p>
            <a:r>
              <a:rPr lang="en-US" sz="1600" b="1" dirty="0"/>
              <a:t>Problems in This Prompt</a:t>
            </a:r>
          </a:p>
          <a:p>
            <a:r>
              <a:rPr lang="en-US" sz="1600" b="1" dirty="0"/>
              <a:t>Being too vague</a:t>
            </a:r>
            <a:endParaRPr lang="en-US" sz="1600" dirty="0"/>
          </a:p>
          <a:p>
            <a:pPr marL="285750" indent="-285750">
              <a:buFont typeface="Arial" panose="020B0604020202020204" pitchFamily="34" charset="0"/>
              <a:buChar char="•"/>
            </a:pPr>
            <a:r>
              <a:rPr lang="en-US" sz="1600" dirty="0"/>
              <a:t>“Marketing” is too broad</a:t>
            </a:r>
          </a:p>
          <a:p>
            <a:r>
              <a:rPr lang="en-US" sz="1600" b="1" dirty="0"/>
              <a:t>Asking multiple tasks at once</a:t>
            </a:r>
            <a:endParaRPr lang="en-US" sz="1600" dirty="0"/>
          </a:p>
          <a:p>
            <a:pPr marL="285750" indent="-285750">
              <a:buFont typeface="Arial" panose="020B0604020202020204" pitchFamily="34" charset="0"/>
              <a:buChar char="•"/>
            </a:pPr>
            <a:r>
              <a:rPr lang="en-US" sz="1600" dirty="0"/>
              <a:t>Tell me</a:t>
            </a:r>
          </a:p>
          <a:p>
            <a:pPr marL="285750" indent="-285750">
              <a:buFont typeface="Arial" panose="020B0604020202020204" pitchFamily="34" charset="0"/>
              <a:buChar char="•"/>
            </a:pPr>
            <a:r>
              <a:rPr lang="en-US" sz="1600" dirty="0"/>
              <a:t>Give tips</a:t>
            </a:r>
          </a:p>
          <a:p>
            <a:pPr marL="285750" indent="-285750">
              <a:buFont typeface="Arial" panose="020B0604020202020204" pitchFamily="34" charset="0"/>
              <a:buChar char="•"/>
            </a:pPr>
            <a:r>
              <a:rPr lang="en-US" sz="1600" dirty="0"/>
              <a:t>Explain tools</a:t>
            </a:r>
          </a:p>
          <a:p>
            <a:r>
              <a:rPr lang="en-US" sz="1600" b="1" dirty="0"/>
              <a:t>Not providing enough context</a:t>
            </a:r>
            <a:endParaRPr lang="en-US" sz="1600" dirty="0"/>
          </a:p>
          <a:p>
            <a:pPr marL="285750" indent="-285750">
              <a:buFont typeface="Arial" panose="020B0604020202020204" pitchFamily="34" charset="0"/>
              <a:buChar char="•"/>
            </a:pPr>
            <a:r>
              <a:rPr lang="en-US" sz="1600" dirty="0"/>
              <a:t>No audience level</a:t>
            </a:r>
          </a:p>
          <a:p>
            <a:pPr marL="285750" indent="-285750">
              <a:buFont typeface="Arial" panose="020B0604020202020204" pitchFamily="34" charset="0"/>
              <a:buChar char="•"/>
            </a:pPr>
            <a:r>
              <a:rPr lang="en-US" sz="1600" dirty="0"/>
              <a:t>No purpose</a:t>
            </a:r>
          </a:p>
          <a:p>
            <a:pPr marL="285750" indent="-285750">
              <a:buFont typeface="Arial" panose="020B0604020202020204" pitchFamily="34" charset="0"/>
              <a:buChar char="•"/>
            </a:pPr>
            <a:r>
              <a:rPr lang="en-US" sz="1600" dirty="0"/>
              <a:t>No use case</a:t>
            </a:r>
          </a:p>
          <a:p>
            <a:r>
              <a:rPr lang="en-US" sz="1600" b="1" dirty="0"/>
              <a:t>No output format specified</a:t>
            </a:r>
            <a:endParaRPr lang="en-US" sz="1600" dirty="0"/>
          </a:p>
          <a:p>
            <a:pPr marL="285750" indent="-285750">
              <a:buFont typeface="Arial" panose="020B0604020202020204" pitchFamily="34" charset="0"/>
              <a:buChar char="•"/>
            </a:pPr>
            <a:r>
              <a:rPr lang="en-US" sz="1600" dirty="0"/>
              <a:t>No list, steps, or structure requested</a:t>
            </a:r>
          </a:p>
        </p:txBody>
      </p:sp>
      <p:sp>
        <p:nvSpPr>
          <p:cNvPr id="8" name="TextBox 7">
            <a:extLst>
              <a:ext uri="{FF2B5EF4-FFF2-40B4-BE49-F238E27FC236}">
                <a16:creationId xmlns:a16="http://schemas.microsoft.com/office/drawing/2014/main" id="{279AD026-B4C5-4F50-CD22-E6B0E6BF1703}"/>
              </a:ext>
            </a:extLst>
          </p:cNvPr>
          <p:cNvSpPr txBox="1"/>
          <p:nvPr/>
        </p:nvSpPr>
        <p:spPr>
          <a:xfrm>
            <a:off x="6408420" y="3580238"/>
            <a:ext cx="4141123" cy="2062103"/>
          </a:xfrm>
          <a:prstGeom prst="rect">
            <a:avLst/>
          </a:prstGeom>
          <a:noFill/>
          <a:ln w="19050">
            <a:solidFill>
              <a:schemeClr val="tx1"/>
            </a:solidFill>
          </a:ln>
        </p:spPr>
        <p:txBody>
          <a:bodyPr wrap="square" rtlCol="0">
            <a:spAutoFit/>
          </a:bodyPr>
          <a:lstStyle/>
          <a:p>
            <a:r>
              <a:rPr lang="en-US" sz="1600" b="1" dirty="0"/>
              <a:t>Result</a:t>
            </a:r>
          </a:p>
          <a:p>
            <a:pPr marL="285750" indent="-285750">
              <a:lnSpc>
                <a:spcPct val="150000"/>
              </a:lnSpc>
              <a:buFont typeface="Arial" panose="020B0604020202020204" pitchFamily="34" charset="0"/>
              <a:buChar char="•"/>
            </a:pPr>
            <a:r>
              <a:rPr lang="en-US" sz="1600" dirty="0"/>
              <a:t>AI gives a generic explanation</a:t>
            </a:r>
          </a:p>
          <a:p>
            <a:pPr marL="285750" indent="-285750">
              <a:lnSpc>
                <a:spcPct val="150000"/>
              </a:lnSpc>
              <a:buFont typeface="Arial" panose="020B0604020202020204" pitchFamily="34" charset="0"/>
              <a:buChar char="•"/>
            </a:pPr>
            <a:r>
              <a:rPr lang="en-US" sz="1600" dirty="0"/>
              <a:t>Mixed difficulty level</a:t>
            </a:r>
          </a:p>
          <a:p>
            <a:pPr marL="285750" indent="-285750">
              <a:lnSpc>
                <a:spcPct val="150000"/>
              </a:lnSpc>
              <a:buFont typeface="Arial" panose="020B0604020202020204" pitchFamily="34" charset="0"/>
              <a:buChar char="•"/>
            </a:pPr>
            <a:r>
              <a:rPr lang="en-US" sz="1600" dirty="0"/>
              <a:t>Random tools mentioned</a:t>
            </a:r>
          </a:p>
          <a:p>
            <a:pPr marL="285750" indent="-285750">
              <a:lnSpc>
                <a:spcPct val="150000"/>
              </a:lnSpc>
              <a:buFont typeface="Arial" panose="020B0604020202020204" pitchFamily="34" charset="0"/>
              <a:buChar char="•"/>
            </a:pPr>
            <a:r>
              <a:rPr lang="en-US" sz="1600" dirty="0"/>
              <a:t>No clear takeaway</a:t>
            </a:r>
          </a:p>
          <a:p>
            <a:endParaRPr lang="en-US" sz="1600" dirty="0"/>
          </a:p>
        </p:txBody>
      </p:sp>
    </p:spTree>
    <p:extLst>
      <p:ext uri="{BB962C8B-B14F-4D97-AF65-F5344CB8AC3E}">
        <p14:creationId xmlns:p14="http://schemas.microsoft.com/office/powerpoint/2010/main" val="35267596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42B35-E39D-566B-DFEB-A234766F9F8A}"/>
            </a:ext>
          </a:extLst>
        </p:cNvPr>
        <p:cNvGrpSpPr/>
        <p:nvPr/>
      </p:nvGrpSpPr>
      <p:grpSpPr>
        <a:xfrm>
          <a:off x="0" y="0"/>
          <a:ext cx="0" cy="0"/>
          <a:chOff x="0" y="0"/>
          <a:chExt cx="0" cy="0"/>
        </a:xfrm>
      </p:grpSpPr>
      <p:sp>
        <p:nvSpPr>
          <p:cNvPr id="2" name="Rectangle: Diagonal Corners Rounded 1">
            <a:extLst>
              <a:ext uri="{FF2B5EF4-FFF2-40B4-BE49-F238E27FC236}">
                <a16:creationId xmlns:a16="http://schemas.microsoft.com/office/drawing/2014/main" id="{23F0A89B-6EBB-DBDC-AE23-51E51CF5BFBB}"/>
              </a:ext>
            </a:extLst>
          </p:cNvPr>
          <p:cNvSpPr/>
          <p:nvPr/>
        </p:nvSpPr>
        <p:spPr>
          <a:xfrm>
            <a:off x="3815541" y="191192"/>
            <a:ext cx="4131426" cy="1088968"/>
          </a:xfrm>
          <a:prstGeom prst="round2DiagRect">
            <a:avLst/>
          </a:prstGeom>
          <a:solidFill>
            <a:srgbClr val="7299F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Improved Prompt (Mistakes Fixed)</a:t>
            </a:r>
          </a:p>
          <a:p>
            <a:pPr algn="ctr"/>
            <a:r>
              <a:rPr lang="en-US" b="1" dirty="0"/>
              <a:t>Same Topic - Clear Prompt</a:t>
            </a:r>
          </a:p>
        </p:txBody>
      </p:sp>
      <p:sp>
        <p:nvSpPr>
          <p:cNvPr id="4" name="TextBox 3">
            <a:extLst>
              <a:ext uri="{FF2B5EF4-FFF2-40B4-BE49-F238E27FC236}">
                <a16:creationId xmlns:a16="http://schemas.microsoft.com/office/drawing/2014/main" id="{DC3ABC58-8682-88FD-5DD7-9ECC045FACA9}"/>
              </a:ext>
            </a:extLst>
          </p:cNvPr>
          <p:cNvSpPr txBox="1"/>
          <p:nvPr/>
        </p:nvSpPr>
        <p:spPr>
          <a:xfrm>
            <a:off x="2862695" y="1473862"/>
            <a:ext cx="6037118" cy="1200329"/>
          </a:xfrm>
          <a:prstGeom prst="rect">
            <a:avLst/>
          </a:prstGeom>
          <a:noFill/>
          <a:ln w="19050">
            <a:solidFill>
              <a:schemeClr val="tx1"/>
            </a:solidFill>
          </a:ln>
        </p:spPr>
        <p:txBody>
          <a:bodyPr wrap="square">
            <a:spAutoFit/>
          </a:bodyPr>
          <a:lstStyle/>
          <a:p>
            <a:pPr>
              <a:buNone/>
            </a:pPr>
            <a:r>
              <a:rPr lang="en-US" b="1" dirty="0"/>
              <a:t>Improved Prompt:</a:t>
            </a:r>
            <a:endParaRPr lang="en-US" dirty="0"/>
          </a:p>
          <a:p>
            <a:pPr>
              <a:buNone/>
            </a:pPr>
            <a:r>
              <a:rPr lang="en-US" dirty="0"/>
              <a:t>Explain </a:t>
            </a:r>
            <a:r>
              <a:rPr lang="en-US" b="1" dirty="0"/>
              <a:t>digital marketing for beginners</a:t>
            </a:r>
            <a:r>
              <a:rPr lang="en-US" dirty="0"/>
              <a:t>.</a:t>
            </a:r>
            <a:br>
              <a:rPr lang="en-US" dirty="0"/>
            </a:br>
            <a:r>
              <a:rPr lang="en-US" dirty="0"/>
              <a:t>Provide </a:t>
            </a:r>
            <a:r>
              <a:rPr lang="en-US" b="1" dirty="0"/>
              <a:t>5 practical tips</a:t>
            </a:r>
            <a:r>
              <a:rPr lang="en-US" dirty="0"/>
              <a:t> and </a:t>
            </a:r>
            <a:r>
              <a:rPr lang="en-US" b="1" dirty="0"/>
              <a:t>3 commonly used tools</a:t>
            </a:r>
            <a:r>
              <a:rPr lang="en-US" dirty="0"/>
              <a:t>,</a:t>
            </a:r>
            <a:br>
              <a:rPr lang="en-US" dirty="0"/>
            </a:br>
            <a:r>
              <a:rPr lang="en-US" dirty="0"/>
              <a:t>with </a:t>
            </a:r>
            <a:r>
              <a:rPr lang="en-US" b="1" dirty="0"/>
              <a:t>one-line explanations</a:t>
            </a:r>
            <a:r>
              <a:rPr lang="en-US" dirty="0"/>
              <a:t> for each tool.</a:t>
            </a:r>
          </a:p>
        </p:txBody>
      </p:sp>
      <p:sp>
        <p:nvSpPr>
          <p:cNvPr id="5" name="TextBox 4">
            <a:extLst>
              <a:ext uri="{FF2B5EF4-FFF2-40B4-BE49-F238E27FC236}">
                <a16:creationId xmlns:a16="http://schemas.microsoft.com/office/drawing/2014/main" id="{007DB708-DB9E-D61D-E008-814B0A1D5C7A}"/>
              </a:ext>
            </a:extLst>
          </p:cNvPr>
          <p:cNvSpPr txBox="1"/>
          <p:nvPr/>
        </p:nvSpPr>
        <p:spPr>
          <a:xfrm>
            <a:off x="1088623" y="2867893"/>
            <a:ext cx="4141123" cy="3293209"/>
          </a:xfrm>
          <a:prstGeom prst="rect">
            <a:avLst/>
          </a:prstGeom>
          <a:noFill/>
          <a:ln w="19050">
            <a:solidFill>
              <a:schemeClr val="tx1"/>
            </a:solidFill>
          </a:ln>
        </p:spPr>
        <p:txBody>
          <a:bodyPr wrap="square" rtlCol="0">
            <a:spAutoFit/>
          </a:bodyPr>
          <a:lstStyle/>
          <a:p>
            <a:r>
              <a:rPr lang="en-US" sz="1600" b="1" dirty="0"/>
              <a:t>What Changed</a:t>
            </a:r>
          </a:p>
          <a:p>
            <a:r>
              <a:rPr lang="en-US" sz="1600" b="1" dirty="0"/>
              <a:t>Clear scope</a:t>
            </a:r>
            <a:endParaRPr lang="en-US" sz="1600" dirty="0"/>
          </a:p>
          <a:p>
            <a:pPr marL="285750" indent="-285750">
              <a:buFont typeface="Arial" panose="020B0604020202020204" pitchFamily="34" charset="0"/>
              <a:buChar char="•"/>
            </a:pPr>
            <a:r>
              <a:rPr lang="en-US" sz="1600" dirty="0"/>
              <a:t>Digital marketing only</a:t>
            </a:r>
          </a:p>
          <a:p>
            <a:pPr marL="285750" indent="-285750">
              <a:buFont typeface="Arial" panose="020B0604020202020204" pitchFamily="34" charset="0"/>
              <a:buChar char="•"/>
            </a:pPr>
            <a:r>
              <a:rPr lang="en-US" sz="1600" dirty="0"/>
              <a:t>Beginner level specified</a:t>
            </a:r>
          </a:p>
          <a:p>
            <a:r>
              <a:rPr lang="en-US" sz="1600" b="1" dirty="0"/>
              <a:t>Single, focused task</a:t>
            </a:r>
            <a:endParaRPr lang="en-US" sz="1600" dirty="0"/>
          </a:p>
          <a:p>
            <a:pPr marL="285750" indent="-285750">
              <a:buFont typeface="Arial" panose="020B0604020202020204" pitchFamily="34" charset="0"/>
              <a:buChar char="•"/>
            </a:pPr>
            <a:r>
              <a:rPr lang="en-US" sz="1600" dirty="0"/>
              <a:t>Explain → give tips → list tools (clearly separated)</a:t>
            </a:r>
          </a:p>
          <a:p>
            <a:r>
              <a:rPr lang="en-US" sz="1600" b="1" dirty="0"/>
              <a:t>Context added</a:t>
            </a:r>
            <a:endParaRPr lang="en-US" sz="1600" dirty="0"/>
          </a:p>
          <a:p>
            <a:pPr marL="285750" indent="-285750">
              <a:buFont typeface="Arial" panose="020B0604020202020204" pitchFamily="34" charset="0"/>
              <a:buChar char="•"/>
            </a:pPr>
            <a:r>
              <a:rPr lang="en-US" sz="1600" dirty="0"/>
              <a:t>Beginner audience</a:t>
            </a:r>
          </a:p>
          <a:p>
            <a:pPr marL="285750" indent="-285750">
              <a:buFont typeface="Arial" panose="020B0604020202020204" pitchFamily="34" charset="0"/>
              <a:buChar char="•"/>
            </a:pPr>
            <a:r>
              <a:rPr lang="en-US" sz="1600" dirty="0"/>
              <a:t>Learning-focused goal</a:t>
            </a:r>
          </a:p>
          <a:p>
            <a:r>
              <a:rPr lang="en-US" sz="1600" b="1" dirty="0"/>
              <a:t>Output format defined</a:t>
            </a:r>
            <a:endParaRPr lang="en-US" sz="1600" dirty="0"/>
          </a:p>
          <a:p>
            <a:pPr marL="285750" indent="-285750">
              <a:buFont typeface="Arial" panose="020B0604020202020204" pitchFamily="34" charset="0"/>
              <a:buChar char="•"/>
            </a:pPr>
            <a:r>
              <a:rPr lang="en-US" sz="1600" dirty="0"/>
              <a:t>Numbered tips</a:t>
            </a:r>
          </a:p>
          <a:p>
            <a:pPr marL="285750" indent="-285750">
              <a:buFont typeface="Arial" panose="020B0604020202020204" pitchFamily="34" charset="0"/>
              <a:buChar char="•"/>
            </a:pPr>
            <a:r>
              <a:rPr lang="en-US" sz="1600" dirty="0"/>
              <a:t>Tool list with short explanations</a:t>
            </a:r>
          </a:p>
        </p:txBody>
      </p:sp>
      <p:sp>
        <p:nvSpPr>
          <p:cNvPr id="6" name="TextBox 5">
            <a:extLst>
              <a:ext uri="{FF2B5EF4-FFF2-40B4-BE49-F238E27FC236}">
                <a16:creationId xmlns:a16="http://schemas.microsoft.com/office/drawing/2014/main" id="{D0E8FFF9-0F09-DD24-3E26-F74E5E381115}"/>
              </a:ext>
            </a:extLst>
          </p:cNvPr>
          <p:cNvSpPr txBox="1"/>
          <p:nvPr/>
        </p:nvSpPr>
        <p:spPr>
          <a:xfrm>
            <a:off x="6355081" y="3574475"/>
            <a:ext cx="4141123" cy="1411092"/>
          </a:xfrm>
          <a:prstGeom prst="rect">
            <a:avLst/>
          </a:prstGeom>
          <a:noFill/>
          <a:ln w="19050">
            <a:solidFill>
              <a:schemeClr val="tx1"/>
            </a:solidFill>
          </a:ln>
        </p:spPr>
        <p:txBody>
          <a:bodyPr wrap="square" rtlCol="0">
            <a:spAutoFit/>
          </a:bodyPr>
          <a:lstStyle/>
          <a:p>
            <a:r>
              <a:rPr lang="en-US" sz="1600" b="1" dirty="0"/>
              <a:t>Result</a:t>
            </a:r>
          </a:p>
          <a:p>
            <a:pPr marL="285750" indent="-285750">
              <a:lnSpc>
                <a:spcPct val="150000"/>
              </a:lnSpc>
              <a:buFont typeface="Arial" panose="020B0604020202020204" pitchFamily="34" charset="0"/>
              <a:buChar char="•"/>
            </a:pPr>
            <a:r>
              <a:rPr lang="en-US" sz="1600" dirty="0"/>
              <a:t>Structured, easy-to-read response</a:t>
            </a:r>
          </a:p>
          <a:p>
            <a:pPr marL="285750" indent="-285750">
              <a:lnSpc>
                <a:spcPct val="150000"/>
              </a:lnSpc>
              <a:buFont typeface="Arial" panose="020B0604020202020204" pitchFamily="34" charset="0"/>
              <a:buChar char="•"/>
            </a:pPr>
            <a:r>
              <a:rPr lang="en-US" sz="1600" dirty="0"/>
              <a:t>Beginner-friendly language</a:t>
            </a:r>
          </a:p>
          <a:p>
            <a:pPr marL="285750" indent="-285750">
              <a:lnSpc>
                <a:spcPct val="150000"/>
              </a:lnSpc>
              <a:buFont typeface="Arial" panose="020B0604020202020204" pitchFamily="34" charset="0"/>
              <a:buChar char="•"/>
            </a:pPr>
            <a:r>
              <a:rPr lang="en-US" sz="1600" dirty="0"/>
              <a:t>Practical and reusable content.</a:t>
            </a:r>
          </a:p>
        </p:txBody>
      </p:sp>
    </p:spTree>
    <p:extLst>
      <p:ext uri="{BB962C8B-B14F-4D97-AF65-F5344CB8AC3E}">
        <p14:creationId xmlns:p14="http://schemas.microsoft.com/office/powerpoint/2010/main" val="19730733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160AC-6347-893A-0D73-BEADDFF4F30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B0276BA-1ED6-C07C-0865-8C89745CB0E9}"/>
              </a:ext>
            </a:extLst>
          </p:cNvPr>
          <p:cNvSpPr txBox="1"/>
          <p:nvPr/>
        </p:nvSpPr>
        <p:spPr>
          <a:xfrm>
            <a:off x="1189430" y="1149314"/>
            <a:ext cx="8744991" cy="923330"/>
          </a:xfrm>
          <a:prstGeom prst="rect">
            <a:avLst/>
          </a:prstGeom>
          <a:noFill/>
        </p:spPr>
        <p:txBody>
          <a:bodyPr wrap="square" rtlCol="0">
            <a:spAutoFit/>
          </a:bodyPr>
          <a:lstStyle/>
          <a:p>
            <a:pPr algn="ctr"/>
            <a:r>
              <a:rPr lang="en-US" sz="5400" b="1" u="sng" dirty="0">
                <a:solidFill>
                  <a:srgbClr val="FF0000"/>
                </a:solidFill>
              </a:rPr>
              <a:t>Prompting Techniques</a:t>
            </a:r>
          </a:p>
        </p:txBody>
      </p:sp>
      <p:sp>
        <p:nvSpPr>
          <p:cNvPr id="6" name="TextBox 5">
            <a:extLst>
              <a:ext uri="{FF2B5EF4-FFF2-40B4-BE49-F238E27FC236}">
                <a16:creationId xmlns:a16="http://schemas.microsoft.com/office/drawing/2014/main" id="{AE70A283-B0E3-3BD1-A50A-04CC5BECC5B2}"/>
              </a:ext>
            </a:extLst>
          </p:cNvPr>
          <p:cNvSpPr txBox="1"/>
          <p:nvPr/>
        </p:nvSpPr>
        <p:spPr>
          <a:xfrm>
            <a:off x="3778981" y="2072644"/>
            <a:ext cx="7061748" cy="5632311"/>
          </a:xfrm>
          <a:prstGeom prst="rect">
            <a:avLst/>
          </a:prstGeom>
          <a:noFill/>
        </p:spPr>
        <p:txBody>
          <a:bodyPr wrap="square">
            <a:spAutoFit/>
          </a:bodyPr>
          <a:lstStyle/>
          <a:p>
            <a:pPr marL="457200" indent="-457200">
              <a:buFont typeface="+mj-lt"/>
              <a:buAutoNum type="arabicPeriod"/>
            </a:pPr>
            <a:r>
              <a:rPr lang="en-US" sz="2400" b="1" dirty="0">
                <a:solidFill>
                  <a:schemeClr val="accent1">
                    <a:lumMod val="75000"/>
                  </a:schemeClr>
                </a:solidFill>
              </a:rPr>
              <a:t>Zero-Shot Prompting</a:t>
            </a:r>
          </a:p>
          <a:p>
            <a:pPr marL="457200" indent="-457200">
              <a:buFont typeface="+mj-lt"/>
              <a:buAutoNum type="arabicPeriod"/>
            </a:pPr>
            <a:r>
              <a:rPr lang="en-US" sz="2400" b="1" dirty="0">
                <a:solidFill>
                  <a:schemeClr val="accent1">
                    <a:lumMod val="75000"/>
                  </a:schemeClr>
                </a:solidFill>
              </a:rPr>
              <a:t> Few-Shot Learning</a:t>
            </a:r>
          </a:p>
          <a:p>
            <a:pPr marL="457200" indent="-457200">
              <a:buFont typeface="+mj-lt"/>
              <a:buAutoNum type="arabicPeriod"/>
            </a:pPr>
            <a:r>
              <a:rPr lang="en-US" sz="2400" b="1" dirty="0">
                <a:solidFill>
                  <a:schemeClr val="accent1">
                    <a:lumMod val="75000"/>
                  </a:schemeClr>
                </a:solidFill>
              </a:rPr>
              <a:t>5-Part Prompt Structure</a:t>
            </a:r>
          </a:p>
          <a:p>
            <a:pPr marL="457200" indent="-457200">
              <a:buFont typeface="+mj-lt"/>
              <a:buAutoNum type="arabicPeriod"/>
            </a:pPr>
            <a:r>
              <a:rPr lang="en-US" sz="2400" b="1" dirty="0">
                <a:solidFill>
                  <a:schemeClr val="accent1">
                    <a:lumMod val="75000"/>
                  </a:schemeClr>
                </a:solidFill>
              </a:rPr>
              <a:t>3-R Method</a:t>
            </a:r>
          </a:p>
          <a:p>
            <a:pPr marL="457200" indent="-457200">
              <a:buFont typeface="+mj-lt"/>
              <a:buAutoNum type="arabicPeriod"/>
            </a:pPr>
            <a:r>
              <a:rPr lang="en-US" sz="2400" b="1" dirty="0">
                <a:solidFill>
                  <a:schemeClr val="accent1">
                    <a:lumMod val="75000"/>
                  </a:schemeClr>
                </a:solidFill>
              </a:rPr>
              <a:t>Custom Instructions</a:t>
            </a:r>
          </a:p>
          <a:p>
            <a:pPr marL="457200" indent="-457200">
              <a:buFont typeface="+mj-lt"/>
              <a:buAutoNum type="arabicPeriod"/>
            </a:pPr>
            <a:r>
              <a:rPr lang="en-US" sz="2400" b="1" dirty="0">
                <a:solidFill>
                  <a:schemeClr val="accent1">
                    <a:lumMod val="75000"/>
                  </a:schemeClr>
                </a:solidFill>
              </a:rPr>
              <a:t>Constraint Management</a:t>
            </a:r>
          </a:p>
          <a:p>
            <a:pPr marL="457200" indent="-457200">
              <a:buFont typeface="+mj-lt"/>
              <a:buAutoNum type="arabicPeriod"/>
            </a:pPr>
            <a:r>
              <a:rPr lang="en-US" sz="2400" b="1" dirty="0">
                <a:solidFill>
                  <a:schemeClr val="accent1">
                    <a:lumMod val="75000"/>
                  </a:schemeClr>
                </a:solidFill>
              </a:rPr>
              <a:t>Parameter Tweaking</a:t>
            </a:r>
          </a:p>
          <a:p>
            <a:pPr marL="457200" indent="-457200">
              <a:buFont typeface="+mj-lt"/>
              <a:buAutoNum type="arabicPeriod"/>
            </a:pPr>
            <a:r>
              <a:rPr lang="en-IN" sz="2400" b="1" dirty="0">
                <a:solidFill>
                  <a:schemeClr val="accent1">
                    <a:lumMod val="75000"/>
                  </a:schemeClr>
                </a:solidFill>
              </a:rPr>
              <a:t>Chain-of-Thought</a:t>
            </a:r>
          </a:p>
          <a:p>
            <a:pPr marL="457200" indent="-457200">
              <a:buFont typeface="+mj-lt"/>
              <a:buAutoNum type="arabicPeriod"/>
            </a:pPr>
            <a:r>
              <a:rPr lang="en-US" sz="2400" b="1" dirty="0">
                <a:solidFill>
                  <a:schemeClr val="accent1">
                    <a:lumMod val="75000"/>
                  </a:schemeClr>
                </a:solidFill>
              </a:rPr>
              <a:t>Prompt Chaining</a:t>
            </a:r>
          </a:p>
          <a:p>
            <a:pPr marL="457200" indent="-457200">
              <a:buFont typeface="+mj-lt"/>
              <a:buAutoNum type="arabicPeriod"/>
            </a:pPr>
            <a:r>
              <a:rPr lang="en-US" sz="2400" b="1" dirty="0">
                <a:solidFill>
                  <a:schemeClr val="accent1">
                    <a:lumMod val="75000"/>
                  </a:schemeClr>
                </a:solidFill>
              </a:rPr>
              <a:t>Meta Prompting</a:t>
            </a:r>
          </a:p>
          <a:p>
            <a:pPr marL="457200" indent="-457200">
              <a:buFont typeface="+mj-lt"/>
              <a:buAutoNum type="arabicPeriod"/>
            </a:pPr>
            <a:endParaRPr lang="en-US" sz="2400" b="1" dirty="0">
              <a:solidFill>
                <a:schemeClr val="accent1">
                  <a:lumMod val="75000"/>
                </a:schemeClr>
              </a:solidFill>
            </a:endParaRPr>
          </a:p>
          <a:p>
            <a:pPr marL="457200" indent="-457200">
              <a:buFont typeface="+mj-lt"/>
              <a:buAutoNum type="arabicPeriod"/>
            </a:pPr>
            <a:endParaRPr lang="en-US" sz="2400" b="1" dirty="0"/>
          </a:p>
          <a:p>
            <a:pPr marL="457200" indent="-457200">
              <a:buFont typeface="+mj-lt"/>
              <a:buAutoNum type="arabicPeriod"/>
            </a:pPr>
            <a:endParaRPr lang="en-US" sz="2400" b="1" dirty="0"/>
          </a:p>
          <a:p>
            <a:pPr marL="457200" indent="-457200">
              <a:buFont typeface="+mj-lt"/>
              <a:buAutoNum type="arabicPeriod"/>
            </a:pPr>
            <a:endParaRPr lang="en-US" sz="2400" b="1" dirty="0">
              <a:solidFill>
                <a:schemeClr val="accent1">
                  <a:lumMod val="75000"/>
                </a:schemeClr>
              </a:solidFill>
            </a:endParaRPr>
          </a:p>
          <a:p>
            <a:pPr marL="457200" indent="-457200">
              <a:buFont typeface="+mj-lt"/>
              <a:buAutoNum type="arabicPeriod"/>
            </a:pPr>
            <a:endParaRPr lang="en-US" sz="2400" b="1" dirty="0">
              <a:solidFill>
                <a:schemeClr val="accent1">
                  <a:lumMod val="75000"/>
                </a:schemeClr>
              </a:solidFill>
            </a:endParaRPr>
          </a:p>
        </p:txBody>
      </p:sp>
    </p:spTree>
    <p:extLst>
      <p:ext uri="{BB962C8B-B14F-4D97-AF65-F5344CB8AC3E}">
        <p14:creationId xmlns:p14="http://schemas.microsoft.com/office/powerpoint/2010/main" val="25606390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E3E82C1-8DE1-3A37-D0D8-B8EF90D22095}"/>
              </a:ext>
            </a:extLst>
          </p:cNvPr>
          <p:cNvSpPr/>
          <p:nvPr/>
        </p:nvSpPr>
        <p:spPr>
          <a:xfrm>
            <a:off x="37763" y="0"/>
            <a:ext cx="12192000" cy="584514"/>
          </a:xfrm>
          <a:prstGeom prst="rect">
            <a:avLst/>
          </a:prstGeom>
          <a:solidFill>
            <a:srgbClr val="C00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latinLnBrk="1"/>
            <a:r>
              <a:rPr lang="en-US" sz="3600" b="1" dirty="0"/>
              <a:t>Zero-Shot Prompting </a:t>
            </a:r>
          </a:p>
        </p:txBody>
      </p:sp>
      <p:sp>
        <p:nvSpPr>
          <p:cNvPr id="7" name="TextBox 6">
            <a:extLst>
              <a:ext uri="{FF2B5EF4-FFF2-40B4-BE49-F238E27FC236}">
                <a16:creationId xmlns:a16="http://schemas.microsoft.com/office/drawing/2014/main" id="{E099E12D-19C1-9F26-8895-EDBB5462589C}"/>
              </a:ext>
            </a:extLst>
          </p:cNvPr>
          <p:cNvSpPr txBox="1"/>
          <p:nvPr/>
        </p:nvSpPr>
        <p:spPr>
          <a:xfrm>
            <a:off x="253551" y="671928"/>
            <a:ext cx="11976212" cy="954107"/>
          </a:xfrm>
          <a:prstGeom prst="rect">
            <a:avLst/>
          </a:prstGeom>
          <a:noFill/>
        </p:spPr>
        <p:txBody>
          <a:bodyPr wrap="square">
            <a:spAutoFit/>
          </a:bodyPr>
          <a:lstStyle/>
          <a:p>
            <a:pPr marL="285750" indent="-285750">
              <a:buFont typeface="Arial" panose="020B0604020202020204" pitchFamily="34" charset="0"/>
              <a:buChar char="•"/>
            </a:pPr>
            <a:r>
              <a:rPr lang="en-US" dirty="0"/>
              <a:t>Zero-shot prompting involves asking the model to perform a task without providing any prior examples or guidance. It relies entirely on the AI’s pretrained knowledge to interpret and respond to the prompt</a:t>
            </a:r>
          </a:p>
          <a:p>
            <a:pPr marL="342900" indent="-342900">
              <a:buFont typeface="Arial" panose="020B0604020202020204" pitchFamily="34" charset="0"/>
              <a:buChar char="•"/>
            </a:pPr>
            <a:r>
              <a:rPr lang="en-US" sz="2000" dirty="0"/>
              <a:t>Asking AI to do a task without showing any examples.</a:t>
            </a:r>
          </a:p>
        </p:txBody>
      </p:sp>
      <p:sp>
        <p:nvSpPr>
          <p:cNvPr id="10" name="Rectangle 9">
            <a:extLst>
              <a:ext uri="{FF2B5EF4-FFF2-40B4-BE49-F238E27FC236}">
                <a16:creationId xmlns:a16="http://schemas.microsoft.com/office/drawing/2014/main" id="{7E596F67-1B5B-8C9F-F1ED-2BDD22FAC065}"/>
              </a:ext>
            </a:extLst>
          </p:cNvPr>
          <p:cNvSpPr/>
          <p:nvPr/>
        </p:nvSpPr>
        <p:spPr>
          <a:xfrm>
            <a:off x="3869006" y="1709670"/>
            <a:ext cx="4308332" cy="1103971"/>
          </a:xfrm>
          <a:prstGeom prst="rect">
            <a:avLst/>
          </a:prstGeom>
          <a:solidFill>
            <a:srgbClr val="B7CD8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solidFill>
              </a:rPr>
              <a:t>Step – 1: </a:t>
            </a:r>
            <a:r>
              <a:rPr lang="en-US" b="1" u="sng" dirty="0">
                <a:solidFill>
                  <a:srgbClr val="000000"/>
                </a:solidFill>
              </a:rPr>
              <a:t>You Give Only the Task</a:t>
            </a:r>
          </a:p>
          <a:p>
            <a:pPr algn="ctr"/>
            <a:r>
              <a:rPr lang="en-US" dirty="0">
                <a:solidFill>
                  <a:srgbClr val="000000"/>
                </a:solidFill>
              </a:rPr>
              <a:t>Write a short apology message for a delivery delay.</a:t>
            </a:r>
            <a:endParaRPr lang="en-US" b="1" dirty="0">
              <a:solidFill>
                <a:srgbClr val="000000"/>
              </a:solidFill>
            </a:endParaRPr>
          </a:p>
        </p:txBody>
      </p:sp>
      <p:sp>
        <p:nvSpPr>
          <p:cNvPr id="11" name="Rectangle 10">
            <a:extLst>
              <a:ext uri="{FF2B5EF4-FFF2-40B4-BE49-F238E27FC236}">
                <a16:creationId xmlns:a16="http://schemas.microsoft.com/office/drawing/2014/main" id="{325BE197-113C-08B2-A1AE-A582374D7D46}"/>
              </a:ext>
            </a:extLst>
          </p:cNvPr>
          <p:cNvSpPr/>
          <p:nvPr/>
        </p:nvSpPr>
        <p:spPr>
          <a:xfrm>
            <a:off x="3941834" y="3187643"/>
            <a:ext cx="4308332" cy="1187606"/>
          </a:xfrm>
          <a:prstGeom prst="rect">
            <a:avLst/>
          </a:prstGeom>
          <a:solidFill>
            <a:srgbClr val="82C6EB"/>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Step – 2: </a:t>
            </a:r>
            <a:r>
              <a:rPr lang="en-US" b="1" u="sng" dirty="0">
                <a:solidFill>
                  <a:schemeClr val="tx1"/>
                </a:solidFill>
              </a:rPr>
              <a:t>AI</a:t>
            </a:r>
            <a:r>
              <a:rPr lang="en-US" u="sng" dirty="0"/>
              <a:t> </a:t>
            </a:r>
            <a:r>
              <a:rPr lang="en-US" b="1" u="sng" dirty="0">
                <a:solidFill>
                  <a:srgbClr val="000000"/>
                </a:solidFill>
              </a:rPr>
              <a:t>Fills in the Gaps</a:t>
            </a:r>
          </a:p>
          <a:p>
            <a:pPr marL="285750" indent="-285750">
              <a:buFont typeface="Arial" panose="020B0604020202020204" pitchFamily="34" charset="0"/>
              <a:buChar char="•"/>
            </a:pPr>
            <a:r>
              <a:rPr lang="en-US" dirty="0">
                <a:solidFill>
                  <a:srgbClr val="000000"/>
                </a:solidFill>
              </a:rPr>
              <a:t>Tone not specified</a:t>
            </a:r>
          </a:p>
          <a:p>
            <a:pPr marL="285750" indent="-285750">
              <a:buFont typeface="Arial" panose="020B0604020202020204" pitchFamily="34" charset="0"/>
              <a:buChar char="•"/>
            </a:pPr>
            <a:r>
              <a:rPr lang="en-US" dirty="0">
                <a:solidFill>
                  <a:srgbClr val="000000"/>
                </a:solidFill>
              </a:rPr>
              <a:t>Format not specified</a:t>
            </a:r>
          </a:p>
          <a:p>
            <a:pPr marL="285750" indent="-285750">
              <a:buFont typeface="Arial" panose="020B0604020202020204" pitchFamily="34" charset="0"/>
              <a:buChar char="•"/>
            </a:pPr>
            <a:r>
              <a:rPr lang="en-US" dirty="0">
                <a:solidFill>
                  <a:srgbClr val="000000"/>
                </a:solidFill>
              </a:rPr>
              <a:t>Length not specified</a:t>
            </a:r>
          </a:p>
        </p:txBody>
      </p:sp>
      <p:sp>
        <p:nvSpPr>
          <p:cNvPr id="12" name="Rectangle 11">
            <a:extLst>
              <a:ext uri="{FF2B5EF4-FFF2-40B4-BE49-F238E27FC236}">
                <a16:creationId xmlns:a16="http://schemas.microsoft.com/office/drawing/2014/main" id="{8FB51AB9-5553-4ADA-EB05-7DA222AAED3E}"/>
              </a:ext>
            </a:extLst>
          </p:cNvPr>
          <p:cNvSpPr/>
          <p:nvPr/>
        </p:nvSpPr>
        <p:spPr>
          <a:xfrm>
            <a:off x="3941834" y="4749251"/>
            <a:ext cx="4308332" cy="1319745"/>
          </a:xfrm>
          <a:prstGeom prst="rect">
            <a:avLst/>
          </a:prstGeom>
          <a:solidFill>
            <a:srgbClr val="D2A1A4"/>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0000"/>
                </a:solidFill>
              </a:rPr>
              <a:t>Step – 3: </a:t>
            </a:r>
            <a:r>
              <a:rPr lang="en-US" b="1" u="sng" dirty="0">
                <a:solidFill>
                  <a:srgbClr val="000000"/>
                </a:solidFill>
              </a:rPr>
              <a:t>AI RESPONDS  </a:t>
            </a:r>
          </a:p>
          <a:p>
            <a:pPr marL="285750" indent="-285750">
              <a:buFont typeface="Arial" panose="020B0604020202020204" pitchFamily="34" charset="0"/>
              <a:buChar char="•"/>
            </a:pPr>
            <a:r>
              <a:rPr lang="en-US" sz="2000" dirty="0">
                <a:solidFill>
                  <a:srgbClr val="000000"/>
                </a:solidFill>
              </a:rPr>
              <a:t>Task is completed</a:t>
            </a:r>
          </a:p>
          <a:p>
            <a:pPr marL="285750" indent="-285750">
              <a:buFont typeface="Arial" panose="020B0604020202020204" pitchFamily="34" charset="0"/>
              <a:buChar char="•"/>
            </a:pPr>
            <a:r>
              <a:rPr lang="en-US" sz="2000" dirty="0">
                <a:solidFill>
                  <a:srgbClr val="000000"/>
                </a:solidFill>
              </a:rPr>
              <a:t>Style may vary</a:t>
            </a:r>
            <a:endParaRPr lang="en-US" sz="2000" b="1" dirty="0">
              <a:solidFill>
                <a:srgbClr val="000000"/>
              </a:solidFill>
            </a:endParaRPr>
          </a:p>
        </p:txBody>
      </p:sp>
      <p:cxnSp>
        <p:nvCxnSpPr>
          <p:cNvPr id="15" name="Straight Arrow Connector 14">
            <a:extLst>
              <a:ext uri="{FF2B5EF4-FFF2-40B4-BE49-F238E27FC236}">
                <a16:creationId xmlns:a16="http://schemas.microsoft.com/office/drawing/2014/main" id="{BB409694-EE36-56A0-8893-D79A0A6C36CF}"/>
              </a:ext>
            </a:extLst>
          </p:cNvPr>
          <p:cNvCxnSpPr>
            <a:cxnSpLocks/>
            <a:stCxn id="11" idx="2"/>
            <a:endCxn id="12" idx="0"/>
          </p:cNvCxnSpPr>
          <p:nvPr/>
        </p:nvCxnSpPr>
        <p:spPr>
          <a:xfrm>
            <a:off x="6096000" y="4375249"/>
            <a:ext cx="0" cy="374002"/>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BD39CC1D-B816-BD98-A5FF-A9F99636FEB6}"/>
              </a:ext>
            </a:extLst>
          </p:cNvPr>
          <p:cNvSpPr txBox="1"/>
          <p:nvPr/>
        </p:nvSpPr>
        <p:spPr>
          <a:xfrm>
            <a:off x="3188751" y="6242943"/>
            <a:ext cx="5249230" cy="400110"/>
          </a:xfrm>
          <a:prstGeom prst="rect">
            <a:avLst/>
          </a:prstGeom>
          <a:solidFill>
            <a:schemeClr val="accent2">
              <a:lumMod val="40000"/>
              <a:lumOff val="6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pPr algn="ctr">
              <a:buNone/>
            </a:pPr>
            <a:r>
              <a:rPr lang="en-US" sz="2000" b="1" dirty="0"/>
              <a:t>Zero-shot is fast but gives you less control</a:t>
            </a:r>
            <a:r>
              <a:rPr lang="en-US" b="1" dirty="0"/>
              <a:t>.</a:t>
            </a:r>
            <a:endParaRPr lang="en-US" dirty="0"/>
          </a:p>
        </p:txBody>
      </p:sp>
      <p:cxnSp>
        <p:nvCxnSpPr>
          <p:cNvPr id="16" name="Straight Arrow Connector 15">
            <a:extLst>
              <a:ext uri="{FF2B5EF4-FFF2-40B4-BE49-F238E27FC236}">
                <a16:creationId xmlns:a16="http://schemas.microsoft.com/office/drawing/2014/main" id="{FBE2BF8A-377D-A47C-9DF3-270AFD962289}"/>
              </a:ext>
            </a:extLst>
          </p:cNvPr>
          <p:cNvCxnSpPr>
            <a:cxnSpLocks/>
          </p:cNvCxnSpPr>
          <p:nvPr/>
        </p:nvCxnSpPr>
        <p:spPr>
          <a:xfrm>
            <a:off x="6056887" y="2813641"/>
            <a:ext cx="0" cy="374002"/>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824271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FA04B-F76B-D749-0F7B-9EF19D78AE1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F14C793-8EA6-942C-3B6B-95726BDE6153}"/>
              </a:ext>
            </a:extLst>
          </p:cNvPr>
          <p:cNvSpPr txBox="1"/>
          <p:nvPr/>
        </p:nvSpPr>
        <p:spPr>
          <a:xfrm>
            <a:off x="0" y="515702"/>
            <a:ext cx="3665893" cy="523220"/>
          </a:xfrm>
          <a:prstGeom prst="rect">
            <a:avLst/>
          </a:prstGeom>
          <a:solidFill>
            <a:schemeClr val="tx2">
              <a:lumMod val="25000"/>
              <a:lumOff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pPr algn="ctr">
              <a:buNone/>
            </a:pPr>
            <a:r>
              <a:rPr lang="en-US" sz="2800" b="1" dirty="0"/>
              <a:t> Example</a:t>
            </a:r>
            <a:endParaRPr lang="en-IN" sz="2500" b="1" dirty="0">
              <a:solidFill>
                <a:srgbClr val="1F2933"/>
              </a:solidFill>
            </a:endParaRPr>
          </a:p>
        </p:txBody>
      </p:sp>
      <p:sp>
        <p:nvSpPr>
          <p:cNvPr id="3" name="Freeform: Shape 2">
            <a:extLst>
              <a:ext uri="{FF2B5EF4-FFF2-40B4-BE49-F238E27FC236}">
                <a16:creationId xmlns:a16="http://schemas.microsoft.com/office/drawing/2014/main" id="{84E2046D-1524-67CA-EEB5-77EA8E696AEB}"/>
              </a:ext>
            </a:extLst>
          </p:cNvPr>
          <p:cNvSpPr/>
          <p:nvPr/>
        </p:nvSpPr>
        <p:spPr>
          <a:xfrm>
            <a:off x="3656076" y="1178578"/>
            <a:ext cx="4827598" cy="1023684"/>
          </a:xfrm>
          <a:custGeom>
            <a:avLst/>
            <a:gdLst>
              <a:gd name="csX0" fmla="*/ 0 w 4320000"/>
              <a:gd name="csY0" fmla="*/ 65521 h 393120"/>
              <a:gd name="csX1" fmla="*/ 65521 w 4320000"/>
              <a:gd name="csY1" fmla="*/ 0 h 393120"/>
              <a:gd name="csX2" fmla="*/ 4254479 w 4320000"/>
              <a:gd name="csY2" fmla="*/ 0 h 393120"/>
              <a:gd name="csX3" fmla="*/ 4320000 w 4320000"/>
              <a:gd name="csY3" fmla="*/ 65521 h 393120"/>
              <a:gd name="csX4" fmla="*/ 4320000 w 4320000"/>
              <a:gd name="csY4" fmla="*/ 327599 h 393120"/>
              <a:gd name="csX5" fmla="*/ 4254479 w 4320000"/>
              <a:gd name="csY5" fmla="*/ 393120 h 393120"/>
              <a:gd name="csX6" fmla="*/ 65521 w 4320000"/>
              <a:gd name="csY6" fmla="*/ 393120 h 393120"/>
              <a:gd name="csX7" fmla="*/ 0 w 4320000"/>
              <a:gd name="csY7" fmla="*/ 327599 h 393120"/>
              <a:gd name="csX8" fmla="*/ 0 w 4320000"/>
              <a:gd name="csY8" fmla="*/ 65521 h 3931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320000" h="393120">
                <a:moveTo>
                  <a:pt x="0" y="65521"/>
                </a:moveTo>
                <a:cubicBezTo>
                  <a:pt x="0" y="29335"/>
                  <a:pt x="29335" y="0"/>
                  <a:pt x="65521" y="0"/>
                </a:cubicBezTo>
                <a:lnTo>
                  <a:pt x="4254479" y="0"/>
                </a:lnTo>
                <a:cubicBezTo>
                  <a:pt x="4290665" y="0"/>
                  <a:pt x="4320000" y="29335"/>
                  <a:pt x="4320000" y="65521"/>
                </a:cubicBezTo>
                <a:lnTo>
                  <a:pt x="4320000" y="327599"/>
                </a:lnTo>
                <a:cubicBezTo>
                  <a:pt x="4320000" y="363785"/>
                  <a:pt x="4290665" y="393120"/>
                  <a:pt x="4254479" y="393120"/>
                </a:cubicBezTo>
                <a:lnTo>
                  <a:pt x="65521" y="393120"/>
                </a:lnTo>
                <a:cubicBezTo>
                  <a:pt x="29335" y="393120"/>
                  <a:pt x="0" y="363785"/>
                  <a:pt x="0" y="327599"/>
                </a:cubicBezTo>
                <a:lnTo>
                  <a:pt x="0" y="65521"/>
                </a:lnTo>
                <a:close/>
              </a:path>
            </a:pathLst>
          </a:custGeom>
          <a:noFill/>
          <a:ln>
            <a:solidFill>
              <a:srgbClr val="8C5889"/>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0151" tIns="80151" rIns="80151" bIns="80151" numCol="1" spcCol="1270" anchor="ctr" anchorCtr="0">
            <a:noAutofit/>
          </a:bodyPr>
          <a:lstStyle/>
          <a:p>
            <a:pPr algn="ctr"/>
            <a:r>
              <a:rPr lang="en-US" sz="2000" b="1" dirty="0">
                <a:solidFill>
                  <a:schemeClr val="tx1"/>
                </a:solidFill>
              </a:rPr>
              <a:t>Task</a:t>
            </a:r>
          </a:p>
          <a:p>
            <a:pPr algn="ctr"/>
            <a:r>
              <a:rPr lang="en-US" sz="2000" dirty="0">
                <a:solidFill>
                  <a:srgbClr val="000000"/>
                </a:solidFill>
              </a:rPr>
              <a:t>Extract key information from text</a:t>
            </a:r>
          </a:p>
          <a:p>
            <a:pPr algn="ctr"/>
            <a:r>
              <a:rPr lang="en-US" sz="2000" dirty="0">
                <a:solidFill>
                  <a:srgbClr val="000000"/>
                </a:solidFill>
              </a:rPr>
              <a:t>(No examples provided to the model)</a:t>
            </a:r>
          </a:p>
        </p:txBody>
      </p:sp>
      <p:cxnSp>
        <p:nvCxnSpPr>
          <p:cNvPr id="8" name="Straight Arrow Connector 7">
            <a:extLst>
              <a:ext uri="{FF2B5EF4-FFF2-40B4-BE49-F238E27FC236}">
                <a16:creationId xmlns:a16="http://schemas.microsoft.com/office/drawing/2014/main" id="{D8230169-0875-ACD5-C4B8-D7EF684CA01E}"/>
              </a:ext>
            </a:extLst>
          </p:cNvPr>
          <p:cNvCxnSpPr>
            <a:cxnSpLocks/>
          </p:cNvCxnSpPr>
          <p:nvPr/>
        </p:nvCxnSpPr>
        <p:spPr>
          <a:xfrm flipV="1">
            <a:off x="5449151" y="3981214"/>
            <a:ext cx="1717288"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Rectangle: Rounded Corners 8">
            <a:extLst>
              <a:ext uri="{FF2B5EF4-FFF2-40B4-BE49-F238E27FC236}">
                <a16:creationId xmlns:a16="http://schemas.microsoft.com/office/drawing/2014/main" id="{53ABC318-F74C-1C42-7E4A-61BD6AE5BBE3}"/>
              </a:ext>
            </a:extLst>
          </p:cNvPr>
          <p:cNvSpPr/>
          <p:nvPr/>
        </p:nvSpPr>
        <p:spPr>
          <a:xfrm>
            <a:off x="450692" y="2318668"/>
            <a:ext cx="4827598" cy="2146254"/>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0000"/>
              </a:solidFill>
            </a:endParaRPr>
          </a:p>
        </p:txBody>
      </p:sp>
      <p:sp>
        <p:nvSpPr>
          <p:cNvPr id="17" name="Rectangle: Rounded Corners 16">
            <a:extLst>
              <a:ext uri="{FF2B5EF4-FFF2-40B4-BE49-F238E27FC236}">
                <a16:creationId xmlns:a16="http://schemas.microsoft.com/office/drawing/2014/main" id="{7BD92162-1C83-BD35-2D1F-56153F1B81A9}"/>
              </a:ext>
            </a:extLst>
          </p:cNvPr>
          <p:cNvSpPr/>
          <p:nvPr/>
        </p:nvSpPr>
        <p:spPr>
          <a:xfrm>
            <a:off x="7873402" y="2957917"/>
            <a:ext cx="3213411" cy="1192047"/>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0000"/>
              </a:solidFill>
            </a:endParaRPr>
          </a:p>
        </p:txBody>
      </p:sp>
      <p:sp>
        <p:nvSpPr>
          <p:cNvPr id="22" name="TextBox 21">
            <a:extLst>
              <a:ext uri="{FF2B5EF4-FFF2-40B4-BE49-F238E27FC236}">
                <a16:creationId xmlns:a16="http://schemas.microsoft.com/office/drawing/2014/main" id="{DFDA662F-560D-5928-2282-4573395FE912}"/>
              </a:ext>
            </a:extLst>
          </p:cNvPr>
          <p:cNvSpPr txBox="1"/>
          <p:nvPr/>
        </p:nvSpPr>
        <p:spPr>
          <a:xfrm>
            <a:off x="2553989" y="5617167"/>
            <a:ext cx="7031773" cy="369332"/>
          </a:xfrm>
          <a:prstGeom prst="rect">
            <a:avLst/>
          </a:prstGeom>
          <a:noFill/>
          <a:ln w="28575">
            <a:solidFill>
              <a:schemeClr val="accent2">
                <a:lumMod val="60000"/>
                <a:lumOff val="40000"/>
              </a:schemeClr>
            </a:solidFill>
          </a:ln>
        </p:spPr>
        <p:txBody>
          <a:bodyPr wrap="square">
            <a:spAutoFit/>
          </a:bodyPr>
          <a:lstStyle/>
          <a:p>
            <a:pPr algn="ctr"/>
            <a:r>
              <a:rPr lang="en-US" dirty="0"/>
              <a:t>→ Model relies on general understanding</a:t>
            </a:r>
          </a:p>
        </p:txBody>
      </p:sp>
      <p:sp>
        <p:nvSpPr>
          <p:cNvPr id="6" name="Freeform: Shape 5">
            <a:extLst>
              <a:ext uri="{FF2B5EF4-FFF2-40B4-BE49-F238E27FC236}">
                <a16:creationId xmlns:a16="http://schemas.microsoft.com/office/drawing/2014/main" id="{DEE68A32-B6C0-1C67-4159-52D421AD17E5}"/>
              </a:ext>
            </a:extLst>
          </p:cNvPr>
          <p:cNvSpPr/>
          <p:nvPr/>
        </p:nvSpPr>
        <p:spPr>
          <a:xfrm>
            <a:off x="206210" y="2597980"/>
            <a:ext cx="5227949" cy="2766470"/>
          </a:xfrm>
          <a:custGeom>
            <a:avLst/>
            <a:gdLst>
              <a:gd name="csX0" fmla="*/ 0 w 4320000"/>
              <a:gd name="csY0" fmla="*/ 65521 h 393120"/>
              <a:gd name="csX1" fmla="*/ 65521 w 4320000"/>
              <a:gd name="csY1" fmla="*/ 0 h 393120"/>
              <a:gd name="csX2" fmla="*/ 4254479 w 4320000"/>
              <a:gd name="csY2" fmla="*/ 0 h 393120"/>
              <a:gd name="csX3" fmla="*/ 4320000 w 4320000"/>
              <a:gd name="csY3" fmla="*/ 65521 h 393120"/>
              <a:gd name="csX4" fmla="*/ 4320000 w 4320000"/>
              <a:gd name="csY4" fmla="*/ 327599 h 393120"/>
              <a:gd name="csX5" fmla="*/ 4254479 w 4320000"/>
              <a:gd name="csY5" fmla="*/ 393120 h 393120"/>
              <a:gd name="csX6" fmla="*/ 65521 w 4320000"/>
              <a:gd name="csY6" fmla="*/ 393120 h 393120"/>
              <a:gd name="csX7" fmla="*/ 0 w 4320000"/>
              <a:gd name="csY7" fmla="*/ 327599 h 393120"/>
              <a:gd name="csX8" fmla="*/ 0 w 4320000"/>
              <a:gd name="csY8" fmla="*/ 65521 h 3931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320000" h="393120">
                <a:moveTo>
                  <a:pt x="0" y="65521"/>
                </a:moveTo>
                <a:cubicBezTo>
                  <a:pt x="0" y="29335"/>
                  <a:pt x="29335" y="0"/>
                  <a:pt x="65521" y="0"/>
                </a:cubicBezTo>
                <a:lnTo>
                  <a:pt x="4254479" y="0"/>
                </a:lnTo>
                <a:cubicBezTo>
                  <a:pt x="4290665" y="0"/>
                  <a:pt x="4320000" y="29335"/>
                  <a:pt x="4320000" y="65521"/>
                </a:cubicBezTo>
                <a:lnTo>
                  <a:pt x="4320000" y="327599"/>
                </a:lnTo>
                <a:cubicBezTo>
                  <a:pt x="4320000" y="363785"/>
                  <a:pt x="4290665" y="393120"/>
                  <a:pt x="4254479" y="393120"/>
                </a:cubicBezTo>
                <a:lnTo>
                  <a:pt x="65521" y="393120"/>
                </a:lnTo>
                <a:cubicBezTo>
                  <a:pt x="29335" y="393120"/>
                  <a:pt x="0" y="363785"/>
                  <a:pt x="0" y="327599"/>
                </a:cubicBezTo>
                <a:lnTo>
                  <a:pt x="0" y="65521"/>
                </a:lnTo>
                <a:close/>
              </a:path>
            </a:pathLst>
          </a:custGeom>
          <a:noFill/>
          <a:ln>
            <a:solidFill>
              <a:srgbClr val="8C5889"/>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0151" tIns="80151" rIns="80151" bIns="80151" numCol="1" spcCol="1270" anchor="ctr" anchorCtr="0">
            <a:noAutofit/>
          </a:bodyPr>
          <a:lstStyle/>
          <a:p>
            <a:pPr algn="ctr"/>
            <a:r>
              <a:rPr lang="en-US" sz="2000" b="1" dirty="0">
                <a:solidFill>
                  <a:srgbClr val="000000"/>
                </a:solidFill>
              </a:rPr>
              <a:t>Model Input: </a:t>
            </a:r>
            <a:r>
              <a:rPr lang="en-US" sz="2000" dirty="0">
                <a:solidFill>
                  <a:srgbClr val="000000"/>
                </a:solidFill>
              </a:rPr>
              <a:t>Extract the following details from the text:</a:t>
            </a:r>
          </a:p>
          <a:p>
            <a:pPr marL="285750" indent="-285750">
              <a:buFont typeface="Arial" panose="020B0604020202020204" pitchFamily="34" charset="0"/>
              <a:buChar char="•"/>
            </a:pPr>
            <a:r>
              <a:rPr lang="en-US" sz="2000" dirty="0">
                <a:solidFill>
                  <a:srgbClr val="000000"/>
                </a:solidFill>
              </a:rPr>
              <a:t>Name</a:t>
            </a:r>
          </a:p>
          <a:p>
            <a:pPr marL="285750" indent="-285750">
              <a:buFont typeface="Arial" panose="020B0604020202020204" pitchFamily="34" charset="0"/>
              <a:buChar char="•"/>
            </a:pPr>
            <a:r>
              <a:rPr lang="en-US" sz="2000" dirty="0">
                <a:solidFill>
                  <a:srgbClr val="000000"/>
                </a:solidFill>
              </a:rPr>
              <a:t>Date</a:t>
            </a:r>
          </a:p>
          <a:p>
            <a:pPr marL="285750" indent="-285750">
              <a:buFont typeface="Arial" panose="020B0604020202020204" pitchFamily="34" charset="0"/>
              <a:buChar char="•"/>
            </a:pPr>
            <a:r>
              <a:rPr lang="en-US" sz="2000" dirty="0">
                <a:solidFill>
                  <a:srgbClr val="000000"/>
                </a:solidFill>
              </a:rPr>
              <a:t>Location</a:t>
            </a:r>
          </a:p>
          <a:p>
            <a:pPr algn="ctr"/>
            <a:r>
              <a:rPr lang="en-US" sz="2000" b="1" dirty="0">
                <a:solidFill>
                  <a:srgbClr val="000000"/>
                </a:solidFill>
              </a:rPr>
              <a:t>Text: </a:t>
            </a:r>
            <a:r>
              <a:rPr lang="en-US" sz="2000" dirty="0">
                <a:solidFill>
                  <a:srgbClr val="000000"/>
                </a:solidFill>
              </a:rPr>
              <a:t>"John Smith has scheduled a meeting on March 12 at the New York office."</a:t>
            </a:r>
          </a:p>
        </p:txBody>
      </p:sp>
      <p:sp>
        <p:nvSpPr>
          <p:cNvPr id="7" name="Freeform: Shape 6">
            <a:extLst>
              <a:ext uri="{FF2B5EF4-FFF2-40B4-BE49-F238E27FC236}">
                <a16:creationId xmlns:a16="http://schemas.microsoft.com/office/drawing/2014/main" id="{82AD15BC-F647-0D52-8B34-DA4932D80647}"/>
              </a:ext>
            </a:extLst>
          </p:cNvPr>
          <p:cNvSpPr/>
          <p:nvPr/>
        </p:nvSpPr>
        <p:spPr>
          <a:xfrm>
            <a:off x="7162155" y="3245559"/>
            <a:ext cx="4579153" cy="1434181"/>
          </a:xfrm>
          <a:custGeom>
            <a:avLst/>
            <a:gdLst>
              <a:gd name="csX0" fmla="*/ 0 w 4320000"/>
              <a:gd name="csY0" fmla="*/ 65521 h 393120"/>
              <a:gd name="csX1" fmla="*/ 65521 w 4320000"/>
              <a:gd name="csY1" fmla="*/ 0 h 393120"/>
              <a:gd name="csX2" fmla="*/ 4254479 w 4320000"/>
              <a:gd name="csY2" fmla="*/ 0 h 393120"/>
              <a:gd name="csX3" fmla="*/ 4320000 w 4320000"/>
              <a:gd name="csY3" fmla="*/ 65521 h 393120"/>
              <a:gd name="csX4" fmla="*/ 4320000 w 4320000"/>
              <a:gd name="csY4" fmla="*/ 327599 h 393120"/>
              <a:gd name="csX5" fmla="*/ 4254479 w 4320000"/>
              <a:gd name="csY5" fmla="*/ 393120 h 393120"/>
              <a:gd name="csX6" fmla="*/ 65521 w 4320000"/>
              <a:gd name="csY6" fmla="*/ 393120 h 393120"/>
              <a:gd name="csX7" fmla="*/ 0 w 4320000"/>
              <a:gd name="csY7" fmla="*/ 327599 h 393120"/>
              <a:gd name="csX8" fmla="*/ 0 w 4320000"/>
              <a:gd name="csY8" fmla="*/ 65521 h 3931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320000" h="393120">
                <a:moveTo>
                  <a:pt x="0" y="65521"/>
                </a:moveTo>
                <a:cubicBezTo>
                  <a:pt x="0" y="29335"/>
                  <a:pt x="29335" y="0"/>
                  <a:pt x="65521" y="0"/>
                </a:cubicBezTo>
                <a:lnTo>
                  <a:pt x="4254479" y="0"/>
                </a:lnTo>
                <a:cubicBezTo>
                  <a:pt x="4290665" y="0"/>
                  <a:pt x="4320000" y="29335"/>
                  <a:pt x="4320000" y="65521"/>
                </a:cubicBezTo>
                <a:lnTo>
                  <a:pt x="4320000" y="327599"/>
                </a:lnTo>
                <a:cubicBezTo>
                  <a:pt x="4320000" y="363785"/>
                  <a:pt x="4290665" y="393120"/>
                  <a:pt x="4254479" y="393120"/>
                </a:cubicBezTo>
                <a:lnTo>
                  <a:pt x="65521" y="393120"/>
                </a:lnTo>
                <a:cubicBezTo>
                  <a:pt x="29335" y="393120"/>
                  <a:pt x="0" y="363785"/>
                  <a:pt x="0" y="327599"/>
                </a:cubicBezTo>
                <a:lnTo>
                  <a:pt x="0" y="65521"/>
                </a:lnTo>
                <a:close/>
              </a:path>
            </a:pathLst>
          </a:custGeom>
          <a:noFill/>
          <a:ln>
            <a:solidFill>
              <a:srgbClr val="8C5889"/>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0151" tIns="80151" rIns="80151" bIns="80151" numCol="1" spcCol="1270" anchor="ctr" anchorCtr="0">
            <a:noAutofit/>
          </a:bodyPr>
          <a:lstStyle/>
          <a:p>
            <a:pPr algn="ctr"/>
            <a:endParaRPr lang="en-US" sz="2000" dirty="0">
              <a:solidFill>
                <a:srgbClr val="000000"/>
              </a:solidFill>
            </a:endParaRPr>
          </a:p>
        </p:txBody>
      </p:sp>
      <p:sp>
        <p:nvSpPr>
          <p:cNvPr id="11" name="TextBox 10">
            <a:extLst>
              <a:ext uri="{FF2B5EF4-FFF2-40B4-BE49-F238E27FC236}">
                <a16:creationId xmlns:a16="http://schemas.microsoft.com/office/drawing/2014/main" id="{53634AB8-C92E-F836-B493-E8077A42A4FB}"/>
              </a:ext>
            </a:extLst>
          </p:cNvPr>
          <p:cNvSpPr txBox="1"/>
          <p:nvPr/>
        </p:nvSpPr>
        <p:spPr>
          <a:xfrm>
            <a:off x="7532615" y="3230847"/>
            <a:ext cx="2693655" cy="1477328"/>
          </a:xfrm>
          <a:prstGeom prst="rect">
            <a:avLst/>
          </a:prstGeom>
          <a:noFill/>
        </p:spPr>
        <p:txBody>
          <a:bodyPr wrap="square">
            <a:spAutoFit/>
          </a:bodyPr>
          <a:lstStyle/>
          <a:p>
            <a:r>
              <a:rPr lang="en-US" b="1" dirty="0">
                <a:solidFill>
                  <a:srgbClr val="000000"/>
                </a:solidFill>
              </a:rPr>
              <a:t>Model Output:</a:t>
            </a:r>
          </a:p>
          <a:p>
            <a:r>
              <a:rPr lang="en-US" b="1" dirty="0">
                <a:solidFill>
                  <a:srgbClr val="000000"/>
                </a:solidFill>
              </a:rPr>
              <a:t>Name: </a:t>
            </a:r>
            <a:r>
              <a:rPr lang="en-US" dirty="0">
                <a:solidFill>
                  <a:srgbClr val="000000"/>
                </a:solidFill>
              </a:rPr>
              <a:t>John Smith</a:t>
            </a:r>
          </a:p>
          <a:p>
            <a:r>
              <a:rPr lang="en-US" b="1" dirty="0">
                <a:solidFill>
                  <a:srgbClr val="000000"/>
                </a:solidFill>
              </a:rPr>
              <a:t>Date: </a:t>
            </a:r>
            <a:r>
              <a:rPr lang="en-US" dirty="0">
                <a:solidFill>
                  <a:srgbClr val="000000"/>
                </a:solidFill>
              </a:rPr>
              <a:t>March 12</a:t>
            </a:r>
          </a:p>
          <a:p>
            <a:r>
              <a:rPr lang="en-US" b="1" dirty="0">
                <a:solidFill>
                  <a:srgbClr val="000000"/>
                </a:solidFill>
              </a:rPr>
              <a:t>Location: </a:t>
            </a:r>
            <a:r>
              <a:rPr lang="en-US" dirty="0">
                <a:solidFill>
                  <a:srgbClr val="000000"/>
                </a:solidFill>
              </a:rPr>
              <a:t>New York office</a:t>
            </a:r>
          </a:p>
        </p:txBody>
      </p:sp>
    </p:spTree>
    <p:extLst>
      <p:ext uri="{BB962C8B-B14F-4D97-AF65-F5344CB8AC3E}">
        <p14:creationId xmlns:p14="http://schemas.microsoft.com/office/powerpoint/2010/main" val="19990503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2F158DC-B479-B439-5732-E0AFD4193DFE}"/>
              </a:ext>
            </a:extLst>
          </p:cNvPr>
          <p:cNvSpPr/>
          <p:nvPr/>
        </p:nvSpPr>
        <p:spPr>
          <a:xfrm>
            <a:off x="0" y="154409"/>
            <a:ext cx="12192000" cy="575337"/>
          </a:xfrm>
          <a:prstGeom prst="rect">
            <a:avLst/>
          </a:prstGeom>
          <a:solidFill>
            <a:srgbClr val="C00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latinLnBrk="1"/>
            <a:r>
              <a:rPr lang="en-US" sz="3600" b="1" dirty="0"/>
              <a:t>Few-Shot Learning</a:t>
            </a:r>
          </a:p>
        </p:txBody>
      </p:sp>
      <p:sp>
        <p:nvSpPr>
          <p:cNvPr id="6" name="TextBox 5">
            <a:extLst>
              <a:ext uri="{FF2B5EF4-FFF2-40B4-BE49-F238E27FC236}">
                <a16:creationId xmlns:a16="http://schemas.microsoft.com/office/drawing/2014/main" id="{5CC9033C-CC41-1B32-D2EB-E85D5145D1F2}"/>
              </a:ext>
            </a:extLst>
          </p:cNvPr>
          <p:cNvSpPr txBox="1"/>
          <p:nvPr/>
        </p:nvSpPr>
        <p:spPr>
          <a:xfrm>
            <a:off x="1648476" y="1221303"/>
            <a:ext cx="8636102" cy="1231106"/>
          </a:xfrm>
          <a:prstGeom prst="rect">
            <a:avLst/>
          </a:prstGeom>
          <a:noFill/>
        </p:spPr>
        <p:txBody>
          <a:bodyPr wrap="square">
            <a:spAutoFit/>
          </a:bodyPr>
          <a:lstStyle/>
          <a:p>
            <a:pPr marL="342900" indent="-342900">
              <a:buFont typeface="Arial" panose="020B0604020202020204" pitchFamily="34" charset="0"/>
              <a:buChar char="•"/>
            </a:pPr>
            <a:r>
              <a:rPr lang="en-US" b="1" dirty="0"/>
              <a:t>Few-shot prompting includes a small number of examples within the prompt to demonstrate the task to the model. This approach helps the model better understand the context and expected output</a:t>
            </a:r>
            <a:endParaRPr lang="en-US" sz="2000" b="1" dirty="0"/>
          </a:p>
          <a:p>
            <a:pPr marL="342900" indent="-342900">
              <a:buFont typeface="Arial" panose="020B0604020202020204" pitchFamily="34" charset="0"/>
              <a:buChar char="•"/>
            </a:pPr>
            <a:r>
              <a:rPr lang="en-US" sz="2000" b="1" dirty="0"/>
              <a:t>Few-shot means guiding AI by showing one or two examples first.</a:t>
            </a:r>
          </a:p>
        </p:txBody>
      </p:sp>
      <p:sp>
        <p:nvSpPr>
          <p:cNvPr id="9" name="Rectangle 8">
            <a:extLst>
              <a:ext uri="{FF2B5EF4-FFF2-40B4-BE49-F238E27FC236}">
                <a16:creationId xmlns:a16="http://schemas.microsoft.com/office/drawing/2014/main" id="{4717EC3C-8611-8F8D-F700-43935A40A546}"/>
              </a:ext>
            </a:extLst>
          </p:cNvPr>
          <p:cNvSpPr/>
          <p:nvPr/>
        </p:nvSpPr>
        <p:spPr>
          <a:xfrm>
            <a:off x="1025002" y="3570744"/>
            <a:ext cx="3251331" cy="1591617"/>
          </a:xfrm>
          <a:prstGeom prst="rect">
            <a:avLst/>
          </a:prstGeom>
          <a:solidFill>
            <a:srgbClr val="1ABEB5"/>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latinLnBrk="1"/>
            <a:r>
              <a:rPr lang="en-US" b="1" dirty="0"/>
              <a:t>STEP 1: </a:t>
            </a:r>
          </a:p>
          <a:p>
            <a:pPr algn="ctr" latinLnBrk="1"/>
            <a:r>
              <a:rPr lang="en-US" dirty="0"/>
              <a:t>SHOW EXAMPLES</a:t>
            </a:r>
          </a:p>
          <a:p>
            <a:pPr marL="285750" indent="-285750" latinLnBrk="1">
              <a:lnSpc>
                <a:spcPct val="150000"/>
              </a:lnSpc>
              <a:buFont typeface="Arial" panose="020B0604020202020204" pitchFamily="34" charset="0"/>
              <a:buChar char="•"/>
            </a:pPr>
            <a:r>
              <a:rPr lang="en-US" dirty="0"/>
              <a:t>One or two examples</a:t>
            </a:r>
          </a:p>
          <a:p>
            <a:pPr marL="285750" indent="-285750" latinLnBrk="1">
              <a:lnSpc>
                <a:spcPct val="150000"/>
              </a:lnSpc>
              <a:buFont typeface="Arial" panose="020B0604020202020204" pitchFamily="34" charset="0"/>
              <a:buChar char="•"/>
            </a:pPr>
            <a:r>
              <a:rPr lang="en-US" dirty="0"/>
              <a:t>Desired style </a:t>
            </a:r>
          </a:p>
        </p:txBody>
      </p:sp>
      <p:cxnSp>
        <p:nvCxnSpPr>
          <p:cNvPr id="17" name="Straight Arrow Connector 16">
            <a:extLst>
              <a:ext uri="{FF2B5EF4-FFF2-40B4-BE49-F238E27FC236}">
                <a16:creationId xmlns:a16="http://schemas.microsoft.com/office/drawing/2014/main" id="{7A963527-B301-47C0-377E-3F13F16806DC}"/>
              </a:ext>
            </a:extLst>
          </p:cNvPr>
          <p:cNvCxnSpPr>
            <a:cxnSpLocks/>
            <a:stCxn id="9" idx="3"/>
            <a:endCxn id="13" idx="1"/>
          </p:cNvCxnSpPr>
          <p:nvPr/>
        </p:nvCxnSpPr>
        <p:spPr>
          <a:xfrm flipV="1">
            <a:off x="4276333" y="4349970"/>
            <a:ext cx="511596" cy="1658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DB7F4409-180C-BD6B-4D8E-3CDE8C000A10}"/>
              </a:ext>
            </a:extLst>
          </p:cNvPr>
          <p:cNvCxnSpPr>
            <a:cxnSpLocks/>
            <a:stCxn id="13" idx="3"/>
            <a:endCxn id="14" idx="1"/>
          </p:cNvCxnSpPr>
          <p:nvPr/>
        </p:nvCxnSpPr>
        <p:spPr>
          <a:xfrm>
            <a:off x="7601756" y="4349970"/>
            <a:ext cx="511596" cy="8291"/>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C9167B75-84CF-F368-DB8D-61F457CB7400}"/>
              </a:ext>
            </a:extLst>
          </p:cNvPr>
          <p:cNvSpPr/>
          <p:nvPr/>
        </p:nvSpPr>
        <p:spPr>
          <a:xfrm>
            <a:off x="4787929" y="3554161"/>
            <a:ext cx="2813827" cy="1591617"/>
          </a:xfrm>
          <a:prstGeom prst="rect">
            <a:avLst/>
          </a:prstGeom>
          <a:solidFill>
            <a:srgbClr val="F89C59"/>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latinLnBrk="1"/>
            <a:endParaRPr lang="en-US" dirty="0"/>
          </a:p>
          <a:p>
            <a:pPr algn="ctr" latinLnBrk="1"/>
            <a:r>
              <a:rPr lang="en-US" b="1" dirty="0"/>
              <a:t>STEP 2:</a:t>
            </a:r>
          </a:p>
          <a:p>
            <a:pPr algn="ctr" latinLnBrk="1"/>
            <a:r>
              <a:rPr lang="en-US" dirty="0"/>
              <a:t>AI LEARNS THE PATTEREN</a:t>
            </a:r>
          </a:p>
          <a:p>
            <a:pPr marL="285750" indent="-285750" latinLnBrk="1">
              <a:buFont typeface="Arial" panose="020B0604020202020204" pitchFamily="34" charset="0"/>
              <a:buChar char="•"/>
            </a:pPr>
            <a:r>
              <a:rPr lang="en-US" dirty="0"/>
              <a:t>Tone </a:t>
            </a:r>
          </a:p>
          <a:p>
            <a:pPr marL="285750" indent="-285750" latinLnBrk="1">
              <a:buFont typeface="Arial" panose="020B0604020202020204" pitchFamily="34" charset="0"/>
              <a:buChar char="•"/>
            </a:pPr>
            <a:r>
              <a:rPr lang="en-US" dirty="0"/>
              <a:t> Format</a:t>
            </a:r>
          </a:p>
          <a:p>
            <a:pPr marL="285750" indent="-285750" latinLnBrk="1">
              <a:buFont typeface="Arial" panose="020B0604020202020204" pitchFamily="34" charset="0"/>
              <a:buChar char="•"/>
            </a:pPr>
            <a:r>
              <a:rPr lang="en-US" dirty="0"/>
              <a:t> Structure</a:t>
            </a:r>
          </a:p>
          <a:p>
            <a:pPr algn="ctr" latinLnBrk="1"/>
            <a:endParaRPr lang="en-US" dirty="0"/>
          </a:p>
        </p:txBody>
      </p:sp>
      <p:sp>
        <p:nvSpPr>
          <p:cNvPr id="14" name="Rectangle 13">
            <a:extLst>
              <a:ext uri="{FF2B5EF4-FFF2-40B4-BE49-F238E27FC236}">
                <a16:creationId xmlns:a16="http://schemas.microsoft.com/office/drawing/2014/main" id="{04D4D61D-129B-50CB-A8B4-951F304BE954}"/>
              </a:ext>
            </a:extLst>
          </p:cNvPr>
          <p:cNvSpPr/>
          <p:nvPr/>
        </p:nvSpPr>
        <p:spPr>
          <a:xfrm>
            <a:off x="8113352" y="3562452"/>
            <a:ext cx="2813827" cy="1591617"/>
          </a:xfrm>
          <a:prstGeom prst="rect">
            <a:avLst/>
          </a:prstGeom>
          <a:solidFill>
            <a:srgbClr val="0EA5E9"/>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latinLnBrk="1"/>
            <a:r>
              <a:rPr lang="en-US" b="1" dirty="0"/>
              <a:t>STEP 3: </a:t>
            </a:r>
          </a:p>
          <a:p>
            <a:pPr algn="ctr" latinLnBrk="1"/>
            <a:r>
              <a:rPr lang="en-US" dirty="0"/>
              <a:t>AI FOLLOWS THE PATTERN</a:t>
            </a:r>
          </a:p>
          <a:p>
            <a:pPr marL="285750" indent="-285750" latinLnBrk="1">
              <a:buFont typeface="Arial" panose="020B0604020202020204" pitchFamily="34" charset="0"/>
              <a:buChar char="•"/>
            </a:pPr>
            <a:r>
              <a:rPr lang="en-US" dirty="0"/>
              <a:t>Same style </a:t>
            </a:r>
          </a:p>
          <a:p>
            <a:pPr marL="285750" indent="-285750" latinLnBrk="1">
              <a:buFont typeface="Arial" panose="020B0604020202020204" pitchFamily="34" charset="0"/>
              <a:buChar char="•"/>
            </a:pPr>
            <a:r>
              <a:rPr lang="en-US" dirty="0"/>
              <a:t>New request </a:t>
            </a:r>
          </a:p>
        </p:txBody>
      </p:sp>
    </p:spTree>
    <p:extLst>
      <p:ext uri="{BB962C8B-B14F-4D97-AF65-F5344CB8AC3E}">
        <p14:creationId xmlns:p14="http://schemas.microsoft.com/office/powerpoint/2010/main" val="42647099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11EA17-1AA8-B7F2-6702-CE4ECA95F57D}"/>
              </a:ext>
            </a:extLst>
          </p:cNvPr>
          <p:cNvSpPr/>
          <p:nvPr/>
        </p:nvSpPr>
        <p:spPr>
          <a:xfrm>
            <a:off x="51596" y="247378"/>
            <a:ext cx="2758152" cy="478465"/>
          </a:xfrm>
          <a:prstGeom prst="rect">
            <a:avLst/>
          </a:prstGeom>
          <a:solidFill>
            <a:srgbClr val="00CEC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latinLnBrk="1"/>
            <a:r>
              <a:rPr lang="en-US" sz="2800" b="1" dirty="0"/>
              <a:t>Example</a:t>
            </a:r>
          </a:p>
        </p:txBody>
      </p:sp>
      <p:sp>
        <p:nvSpPr>
          <p:cNvPr id="5" name="Freeform: Shape 4">
            <a:extLst>
              <a:ext uri="{FF2B5EF4-FFF2-40B4-BE49-F238E27FC236}">
                <a16:creationId xmlns:a16="http://schemas.microsoft.com/office/drawing/2014/main" id="{B49BD8BB-A41A-1CA2-0F6B-A1FB599C2D66}"/>
              </a:ext>
            </a:extLst>
          </p:cNvPr>
          <p:cNvSpPr/>
          <p:nvPr/>
        </p:nvSpPr>
        <p:spPr>
          <a:xfrm>
            <a:off x="3682198" y="821490"/>
            <a:ext cx="4827598" cy="1023684"/>
          </a:xfrm>
          <a:custGeom>
            <a:avLst/>
            <a:gdLst>
              <a:gd name="csX0" fmla="*/ 0 w 4320000"/>
              <a:gd name="csY0" fmla="*/ 65521 h 393120"/>
              <a:gd name="csX1" fmla="*/ 65521 w 4320000"/>
              <a:gd name="csY1" fmla="*/ 0 h 393120"/>
              <a:gd name="csX2" fmla="*/ 4254479 w 4320000"/>
              <a:gd name="csY2" fmla="*/ 0 h 393120"/>
              <a:gd name="csX3" fmla="*/ 4320000 w 4320000"/>
              <a:gd name="csY3" fmla="*/ 65521 h 393120"/>
              <a:gd name="csX4" fmla="*/ 4320000 w 4320000"/>
              <a:gd name="csY4" fmla="*/ 327599 h 393120"/>
              <a:gd name="csX5" fmla="*/ 4254479 w 4320000"/>
              <a:gd name="csY5" fmla="*/ 393120 h 393120"/>
              <a:gd name="csX6" fmla="*/ 65521 w 4320000"/>
              <a:gd name="csY6" fmla="*/ 393120 h 393120"/>
              <a:gd name="csX7" fmla="*/ 0 w 4320000"/>
              <a:gd name="csY7" fmla="*/ 327599 h 393120"/>
              <a:gd name="csX8" fmla="*/ 0 w 4320000"/>
              <a:gd name="csY8" fmla="*/ 65521 h 3931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320000" h="393120">
                <a:moveTo>
                  <a:pt x="0" y="65521"/>
                </a:moveTo>
                <a:cubicBezTo>
                  <a:pt x="0" y="29335"/>
                  <a:pt x="29335" y="0"/>
                  <a:pt x="65521" y="0"/>
                </a:cubicBezTo>
                <a:lnTo>
                  <a:pt x="4254479" y="0"/>
                </a:lnTo>
                <a:cubicBezTo>
                  <a:pt x="4290665" y="0"/>
                  <a:pt x="4320000" y="29335"/>
                  <a:pt x="4320000" y="65521"/>
                </a:cubicBezTo>
                <a:lnTo>
                  <a:pt x="4320000" y="327599"/>
                </a:lnTo>
                <a:cubicBezTo>
                  <a:pt x="4320000" y="363785"/>
                  <a:pt x="4290665" y="393120"/>
                  <a:pt x="4254479" y="393120"/>
                </a:cubicBezTo>
                <a:lnTo>
                  <a:pt x="65521" y="393120"/>
                </a:lnTo>
                <a:cubicBezTo>
                  <a:pt x="29335" y="393120"/>
                  <a:pt x="0" y="363785"/>
                  <a:pt x="0" y="327599"/>
                </a:cubicBezTo>
                <a:lnTo>
                  <a:pt x="0" y="65521"/>
                </a:lnTo>
                <a:close/>
              </a:path>
            </a:pathLst>
          </a:custGeom>
          <a:noFill/>
          <a:ln>
            <a:solidFill>
              <a:srgbClr val="8C5889"/>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0151" tIns="80151" rIns="80151" bIns="80151" numCol="1" spcCol="1270" anchor="ctr" anchorCtr="0">
            <a:noAutofit/>
          </a:bodyPr>
          <a:lstStyle/>
          <a:p>
            <a:pPr algn="ctr"/>
            <a:r>
              <a:rPr lang="en-US" sz="2000" b="1" dirty="0">
                <a:solidFill>
                  <a:schemeClr val="tx1"/>
                </a:solidFill>
              </a:rPr>
              <a:t>Task</a:t>
            </a:r>
          </a:p>
          <a:p>
            <a:pPr algn="ctr"/>
            <a:r>
              <a:rPr lang="en-US" sz="2000" dirty="0">
                <a:solidFill>
                  <a:schemeClr val="tx1"/>
                </a:solidFill>
              </a:rPr>
              <a:t>Classify the sentiment of customer reviews</a:t>
            </a:r>
          </a:p>
        </p:txBody>
      </p:sp>
      <p:sp>
        <p:nvSpPr>
          <p:cNvPr id="8" name="Freeform: Shape 7">
            <a:extLst>
              <a:ext uri="{FF2B5EF4-FFF2-40B4-BE49-F238E27FC236}">
                <a16:creationId xmlns:a16="http://schemas.microsoft.com/office/drawing/2014/main" id="{AF763253-BDDC-3EB4-F862-80EE17D3E39D}"/>
              </a:ext>
            </a:extLst>
          </p:cNvPr>
          <p:cNvSpPr/>
          <p:nvPr/>
        </p:nvSpPr>
        <p:spPr>
          <a:xfrm>
            <a:off x="2966815" y="1961696"/>
            <a:ext cx="6258363" cy="939835"/>
          </a:xfrm>
          <a:custGeom>
            <a:avLst/>
            <a:gdLst>
              <a:gd name="csX0" fmla="*/ 0 w 1433875"/>
              <a:gd name="csY0" fmla="*/ 71694 h 716937"/>
              <a:gd name="csX1" fmla="*/ 71694 w 1433875"/>
              <a:gd name="csY1" fmla="*/ 0 h 716937"/>
              <a:gd name="csX2" fmla="*/ 1362181 w 1433875"/>
              <a:gd name="csY2" fmla="*/ 0 h 716937"/>
              <a:gd name="csX3" fmla="*/ 1433875 w 1433875"/>
              <a:gd name="csY3" fmla="*/ 71694 h 716937"/>
              <a:gd name="csX4" fmla="*/ 1433875 w 1433875"/>
              <a:gd name="csY4" fmla="*/ 645243 h 716937"/>
              <a:gd name="csX5" fmla="*/ 1362181 w 1433875"/>
              <a:gd name="csY5" fmla="*/ 716937 h 716937"/>
              <a:gd name="csX6" fmla="*/ 71694 w 1433875"/>
              <a:gd name="csY6" fmla="*/ 716937 h 716937"/>
              <a:gd name="csX7" fmla="*/ 0 w 1433875"/>
              <a:gd name="csY7" fmla="*/ 645243 h 716937"/>
              <a:gd name="csX8" fmla="*/ 0 w 1433875"/>
              <a:gd name="csY8" fmla="*/ 71694 h 7169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433875" h="716937">
                <a:moveTo>
                  <a:pt x="0" y="71694"/>
                </a:moveTo>
                <a:cubicBezTo>
                  <a:pt x="0" y="32098"/>
                  <a:pt x="32098" y="0"/>
                  <a:pt x="71694" y="0"/>
                </a:cubicBezTo>
                <a:lnTo>
                  <a:pt x="1362181" y="0"/>
                </a:lnTo>
                <a:cubicBezTo>
                  <a:pt x="1401777" y="0"/>
                  <a:pt x="1433875" y="32098"/>
                  <a:pt x="1433875" y="71694"/>
                </a:cubicBezTo>
                <a:lnTo>
                  <a:pt x="1433875" y="645243"/>
                </a:lnTo>
                <a:cubicBezTo>
                  <a:pt x="1433875" y="684839"/>
                  <a:pt x="1401777" y="716937"/>
                  <a:pt x="1362181" y="716937"/>
                </a:cubicBezTo>
                <a:lnTo>
                  <a:pt x="71694" y="716937"/>
                </a:lnTo>
                <a:cubicBezTo>
                  <a:pt x="32098" y="716937"/>
                  <a:pt x="0" y="684839"/>
                  <a:pt x="0" y="645243"/>
                </a:cubicBezTo>
                <a:lnTo>
                  <a:pt x="0" y="71694"/>
                </a:lnTo>
                <a:close/>
              </a:path>
            </a:pathLst>
          </a:custGeom>
          <a:solidFill>
            <a:srgbClr val="FFFF00"/>
          </a:solidFill>
          <a:ln>
            <a:noFill/>
          </a:ln>
          <a:effectLst/>
          <a:scene3d>
            <a:camera prst="orthographicFront">
              <a:rot lat="0" lon="0" rev="0"/>
            </a:camera>
            <a:lightRig rig="chilly" dir="t">
              <a:rot lat="0" lon="0" rev="18480000"/>
            </a:lightRig>
          </a:scene3d>
          <a:sp3d prstMaterial="clear">
            <a:bevelT h="63500"/>
          </a:sp3d>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43858" tIns="36238" rIns="43858" bIns="36238" numCol="1" spcCol="1270" anchor="ctr" anchorCtr="0">
            <a:noAutofit/>
          </a:bodyPr>
          <a:lstStyle/>
          <a:p>
            <a:pPr algn="ctr"/>
            <a:r>
              <a:rPr lang="en-US" b="1" dirty="0">
                <a:solidFill>
                  <a:schemeClr val="tx1"/>
                </a:solidFill>
              </a:rPr>
              <a:t>Prompt</a:t>
            </a:r>
            <a:r>
              <a:rPr lang="en-US" dirty="0">
                <a:solidFill>
                  <a:schemeClr val="tx1"/>
                </a:solidFill>
              </a:rPr>
              <a:t>: You are a model that classifies customer reviews into:</a:t>
            </a:r>
          </a:p>
          <a:p>
            <a:pPr algn="ctr"/>
            <a:r>
              <a:rPr lang="en-US" dirty="0">
                <a:solidFill>
                  <a:schemeClr val="tx1"/>
                </a:solidFill>
              </a:rPr>
              <a:t>Classify each customer review as Positive, Neutral, or Negative.</a:t>
            </a:r>
          </a:p>
        </p:txBody>
      </p:sp>
      <p:sp>
        <p:nvSpPr>
          <p:cNvPr id="9" name="Freeform: Shape 8">
            <a:extLst>
              <a:ext uri="{FF2B5EF4-FFF2-40B4-BE49-F238E27FC236}">
                <a16:creationId xmlns:a16="http://schemas.microsoft.com/office/drawing/2014/main" id="{0C1DA988-C83B-A491-3FBC-20994FC0CC3E}"/>
              </a:ext>
            </a:extLst>
          </p:cNvPr>
          <p:cNvSpPr/>
          <p:nvPr/>
        </p:nvSpPr>
        <p:spPr>
          <a:xfrm>
            <a:off x="465771" y="3642386"/>
            <a:ext cx="3580982" cy="1174941"/>
          </a:xfrm>
          <a:custGeom>
            <a:avLst/>
            <a:gdLst>
              <a:gd name="csX0" fmla="*/ 0 w 5420429"/>
              <a:gd name="csY0" fmla="*/ 77807 h 466830"/>
              <a:gd name="csX1" fmla="*/ 77807 w 5420429"/>
              <a:gd name="csY1" fmla="*/ 0 h 466830"/>
              <a:gd name="csX2" fmla="*/ 5342622 w 5420429"/>
              <a:gd name="csY2" fmla="*/ 0 h 466830"/>
              <a:gd name="csX3" fmla="*/ 5420429 w 5420429"/>
              <a:gd name="csY3" fmla="*/ 77807 h 466830"/>
              <a:gd name="csX4" fmla="*/ 5420429 w 5420429"/>
              <a:gd name="csY4" fmla="*/ 389023 h 466830"/>
              <a:gd name="csX5" fmla="*/ 5342622 w 5420429"/>
              <a:gd name="csY5" fmla="*/ 466830 h 466830"/>
              <a:gd name="csX6" fmla="*/ 77807 w 5420429"/>
              <a:gd name="csY6" fmla="*/ 466830 h 466830"/>
              <a:gd name="csX7" fmla="*/ 0 w 5420429"/>
              <a:gd name="csY7" fmla="*/ 389023 h 466830"/>
              <a:gd name="csX8" fmla="*/ 0 w 5420429"/>
              <a:gd name="csY8" fmla="*/ 77807 h 4668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420429" h="466830">
                <a:moveTo>
                  <a:pt x="0" y="77807"/>
                </a:moveTo>
                <a:cubicBezTo>
                  <a:pt x="0" y="34835"/>
                  <a:pt x="34835" y="0"/>
                  <a:pt x="77807" y="0"/>
                </a:cubicBezTo>
                <a:lnTo>
                  <a:pt x="5342622" y="0"/>
                </a:lnTo>
                <a:cubicBezTo>
                  <a:pt x="5385594" y="0"/>
                  <a:pt x="5420429" y="34835"/>
                  <a:pt x="5420429" y="77807"/>
                </a:cubicBezTo>
                <a:lnTo>
                  <a:pt x="5420429" y="389023"/>
                </a:lnTo>
                <a:cubicBezTo>
                  <a:pt x="5420429" y="431995"/>
                  <a:pt x="5385594" y="466830"/>
                  <a:pt x="5342622" y="466830"/>
                </a:cubicBezTo>
                <a:lnTo>
                  <a:pt x="77807" y="466830"/>
                </a:lnTo>
                <a:cubicBezTo>
                  <a:pt x="34835" y="466830"/>
                  <a:pt x="0" y="431995"/>
                  <a:pt x="0" y="389023"/>
                </a:cubicBezTo>
                <a:lnTo>
                  <a:pt x="0" y="77807"/>
                </a:lnTo>
                <a:close/>
              </a:path>
            </a:pathLst>
          </a:custGeom>
          <a:ln>
            <a:solidFill>
              <a:srgbClr val="DB5856"/>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95179" tIns="95179" rIns="95179" bIns="95179" numCol="1" spcCol="1270" anchor="ctr" anchorCtr="0">
            <a:noAutofit/>
          </a:bodyPr>
          <a:lstStyle/>
          <a:p>
            <a:pPr lvl="0" defTabSz="844550">
              <a:lnSpc>
                <a:spcPct val="90000"/>
              </a:lnSpc>
              <a:spcBef>
                <a:spcPct val="0"/>
              </a:spcBef>
              <a:spcAft>
                <a:spcPct val="35000"/>
              </a:spcAft>
            </a:pPr>
            <a:r>
              <a:rPr lang="en-US" sz="1900" b="1" dirty="0"/>
              <a:t>Review: </a:t>
            </a:r>
            <a:r>
              <a:rPr lang="en-US" sz="1900" dirty="0"/>
              <a:t>"The product quality is excellent and delivery was fast."</a:t>
            </a:r>
          </a:p>
          <a:p>
            <a:pPr lvl="0" defTabSz="844550">
              <a:lnSpc>
                <a:spcPct val="90000"/>
              </a:lnSpc>
              <a:spcBef>
                <a:spcPct val="0"/>
              </a:spcBef>
              <a:spcAft>
                <a:spcPct val="35000"/>
              </a:spcAft>
            </a:pPr>
            <a:r>
              <a:rPr lang="en-US" sz="1900" b="1" dirty="0"/>
              <a:t>Sentiment: </a:t>
            </a:r>
            <a:r>
              <a:rPr lang="en-US" sz="1900" dirty="0"/>
              <a:t>Positive</a:t>
            </a:r>
            <a:endParaRPr lang="en-IN" sz="1900" kern="1200" dirty="0"/>
          </a:p>
        </p:txBody>
      </p:sp>
      <p:sp>
        <p:nvSpPr>
          <p:cNvPr id="10" name="Freeform: Shape 9">
            <a:extLst>
              <a:ext uri="{FF2B5EF4-FFF2-40B4-BE49-F238E27FC236}">
                <a16:creationId xmlns:a16="http://schemas.microsoft.com/office/drawing/2014/main" id="{24C9C1D1-CDF5-080E-932A-1B799D0DA54F}"/>
              </a:ext>
            </a:extLst>
          </p:cNvPr>
          <p:cNvSpPr/>
          <p:nvPr/>
        </p:nvSpPr>
        <p:spPr>
          <a:xfrm>
            <a:off x="4182844" y="3654039"/>
            <a:ext cx="3826309" cy="1163287"/>
          </a:xfrm>
          <a:custGeom>
            <a:avLst/>
            <a:gdLst>
              <a:gd name="csX0" fmla="*/ 0 w 5420429"/>
              <a:gd name="csY0" fmla="*/ 77807 h 466830"/>
              <a:gd name="csX1" fmla="*/ 77807 w 5420429"/>
              <a:gd name="csY1" fmla="*/ 0 h 466830"/>
              <a:gd name="csX2" fmla="*/ 5342622 w 5420429"/>
              <a:gd name="csY2" fmla="*/ 0 h 466830"/>
              <a:gd name="csX3" fmla="*/ 5420429 w 5420429"/>
              <a:gd name="csY3" fmla="*/ 77807 h 466830"/>
              <a:gd name="csX4" fmla="*/ 5420429 w 5420429"/>
              <a:gd name="csY4" fmla="*/ 389023 h 466830"/>
              <a:gd name="csX5" fmla="*/ 5342622 w 5420429"/>
              <a:gd name="csY5" fmla="*/ 466830 h 466830"/>
              <a:gd name="csX6" fmla="*/ 77807 w 5420429"/>
              <a:gd name="csY6" fmla="*/ 466830 h 466830"/>
              <a:gd name="csX7" fmla="*/ 0 w 5420429"/>
              <a:gd name="csY7" fmla="*/ 389023 h 466830"/>
              <a:gd name="csX8" fmla="*/ 0 w 5420429"/>
              <a:gd name="csY8" fmla="*/ 77807 h 4668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420429" h="466830">
                <a:moveTo>
                  <a:pt x="0" y="77807"/>
                </a:moveTo>
                <a:cubicBezTo>
                  <a:pt x="0" y="34835"/>
                  <a:pt x="34835" y="0"/>
                  <a:pt x="77807" y="0"/>
                </a:cubicBezTo>
                <a:lnTo>
                  <a:pt x="5342622" y="0"/>
                </a:lnTo>
                <a:cubicBezTo>
                  <a:pt x="5385594" y="0"/>
                  <a:pt x="5420429" y="34835"/>
                  <a:pt x="5420429" y="77807"/>
                </a:cubicBezTo>
                <a:lnTo>
                  <a:pt x="5420429" y="389023"/>
                </a:lnTo>
                <a:cubicBezTo>
                  <a:pt x="5420429" y="431995"/>
                  <a:pt x="5385594" y="466830"/>
                  <a:pt x="5342622" y="466830"/>
                </a:cubicBezTo>
                <a:lnTo>
                  <a:pt x="77807" y="466830"/>
                </a:lnTo>
                <a:cubicBezTo>
                  <a:pt x="34835" y="466830"/>
                  <a:pt x="0" y="431995"/>
                  <a:pt x="0" y="389023"/>
                </a:cubicBezTo>
                <a:lnTo>
                  <a:pt x="0" y="77807"/>
                </a:lnTo>
                <a:close/>
              </a:path>
            </a:pathLst>
          </a:custGeom>
          <a:ln>
            <a:solidFill>
              <a:srgbClr val="00B0F0"/>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95179" tIns="95179" rIns="95179" bIns="95179" numCol="1" spcCol="1270" anchor="ctr" anchorCtr="0">
            <a:noAutofit/>
          </a:bodyPr>
          <a:lstStyle/>
          <a:p>
            <a:pPr lvl="0" defTabSz="844550">
              <a:lnSpc>
                <a:spcPct val="90000"/>
              </a:lnSpc>
              <a:spcBef>
                <a:spcPct val="0"/>
              </a:spcBef>
              <a:spcAft>
                <a:spcPct val="35000"/>
              </a:spcAft>
            </a:pPr>
            <a:r>
              <a:rPr lang="en-US" sz="1900" b="1" dirty="0"/>
              <a:t>Review:</a:t>
            </a:r>
            <a:r>
              <a:rPr lang="en-US" sz="1900" dirty="0"/>
              <a:t> "The product works as expected, nothing more."</a:t>
            </a:r>
          </a:p>
          <a:p>
            <a:pPr lvl="0" defTabSz="844550">
              <a:lnSpc>
                <a:spcPct val="90000"/>
              </a:lnSpc>
              <a:spcBef>
                <a:spcPct val="0"/>
              </a:spcBef>
              <a:spcAft>
                <a:spcPct val="35000"/>
              </a:spcAft>
            </a:pPr>
            <a:r>
              <a:rPr lang="en-US" sz="1900" b="1" dirty="0"/>
              <a:t>Sentiment: </a:t>
            </a:r>
            <a:r>
              <a:rPr lang="en-US" sz="1900" dirty="0"/>
              <a:t>Neutral</a:t>
            </a:r>
            <a:endParaRPr lang="en-IN" sz="1900" kern="1200" dirty="0"/>
          </a:p>
        </p:txBody>
      </p:sp>
      <p:sp>
        <p:nvSpPr>
          <p:cNvPr id="11" name="Freeform: Shape 10">
            <a:extLst>
              <a:ext uri="{FF2B5EF4-FFF2-40B4-BE49-F238E27FC236}">
                <a16:creationId xmlns:a16="http://schemas.microsoft.com/office/drawing/2014/main" id="{18EE315D-39D8-3B6A-9048-5226AC0FA100}"/>
              </a:ext>
            </a:extLst>
          </p:cNvPr>
          <p:cNvSpPr/>
          <p:nvPr/>
        </p:nvSpPr>
        <p:spPr>
          <a:xfrm>
            <a:off x="1263804" y="5738562"/>
            <a:ext cx="5253663" cy="963500"/>
          </a:xfrm>
          <a:custGeom>
            <a:avLst/>
            <a:gdLst>
              <a:gd name="csX0" fmla="*/ 0 w 5420429"/>
              <a:gd name="csY0" fmla="*/ 77807 h 466830"/>
              <a:gd name="csX1" fmla="*/ 77807 w 5420429"/>
              <a:gd name="csY1" fmla="*/ 0 h 466830"/>
              <a:gd name="csX2" fmla="*/ 5342622 w 5420429"/>
              <a:gd name="csY2" fmla="*/ 0 h 466830"/>
              <a:gd name="csX3" fmla="*/ 5420429 w 5420429"/>
              <a:gd name="csY3" fmla="*/ 77807 h 466830"/>
              <a:gd name="csX4" fmla="*/ 5420429 w 5420429"/>
              <a:gd name="csY4" fmla="*/ 389023 h 466830"/>
              <a:gd name="csX5" fmla="*/ 5342622 w 5420429"/>
              <a:gd name="csY5" fmla="*/ 466830 h 466830"/>
              <a:gd name="csX6" fmla="*/ 77807 w 5420429"/>
              <a:gd name="csY6" fmla="*/ 466830 h 466830"/>
              <a:gd name="csX7" fmla="*/ 0 w 5420429"/>
              <a:gd name="csY7" fmla="*/ 389023 h 466830"/>
              <a:gd name="csX8" fmla="*/ 0 w 5420429"/>
              <a:gd name="csY8" fmla="*/ 77807 h 4668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420429" h="466830">
                <a:moveTo>
                  <a:pt x="0" y="77807"/>
                </a:moveTo>
                <a:cubicBezTo>
                  <a:pt x="0" y="34835"/>
                  <a:pt x="34835" y="0"/>
                  <a:pt x="77807" y="0"/>
                </a:cubicBezTo>
                <a:lnTo>
                  <a:pt x="5342622" y="0"/>
                </a:lnTo>
                <a:cubicBezTo>
                  <a:pt x="5385594" y="0"/>
                  <a:pt x="5420429" y="34835"/>
                  <a:pt x="5420429" y="77807"/>
                </a:cubicBezTo>
                <a:lnTo>
                  <a:pt x="5420429" y="389023"/>
                </a:lnTo>
                <a:cubicBezTo>
                  <a:pt x="5420429" y="431995"/>
                  <a:pt x="5385594" y="466830"/>
                  <a:pt x="5342622" y="466830"/>
                </a:cubicBezTo>
                <a:lnTo>
                  <a:pt x="77807" y="466830"/>
                </a:lnTo>
                <a:cubicBezTo>
                  <a:pt x="34835" y="466830"/>
                  <a:pt x="0" y="431995"/>
                  <a:pt x="0" y="389023"/>
                </a:cubicBezTo>
                <a:lnTo>
                  <a:pt x="0" y="77807"/>
                </a:lnTo>
                <a:close/>
              </a:path>
            </a:pathLst>
          </a:custGeom>
          <a:ln>
            <a:solidFill>
              <a:schemeClr val="bg2">
                <a:lumMod val="25000"/>
              </a:schemeClr>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95179" tIns="95179" rIns="95179" bIns="95179" numCol="1" spcCol="1270" anchor="ctr" anchorCtr="0">
            <a:noAutofit/>
          </a:bodyPr>
          <a:lstStyle/>
          <a:p>
            <a:pPr lvl="0" defTabSz="844550">
              <a:lnSpc>
                <a:spcPct val="90000"/>
              </a:lnSpc>
              <a:spcBef>
                <a:spcPct val="0"/>
              </a:spcBef>
              <a:spcAft>
                <a:spcPct val="35000"/>
              </a:spcAft>
            </a:pPr>
            <a:r>
              <a:rPr lang="en-US" sz="1900" b="1" dirty="0"/>
              <a:t>Review: </a:t>
            </a:r>
            <a:r>
              <a:rPr lang="en-US" sz="1900" dirty="0"/>
              <a:t>"</a:t>
            </a:r>
            <a:r>
              <a:rPr lang="en-US" sz="2000" dirty="0"/>
              <a:t>Delivery was quick, packaging was okay</a:t>
            </a:r>
            <a:r>
              <a:rPr lang="en-US" sz="1900" dirty="0"/>
              <a:t>."</a:t>
            </a:r>
          </a:p>
          <a:p>
            <a:pPr lvl="0" defTabSz="844550">
              <a:lnSpc>
                <a:spcPct val="90000"/>
              </a:lnSpc>
              <a:spcBef>
                <a:spcPct val="0"/>
              </a:spcBef>
              <a:spcAft>
                <a:spcPct val="35000"/>
              </a:spcAft>
            </a:pPr>
            <a:r>
              <a:rPr lang="en-US" sz="1900" b="1" dirty="0"/>
              <a:t>Sentiment:</a:t>
            </a:r>
            <a:endParaRPr lang="en-IN" sz="1900" b="1" kern="1200" dirty="0"/>
          </a:p>
        </p:txBody>
      </p:sp>
      <p:sp>
        <p:nvSpPr>
          <p:cNvPr id="12" name="Freeform: Shape 11">
            <a:extLst>
              <a:ext uri="{FF2B5EF4-FFF2-40B4-BE49-F238E27FC236}">
                <a16:creationId xmlns:a16="http://schemas.microsoft.com/office/drawing/2014/main" id="{5A27EDD7-9EBE-0EE4-3AAA-C7513EA7E640}"/>
              </a:ext>
            </a:extLst>
          </p:cNvPr>
          <p:cNvSpPr/>
          <p:nvPr/>
        </p:nvSpPr>
        <p:spPr>
          <a:xfrm>
            <a:off x="8145244" y="3642385"/>
            <a:ext cx="3826309" cy="1174941"/>
          </a:xfrm>
          <a:custGeom>
            <a:avLst/>
            <a:gdLst>
              <a:gd name="csX0" fmla="*/ 0 w 5420429"/>
              <a:gd name="csY0" fmla="*/ 77807 h 466830"/>
              <a:gd name="csX1" fmla="*/ 77807 w 5420429"/>
              <a:gd name="csY1" fmla="*/ 0 h 466830"/>
              <a:gd name="csX2" fmla="*/ 5342622 w 5420429"/>
              <a:gd name="csY2" fmla="*/ 0 h 466830"/>
              <a:gd name="csX3" fmla="*/ 5420429 w 5420429"/>
              <a:gd name="csY3" fmla="*/ 77807 h 466830"/>
              <a:gd name="csX4" fmla="*/ 5420429 w 5420429"/>
              <a:gd name="csY4" fmla="*/ 389023 h 466830"/>
              <a:gd name="csX5" fmla="*/ 5342622 w 5420429"/>
              <a:gd name="csY5" fmla="*/ 466830 h 466830"/>
              <a:gd name="csX6" fmla="*/ 77807 w 5420429"/>
              <a:gd name="csY6" fmla="*/ 466830 h 466830"/>
              <a:gd name="csX7" fmla="*/ 0 w 5420429"/>
              <a:gd name="csY7" fmla="*/ 389023 h 466830"/>
              <a:gd name="csX8" fmla="*/ 0 w 5420429"/>
              <a:gd name="csY8" fmla="*/ 77807 h 4668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420429" h="466830">
                <a:moveTo>
                  <a:pt x="0" y="77807"/>
                </a:moveTo>
                <a:cubicBezTo>
                  <a:pt x="0" y="34835"/>
                  <a:pt x="34835" y="0"/>
                  <a:pt x="77807" y="0"/>
                </a:cubicBezTo>
                <a:lnTo>
                  <a:pt x="5342622" y="0"/>
                </a:lnTo>
                <a:cubicBezTo>
                  <a:pt x="5385594" y="0"/>
                  <a:pt x="5420429" y="34835"/>
                  <a:pt x="5420429" y="77807"/>
                </a:cubicBezTo>
                <a:lnTo>
                  <a:pt x="5420429" y="389023"/>
                </a:lnTo>
                <a:cubicBezTo>
                  <a:pt x="5420429" y="431995"/>
                  <a:pt x="5385594" y="466830"/>
                  <a:pt x="5342622" y="466830"/>
                </a:cubicBezTo>
                <a:lnTo>
                  <a:pt x="77807" y="466830"/>
                </a:lnTo>
                <a:cubicBezTo>
                  <a:pt x="34835" y="466830"/>
                  <a:pt x="0" y="431995"/>
                  <a:pt x="0" y="389023"/>
                </a:cubicBezTo>
                <a:lnTo>
                  <a:pt x="0" y="77807"/>
                </a:lnTo>
                <a:close/>
              </a:path>
            </a:pathLst>
          </a:custGeom>
          <a:ln>
            <a:solidFill>
              <a:schemeClr val="accent6">
                <a:lumMod val="60000"/>
                <a:lumOff val="40000"/>
              </a:schemeClr>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95179" tIns="95179" rIns="95179" bIns="95179" numCol="1" spcCol="1270" anchor="ctr" anchorCtr="0">
            <a:noAutofit/>
          </a:bodyPr>
          <a:lstStyle/>
          <a:p>
            <a:pPr lvl="0" defTabSz="844550">
              <a:lnSpc>
                <a:spcPct val="90000"/>
              </a:lnSpc>
              <a:spcBef>
                <a:spcPct val="0"/>
              </a:spcBef>
              <a:spcAft>
                <a:spcPct val="35000"/>
              </a:spcAft>
            </a:pPr>
            <a:r>
              <a:rPr lang="en-US" sz="1900" b="1" dirty="0"/>
              <a:t>Review: </a:t>
            </a:r>
            <a:r>
              <a:rPr lang="en-US" sz="1900" dirty="0"/>
              <a:t>"The product stopped working after two days."</a:t>
            </a:r>
          </a:p>
          <a:p>
            <a:pPr lvl="0" defTabSz="844550">
              <a:lnSpc>
                <a:spcPct val="90000"/>
              </a:lnSpc>
              <a:spcBef>
                <a:spcPct val="0"/>
              </a:spcBef>
              <a:spcAft>
                <a:spcPct val="35000"/>
              </a:spcAft>
            </a:pPr>
            <a:r>
              <a:rPr lang="en-US" sz="1900" b="1" dirty="0"/>
              <a:t>Sentiment: </a:t>
            </a:r>
            <a:r>
              <a:rPr lang="en-US" sz="1900" dirty="0"/>
              <a:t>Negative</a:t>
            </a:r>
            <a:endParaRPr lang="en-IN" sz="1900" kern="1200" dirty="0"/>
          </a:p>
        </p:txBody>
      </p:sp>
      <p:sp>
        <p:nvSpPr>
          <p:cNvPr id="13" name="Freeform: Shape 12">
            <a:extLst>
              <a:ext uri="{FF2B5EF4-FFF2-40B4-BE49-F238E27FC236}">
                <a16:creationId xmlns:a16="http://schemas.microsoft.com/office/drawing/2014/main" id="{F0EA64CB-CD66-C953-4265-B6FEC7FC54CB}"/>
              </a:ext>
            </a:extLst>
          </p:cNvPr>
          <p:cNvSpPr/>
          <p:nvPr/>
        </p:nvSpPr>
        <p:spPr>
          <a:xfrm>
            <a:off x="7312078" y="5738562"/>
            <a:ext cx="3192372" cy="939835"/>
          </a:xfrm>
          <a:custGeom>
            <a:avLst/>
            <a:gdLst>
              <a:gd name="csX0" fmla="*/ 0 w 1433875"/>
              <a:gd name="csY0" fmla="*/ 71694 h 716937"/>
              <a:gd name="csX1" fmla="*/ 71694 w 1433875"/>
              <a:gd name="csY1" fmla="*/ 0 h 716937"/>
              <a:gd name="csX2" fmla="*/ 1362181 w 1433875"/>
              <a:gd name="csY2" fmla="*/ 0 h 716937"/>
              <a:gd name="csX3" fmla="*/ 1433875 w 1433875"/>
              <a:gd name="csY3" fmla="*/ 71694 h 716937"/>
              <a:gd name="csX4" fmla="*/ 1433875 w 1433875"/>
              <a:gd name="csY4" fmla="*/ 645243 h 716937"/>
              <a:gd name="csX5" fmla="*/ 1362181 w 1433875"/>
              <a:gd name="csY5" fmla="*/ 716937 h 716937"/>
              <a:gd name="csX6" fmla="*/ 71694 w 1433875"/>
              <a:gd name="csY6" fmla="*/ 716937 h 716937"/>
              <a:gd name="csX7" fmla="*/ 0 w 1433875"/>
              <a:gd name="csY7" fmla="*/ 645243 h 716937"/>
              <a:gd name="csX8" fmla="*/ 0 w 1433875"/>
              <a:gd name="csY8" fmla="*/ 71694 h 7169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433875" h="716937">
                <a:moveTo>
                  <a:pt x="0" y="71694"/>
                </a:moveTo>
                <a:cubicBezTo>
                  <a:pt x="0" y="32098"/>
                  <a:pt x="32098" y="0"/>
                  <a:pt x="71694" y="0"/>
                </a:cubicBezTo>
                <a:lnTo>
                  <a:pt x="1362181" y="0"/>
                </a:lnTo>
                <a:cubicBezTo>
                  <a:pt x="1401777" y="0"/>
                  <a:pt x="1433875" y="32098"/>
                  <a:pt x="1433875" y="71694"/>
                </a:cubicBezTo>
                <a:lnTo>
                  <a:pt x="1433875" y="645243"/>
                </a:lnTo>
                <a:cubicBezTo>
                  <a:pt x="1433875" y="684839"/>
                  <a:pt x="1401777" y="716937"/>
                  <a:pt x="1362181" y="716937"/>
                </a:cubicBezTo>
                <a:lnTo>
                  <a:pt x="71694" y="716937"/>
                </a:lnTo>
                <a:cubicBezTo>
                  <a:pt x="32098" y="716937"/>
                  <a:pt x="0" y="684839"/>
                  <a:pt x="0" y="645243"/>
                </a:cubicBezTo>
                <a:lnTo>
                  <a:pt x="0" y="71694"/>
                </a:lnTo>
                <a:close/>
              </a:path>
            </a:pathLst>
          </a:custGeom>
          <a:solidFill>
            <a:srgbClr val="0F9ED5"/>
          </a:solidFill>
          <a:ln>
            <a:noFill/>
          </a:ln>
          <a:effectLst/>
          <a:scene3d>
            <a:camera prst="orthographicFront">
              <a:rot lat="0" lon="0" rev="0"/>
            </a:camera>
            <a:lightRig rig="chilly" dir="t">
              <a:rot lat="0" lon="0" rev="18480000"/>
            </a:lightRig>
          </a:scene3d>
          <a:sp3d prstMaterial="clear">
            <a:bevelT h="63500"/>
          </a:sp3d>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43858" tIns="36238" rIns="43858" bIns="36238" numCol="1" spcCol="1270" anchor="ctr" anchorCtr="0">
            <a:noAutofit/>
          </a:bodyPr>
          <a:lstStyle/>
          <a:p>
            <a:pPr algn="ctr"/>
            <a:r>
              <a:rPr lang="en-US" sz="1600" b="1" dirty="0">
                <a:solidFill>
                  <a:schemeClr val="tx1"/>
                </a:solidFill>
              </a:rPr>
              <a:t>Model Output: Neutral</a:t>
            </a:r>
          </a:p>
        </p:txBody>
      </p:sp>
      <p:sp>
        <p:nvSpPr>
          <p:cNvPr id="14" name="Rectangle 13">
            <a:extLst>
              <a:ext uri="{FF2B5EF4-FFF2-40B4-BE49-F238E27FC236}">
                <a16:creationId xmlns:a16="http://schemas.microsoft.com/office/drawing/2014/main" id="{E0DFAF65-99BA-D2EE-B99D-377CE8EA0C36}"/>
              </a:ext>
            </a:extLst>
          </p:cNvPr>
          <p:cNvSpPr/>
          <p:nvPr/>
        </p:nvSpPr>
        <p:spPr>
          <a:xfrm>
            <a:off x="671366" y="2987531"/>
            <a:ext cx="2321467" cy="478465"/>
          </a:xfrm>
          <a:prstGeom prst="rect">
            <a:avLst/>
          </a:prstGeom>
          <a:solidFill>
            <a:schemeClr val="accent6">
              <a:lumMod val="40000"/>
              <a:lumOff val="6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Examples</a:t>
            </a:r>
            <a:endParaRPr lang="en-US" dirty="0"/>
          </a:p>
        </p:txBody>
      </p:sp>
      <p:cxnSp>
        <p:nvCxnSpPr>
          <p:cNvPr id="16" name="Straight Arrow Connector 15">
            <a:extLst>
              <a:ext uri="{FF2B5EF4-FFF2-40B4-BE49-F238E27FC236}">
                <a16:creationId xmlns:a16="http://schemas.microsoft.com/office/drawing/2014/main" id="{AFFE9ABF-6377-AC9D-EA64-F727AD1FE90E}"/>
              </a:ext>
            </a:extLst>
          </p:cNvPr>
          <p:cNvCxnSpPr>
            <a:cxnSpLocks/>
          </p:cNvCxnSpPr>
          <p:nvPr/>
        </p:nvCxnSpPr>
        <p:spPr>
          <a:xfrm>
            <a:off x="6612673" y="6208479"/>
            <a:ext cx="59101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8983695E-CDFD-B61F-CA83-4C9D15367DBC}"/>
              </a:ext>
            </a:extLst>
          </p:cNvPr>
          <p:cNvSpPr/>
          <p:nvPr/>
        </p:nvSpPr>
        <p:spPr>
          <a:xfrm>
            <a:off x="671366" y="4993717"/>
            <a:ext cx="2321467" cy="478465"/>
          </a:xfrm>
          <a:prstGeom prst="rect">
            <a:avLst/>
          </a:prstGeom>
          <a:solidFill>
            <a:schemeClr val="accent4">
              <a:lumMod val="60000"/>
              <a:lumOff val="4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New Review:</a:t>
            </a:r>
          </a:p>
        </p:txBody>
      </p:sp>
    </p:spTree>
    <p:extLst>
      <p:ext uri="{BB962C8B-B14F-4D97-AF65-F5344CB8AC3E}">
        <p14:creationId xmlns:p14="http://schemas.microsoft.com/office/powerpoint/2010/main" val="28315192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6D797-8F03-2D76-E8A6-85E83725614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D1C1313-1EB5-28CB-B0E1-628F7445EE2A}"/>
              </a:ext>
            </a:extLst>
          </p:cNvPr>
          <p:cNvSpPr/>
          <p:nvPr/>
        </p:nvSpPr>
        <p:spPr>
          <a:xfrm>
            <a:off x="2940912" y="199808"/>
            <a:ext cx="6310175" cy="584514"/>
          </a:xfrm>
          <a:prstGeom prst="rect">
            <a:avLst/>
          </a:prstGeom>
          <a:solidFill>
            <a:srgbClr val="64BC4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latinLnBrk="1"/>
            <a:r>
              <a:rPr lang="en-US" sz="2400" b="1" dirty="0"/>
              <a:t>ZERO-SHOT vs FEW-SHOT</a:t>
            </a:r>
          </a:p>
        </p:txBody>
      </p:sp>
      <p:sp>
        <p:nvSpPr>
          <p:cNvPr id="3" name="Rectangle 2">
            <a:extLst>
              <a:ext uri="{FF2B5EF4-FFF2-40B4-BE49-F238E27FC236}">
                <a16:creationId xmlns:a16="http://schemas.microsoft.com/office/drawing/2014/main" id="{860BD3EF-BA30-EB5F-3DC9-1CFE2983AFE9}"/>
              </a:ext>
            </a:extLst>
          </p:cNvPr>
          <p:cNvSpPr/>
          <p:nvPr/>
        </p:nvSpPr>
        <p:spPr>
          <a:xfrm>
            <a:off x="1041078" y="1610100"/>
            <a:ext cx="4327784" cy="888939"/>
          </a:xfrm>
          <a:prstGeom prst="rect">
            <a:avLst/>
          </a:prstGeom>
          <a:solidFill>
            <a:schemeClr val="tx2">
              <a:lumMod val="75000"/>
              <a:lumOff val="2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Zero Shot</a:t>
            </a:r>
          </a:p>
          <a:p>
            <a:pPr algn="ctr"/>
            <a:r>
              <a:rPr lang="en-US" sz="2000" b="1" dirty="0"/>
              <a:t>(No examples Shown)</a:t>
            </a:r>
          </a:p>
        </p:txBody>
      </p:sp>
      <p:sp>
        <p:nvSpPr>
          <p:cNvPr id="4" name="Rectangle 3">
            <a:extLst>
              <a:ext uri="{FF2B5EF4-FFF2-40B4-BE49-F238E27FC236}">
                <a16:creationId xmlns:a16="http://schemas.microsoft.com/office/drawing/2014/main" id="{5FC1351B-4DEA-74EF-78BE-5466CB3B821A}"/>
              </a:ext>
            </a:extLst>
          </p:cNvPr>
          <p:cNvSpPr/>
          <p:nvPr/>
        </p:nvSpPr>
        <p:spPr>
          <a:xfrm>
            <a:off x="6890046" y="1610100"/>
            <a:ext cx="4327784" cy="888939"/>
          </a:xfrm>
          <a:prstGeom prst="rect">
            <a:avLst/>
          </a:prstGeom>
          <a:solidFill>
            <a:schemeClr val="accent5">
              <a:lumMod val="60000"/>
              <a:lumOff val="4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Few Shot</a:t>
            </a:r>
          </a:p>
          <a:p>
            <a:pPr algn="ctr"/>
            <a:r>
              <a:rPr lang="en-US" sz="2000" b="1" dirty="0"/>
              <a:t>(Examples Shown First)</a:t>
            </a:r>
          </a:p>
        </p:txBody>
      </p:sp>
      <p:sp>
        <p:nvSpPr>
          <p:cNvPr id="6" name="TextBox 5">
            <a:extLst>
              <a:ext uri="{FF2B5EF4-FFF2-40B4-BE49-F238E27FC236}">
                <a16:creationId xmlns:a16="http://schemas.microsoft.com/office/drawing/2014/main" id="{5311F2E4-E07A-BD44-D1EE-BEB8F086AD08}"/>
              </a:ext>
            </a:extLst>
          </p:cNvPr>
          <p:cNvSpPr txBox="1"/>
          <p:nvPr/>
        </p:nvSpPr>
        <p:spPr>
          <a:xfrm>
            <a:off x="6890046" y="2658659"/>
            <a:ext cx="4327786" cy="3324710"/>
          </a:xfrm>
          <a:prstGeom prst="rect">
            <a:avLst/>
          </a:prstGeom>
          <a:noFill/>
          <a:ln w="19050">
            <a:solidFill>
              <a:schemeClr val="tx1"/>
            </a:solidFill>
          </a:ln>
        </p:spPr>
        <p:txBody>
          <a:bodyPr wrap="square" rtlCol="0" anchor="b"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endParaRPr lang="en-US" sz="2000" b="1" dirty="0"/>
          </a:p>
        </p:txBody>
      </p:sp>
      <p:sp>
        <p:nvSpPr>
          <p:cNvPr id="9" name="TextBox 8">
            <a:extLst>
              <a:ext uri="{FF2B5EF4-FFF2-40B4-BE49-F238E27FC236}">
                <a16:creationId xmlns:a16="http://schemas.microsoft.com/office/drawing/2014/main" id="{5DE5C4A0-F99E-B066-B5F7-DA09F8764A66}"/>
              </a:ext>
            </a:extLst>
          </p:cNvPr>
          <p:cNvSpPr txBox="1"/>
          <p:nvPr/>
        </p:nvSpPr>
        <p:spPr>
          <a:xfrm>
            <a:off x="2758400" y="925167"/>
            <a:ext cx="6094140" cy="461665"/>
          </a:xfrm>
          <a:prstGeom prst="rect">
            <a:avLst/>
          </a:prstGeom>
          <a:noFill/>
        </p:spPr>
        <p:txBody>
          <a:bodyPr wrap="square">
            <a:spAutoFit/>
          </a:bodyPr>
          <a:lstStyle/>
          <a:p>
            <a:r>
              <a:rPr lang="en-US" sz="2400" b="1" dirty="0"/>
              <a:t>Choosing the right approach for your task</a:t>
            </a:r>
            <a:endParaRPr lang="en-US" dirty="0"/>
          </a:p>
        </p:txBody>
      </p:sp>
      <p:sp>
        <p:nvSpPr>
          <p:cNvPr id="15" name="Freeform: Shape 14">
            <a:extLst>
              <a:ext uri="{FF2B5EF4-FFF2-40B4-BE49-F238E27FC236}">
                <a16:creationId xmlns:a16="http://schemas.microsoft.com/office/drawing/2014/main" id="{332703D2-3840-24EE-3162-A7F4E12465AB}"/>
              </a:ext>
            </a:extLst>
          </p:cNvPr>
          <p:cNvSpPr/>
          <p:nvPr/>
        </p:nvSpPr>
        <p:spPr>
          <a:xfrm>
            <a:off x="6998201" y="2747712"/>
            <a:ext cx="4116208" cy="433485"/>
          </a:xfrm>
          <a:custGeom>
            <a:avLst/>
            <a:gdLst>
              <a:gd name="csX0" fmla="*/ 0 w 4116208"/>
              <a:gd name="csY0" fmla="*/ 0 h 433485"/>
              <a:gd name="csX1" fmla="*/ 4116208 w 4116208"/>
              <a:gd name="csY1" fmla="*/ 0 h 433485"/>
              <a:gd name="csX2" fmla="*/ 4116208 w 4116208"/>
              <a:gd name="csY2" fmla="*/ 433485 h 433485"/>
              <a:gd name="csX3" fmla="*/ 0 w 4116208"/>
              <a:gd name="csY3" fmla="*/ 433485 h 433485"/>
              <a:gd name="csX4" fmla="*/ 0 w 4116208"/>
              <a:gd name="csY4" fmla="*/ 0 h 433485"/>
            </a:gdLst>
            <a:ahLst/>
            <a:cxnLst>
              <a:cxn ang="0">
                <a:pos x="csX0" y="csY0"/>
              </a:cxn>
              <a:cxn ang="0">
                <a:pos x="csX1" y="csY1"/>
              </a:cxn>
              <a:cxn ang="0">
                <a:pos x="csX2" y="csY2"/>
              </a:cxn>
              <a:cxn ang="0">
                <a:pos x="csX3" y="csY3"/>
              </a:cxn>
              <a:cxn ang="0">
                <a:pos x="csX4" y="csY4"/>
              </a:cxn>
            </a:cxnLst>
            <a:rect l="l" t="t" r="r" b="b"/>
            <a:pathLst>
              <a:path w="4116208" h="433485">
                <a:moveTo>
                  <a:pt x="0" y="0"/>
                </a:moveTo>
                <a:lnTo>
                  <a:pt x="4116208" y="0"/>
                </a:lnTo>
                <a:lnTo>
                  <a:pt x="4116208" y="433485"/>
                </a:lnTo>
                <a:lnTo>
                  <a:pt x="0" y="433485"/>
                </a:lnTo>
                <a:lnTo>
                  <a:pt x="0" y="0"/>
                </a:lnTo>
                <a:close/>
              </a:path>
            </a:pathLst>
          </a:custGeom>
          <a:noFill/>
          <a:ln>
            <a:solidFill>
              <a:srgbClr val="D86ECC"/>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baseline="0">
                <a:solidFill>
                  <a:schemeClr val="tx1"/>
                </a:solidFill>
              </a:rPr>
              <a:t>Slightly longer prompt</a:t>
            </a:r>
            <a:endParaRPr lang="en-IN" sz="2000" kern="1200">
              <a:solidFill>
                <a:schemeClr val="tx1"/>
              </a:solidFill>
            </a:endParaRPr>
          </a:p>
        </p:txBody>
      </p:sp>
      <p:sp>
        <p:nvSpPr>
          <p:cNvPr id="16" name="Freeform: Shape 15">
            <a:extLst>
              <a:ext uri="{FF2B5EF4-FFF2-40B4-BE49-F238E27FC236}">
                <a16:creationId xmlns:a16="http://schemas.microsoft.com/office/drawing/2014/main" id="{BFF7B4E3-C2AE-778C-D893-125C81C4F725}"/>
              </a:ext>
            </a:extLst>
          </p:cNvPr>
          <p:cNvSpPr/>
          <p:nvPr/>
        </p:nvSpPr>
        <p:spPr>
          <a:xfrm>
            <a:off x="6998201" y="3235917"/>
            <a:ext cx="4116208" cy="433485"/>
          </a:xfrm>
          <a:custGeom>
            <a:avLst/>
            <a:gdLst>
              <a:gd name="csX0" fmla="*/ 0 w 4116208"/>
              <a:gd name="csY0" fmla="*/ 0 h 433485"/>
              <a:gd name="csX1" fmla="*/ 4116208 w 4116208"/>
              <a:gd name="csY1" fmla="*/ 0 h 433485"/>
              <a:gd name="csX2" fmla="*/ 4116208 w 4116208"/>
              <a:gd name="csY2" fmla="*/ 433485 h 433485"/>
              <a:gd name="csX3" fmla="*/ 0 w 4116208"/>
              <a:gd name="csY3" fmla="*/ 433485 h 433485"/>
              <a:gd name="csX4" fmla="*/ 0 w 4116208"/>
              <a:gd name="csY4" fmla="*/ 0 h 433485"/>
            </a:gdLst>
            <a:ahLst/>
            <a:cxnLst>
              <a:cxn ang="0">
                <a:pos x="csX0" y="csY0"/>
              </a:cxn>
              <a:cxn ang="0">
                <a:pos x="csX1" y="csY1"/>
              </a:cxn>
              <a:cxn ang="0">
                <a:pos x="csX2" y="csY2"/>
              </a:cxn>
              <a:cxn ang="0">
                <a:pos x="csX3" y="csY3"/>
              </a:cxn>
              <a:cxn ang="0">
                <a:pos x="csX4" y="csY4"/>
              </a:cxn>
            </a:cxnLst>
            <a:rect l="l" t="t" r="r" b="b"/>
            <a:pathLst>
              <a:path w="4116208" h="433485">
                <a:moveTo>
                  <a:pt x="0" y="0"/>
                </a:moveTo>
                <a:lnTo>
                  <a:pt x="4116208" y="0"/>
                </a:lnTo>
                <a:lnTo>
                  <a:pt x="4116208" y="433485"/>
                </a:lnTo>
                <a:lnTo>
                  <a:pt x="0" y="433485"/>
                </a:lnTo>
                <a:lnTo>
                  <a:pt x="0" y="0"/>
                </a:lnTo>
                <a:close/>
              </a:path>
            </a:pathLst>
          </a:custGeom>
          <a:noFill/>
          <a:ln>
            <a:solidFill>
              <a:srgbClr val="D86ECC"/>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baseline="0">
                <a:solidFill>
                  <a:schemeClr val="tx1"/>
                </a:solidFill>
              </a:rPr>
              <a:t>More control </a:t>
            </a:r>
            <a:endParaRPr lang="en-IN" sz="2000" kern="1200">
              <a:solidFill>
                <a:schemeClr val="tx1"/>
              </a:solidFill>
            </a:endParaRPr>
          </a:p>
        </p:txBody>
      </p:sp>
      <p:sp>
        <p:nvSpPr>
          <p:cNvPr id="17" name="Freeform: Shape 16">
            <a:extLst>
              <a:ext uri="{FF2B5EF4-FFF2-40B4-BE49-F238E27FC236}">
                <a16:creationId xmlns:a16="http://schemas.microsoft.com/office/drawing/2014/main" id="{39752061-FA95-3EBB-AE80-A32603FAAD98}"/>
              </a:ext>
            </a:extLst>
          </p:cNvPr>
          <p:cNvSpPr/>
          <p:nvPr/>
        </p:nvSpPr>
        <p:spPr>
          <a:xfrm>
            <a:off x="6998201" y="3724122"/>
            <a:ext cx="4116208" cy="433485"/>
          </a:xfrm>
          <a:custGeom>
            <a:avLst/>
            <a:gdLst>
              <a:gd name="csX0" fmla="*/ 0 w 4116208"/>
              <a:gd name="csY0" fmla="*/ 0 h 433485"/>
              <a:gd name="csX1" fmla="*/ 4116208 w 4116208"/>
              <a:gd name="csY1" fmla="*/ 0 h 433485"/>
              <a:gd name="csX2" fmla="*/ 4116208 w 4116208"/>
              <a:gd name="csY2" fmla="*/ 433485 h 433485"/>
              <a:gd name="csX3" fmla="*/ 0 w 4116208"/>
              <a:gd name="csY3" fmla="*/ 433485 h 433485"/>
              <a:gd name="csX4" fmla="*/ 0 w 4116208"/>
              <a:gd name="csY4" fmla="*/ 0 h 433485"/>
            </a:gdLst>
            <a:ahLst/>
            <a:cxnLst>
              <a:cxn ang="0">
                <a:pos x="csX0" y="csY0"/>
              </a:cxn>
              <a:cxn ang="0">
                <a:pos x="csX1" y="csY1"/>
              </a:cxn>
              <a:cxn ang="0">
                <a:pos x="csX2" y="csY2"/>
              </a:cxn>
              <a:cxn ang="0">
                <a:pos x="csX3" y="csY3"/>
              </a:cxn>
              <a:cxn ang="0">
                <a:pos x="csX4" y="csY4"/>
              </a:cxn>
            </a:cxnLst>
            <a:rect l="l" t="t" r="r" b="b"/>
            <a:pathLst>
              <a:path w="4116208" h="433485">
                <a:moveTo>
                  <a:pt x="0" y="0"/>
                </a:moveTo>
                <a:lnTo>
                  <a:pt x="4116208" y="0"/>
                </a:lnTo>
                <a:lnTo>
                  <a:pt x="4116208" y="433485"/>
                </a:lnTo>
                <a:lnTo>
                  <a:pt x="0" y="433485"/>
                </a:lnTo>
                <a:lnTo>
                  <a:pt x="0" y="0"/>
                </a:lnTo>
                <a:close/>
              </a:path>
            </a:pathLst>
          </a:custGeom>
          <a:noFill/>
          <a:ln>
            <a:solidFill>
              <a:srgbClr val="D86ECC"/>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baseline="0">
                <a:solidFill>
                  <a:schemeClr val="tx1"/>
                </a:solidFill>
              </a:rPr>
              <a:t>Consistent output</a:t>
            </a:r>
            <a:endParaRPr lang="en-IN" sz="2000" kern="1200" dirty="0">
              <a:solidFill>
                <a:schemeClr val="tx1"/>
              </a:solidFill>
            </a:endParaRPr>
          </a:p>
        </p:txBody>
      </p:sp>
      <p:graphicFrame>
        <p:nvGraphicFramePr>
          <p:cNvPr id="32" name="Diagram 31">
            <a:extLst>
              <a:ext uri="{FF2B5EF4-FFF2-40B4-BE49-F238E27FC236}">
                <a16:creationId xmlns:a16="http://schemas.microsoft.com/office/drawing/2014/main" id="{FC84510D-BF6B-A346-376D-2B9FC632143F}"/>
              </a:ext>
            </a:extLst>
          </p:cNvPr>
          <p:cNvGraphicFramePr/>
          <p:nvPr/>
        </p:nvGraphicFramePr>
        <p:xfrm>
          <a:off x="6998201" y="4591092"/>
          <a:ext cx="4116208" cy="13181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1" name="TextBox 30">
            <a:extLst>
              <a:ext uri="{FF2B5EF4-FFF2-40B4-BE49-F238E27FC236}">
                <a16:creationId xmlns:a16="http://schemas.microsoft.com/office/drawing/2014/main" id="{57FEAD0A-50A1-323E-71C6-F6DED5FB646D}"/>
              </a:ext>
            </a:extLst>
          </p:cNvPr>
          <p:cNvSpPr txBox="1"/>
          <p:nvPr/>
        </p:nvSpPr>
        <p:spPr>
          <a:xfrm>
            <a:off x="6998201" y="4157607"/>
            <a:ext cx="1887793" cy="461665"/>
          </a:xfrm>
          <a:prstGeom prst="rect">
            <a:avLst/>
          </a:prstGeom>
          <a:noFill/>
        </p:spPr>
        <p:txBody>
          <a:bodyPr wrap="square">
            <a:spAutoFit/>
          </a:bodyPr>
          <a:lstStyle/>
          <a:p>
            <a:r>
              <a:rPr lang="en-IN" sz="2400" b="1" dirty="0"/>
              <a:t>Best when:  </a:t>
            </a:r>
          </a:p>
        </p:txBody>
      </p:sp>
      <p:sp>
        <p:nvSpPr>
          <p:cNvPr id="39" name="TextBox 38">
            <a:extLst>
              <a:ext uri="{FF2B5EF4-FFF2-40B4-BE49-F238E27FC236}">
                <a16:creationId xmlns:a16="http://schemas.microsoft.com/office/drawing/2014/main" id="{FD517401-04C5-46C3-D5CF-AD349261FCDD}"/>
              </a:ext>
            </a:extLst>
          </p:cNvPr>
          <p:cNvSpPr txBox="1"/>
          <p:nvPr/>
        </p:nvSpPr>
        <p:spPr>
          <a:xfrm>
            <a:off x="1041076" y="2739792"/>
            <a:ext cx="4327786" cy="3324710"/>
          </a:xfrm>
          <a:prstGeom prst="rect">
            <a:avLst/>
          </a:prstGeom>
          <a:noFill/>
          <a:ln w="19050">
            <a:solidFill>
              <a:schemeClr val="tx1"/>
            </a:solidFill>
          </a:ln>
        </p:spPr>
        <p:txBody>
          <a:bodyPr wrap="square" rtlCol="0" anchor="b"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endParaRPr lang="en-US" sz="2000" b="1" dirty="0"/>
          </a:p>
        </p:txBody>
      </p:sp>
      <p:sp>
        <p:nvSpPr>
          <p:cNvPr id="40" name="Freeform: Shape 39">
            <a:extLst>
              <a:ext uri="{FF2B5EF4-FFF2-40B4-BE49-F238E27FC236}">
                <a16:creationId xmlns:a16="http://schemas.microsoft.com/office/drawing/2014/main" id="{04015A24-2646-3B6D-8ADB-D7F3AB10A75A}"/>
              </a:ext>
            </a:extLst>
          </p:cNvPr>
          <p:cNvSpPr/>
          <p:nvPr/>
        </p:nvSpPr>
        <p:spPr>
          <a:xfrm>
            <a:off x="1149231" y="2828845"/>
            <a:ext cx="4116208" cy="433485"/>
          </a:xfrm>
          <a:custGeom>
            <a:avLst/>
            <a:gdLst>
              <a:gd name="csX0" fmla="*/ 0 w 4116208"/>
              <a:gd name="csY0" fmla="*/ 0 h 433485"/>
              <a:gd name="csX1" fmla="*/ 4116208 w 4116208"/>
              <a:gd name="csY1" fmla="*/ 0 h 433485"/>
              <a:gd name="csX2" fmla="*/ 4116208 w 4116208"/>
              <a:gd name="csY2" fmla="*/ 433485 h 433485"/>
              <a:gd name="csX3" fmla="*/ 0 w 4116208"/>
              <a:gd name="csY3" fmla="*/ 433485 h 433485"/>
              <a:gd name="csX4" fmla="*/ 0 w 4116208"/>
              <a:gd name="csY4" fmla="*/ 0 h 433485"/>
            </a:gdLst>
            <a:ahLst/>
            <a:cxnLst>
              <a:cxn ang="0">
                <a:pos x="csX0" y="csY0"/>
              </a:cxn>
              <a:cxn ang="0">
                <a:pos x="csX1" y="csY1"/>
              </a:cxn>
              <a:cxn ang="0">
                <a:pos x="csX2" y="csY2"/>
              </a:cxn>
              <a:cxn ang="0">
                <a:pos x="csX3" y="csY3"/>
              </a:cxn>
              <a:cxn ang="0">
                <a:pos x="csX4" y="csY4"/>
              </a:cxn>
            </a:cxnLst>
            <a:rect l="l" t="t" r="r" b="b"/>
            <a:pathLst>
              <a:path w="4116208" h="433485">
                <a:moveTo>
                  <a:pt x="0" y="0"/>
                </a:moveTo>
                <a:lnTo>
                  <a:pt x="4116208" y="0"/>
                </a:lnTo>
                <a:lnTo>
                  <a:pt x="4116208" y="433485"/>
                </a:lnTo>
                <a:lnTo>
                  <a:pt x="0" y="433485"/>
                </a:lnTo>
                <a:lnTo>
                  <a:pt x="0" y="0"/>
                </a:lnTo>
                <a:close/>
              </a:path>
            </a:pathLst>
          </a:custGeom>
          <a:solidFill>
            <a:schemeClr val="bg1"/>
          </a:solidFill>
          <a:ln>
            <a:solidFill>
              <a:srgbClr val="215F9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kumimoji="0" lang="en-US" sz="2000" b="0" i="0" u="none" strike="noStrike" kern="1200" cap="none" spc="0" normalizeH="0" baseline="0" noProof="0" dirty="0">
                <a:ln>
                  <a:noFill/>
                </a:ln>
                <a:solidFill>
                  <a:schemeClr val="tx1"/>
                </a:solidFill>
                <a:effectLst/>
                <a:uLnTx/>
                <a:uFillTx/>
                <a:latin typeface="Aptos" panose="02110004020202020204"/>
                <a:ea typeface="+mn-ea"/>
                <a:cs typeface="+mn-cs"/>
              </a:rPr>
              <a:t>Faster to write</a:t>
            </a:r>
            <a:endParaRPr lang="en-IN" sz="2000" kern="1200" dirty="0">
              <a:solidFill>
                <a:schemeClr val="tx1"/>
              </a:solidFill>
            </a:endParaRPr>
          </a:p>
        </p:txBody>
      </p:sp>
      <p:sp>
        <p:nvSpPr>
          <p:cNvPr id="41" name="Freeform: Shape 40">
            <a:extLst>
              <a:ext uri="{FF2B5EF4-FFF2-40B4-BE49-F238E27FC236}">
                <a16:creationId xmlns:a16="http://schemas.microsoft.com/office/drawing/2014/main" id="{D689925D-6BB8-2729-A66A-AA7925A3F80E}"/>
              </a:ext>
            </a:extLst>
          </p:cNvPr>
          <p:cNvSpPr/>
          <p:nvPr/>
        </p:nvSpPr>
        <p:spPr>
          <a:xfrm>
            <a:off x="1149231" y="3317050"/>
            <a:ext cx="4116208" cy="433485"/>
          </a:xfrm>
          <a:custGeom>
            <a:avLst/>
            <a:gdLst>
              <a:gd name="csX0" fmla="*/ 0 w 4116208"/>
              <a:gd name="csY0" fmla="*/ 0 h 433485"/>
              <a:gd name="csX1" fmla="*/ 4116208 w 4116208"/>
              <a:gd name="csY1" fmla="*/ 0 h 433485"/>
              <a:gd name="csX2" fmla="*/ 4116208 w 4116208"/>
              <a:gd name="csY2" fmla="*/ 433485 h 433485"/>
              <a:gd name="csX3" fmla="*/ 0 w 4116208"/>
              <a:gd name="csY3" fmla="*/ 433485 h 433485"/>
              <a:gd name="csX4" fmla="*/ 0 w 4116208"/>
              <a:gd name="csY4" fmla="*/ 0 h 433485"/>
            </a:gdLst>
            <a:ahLst/>
            <a:cxnLst>
              <a:cxn ang="0">
                <a:pos x="csX0" y="csY0"/>
              </a:cxn>
              <a:cxn ang="0">
                <a:pos x="csX1" y="csY1"/>
              </a:cxn>
              <a:cxn ang="0">
                <a:pos x="csX2" y="csY2"/>
              </a:cxn>
              <a:cxn ang="0">
                <a:pos x="csX3" y="csY3"/>
              </a:cxn>
              <a:cxn ang="0">
                <a:pos x="csX4" y="csY4"/>
              </a:cxn>
            </a:cxnLst>
            <a:rect l="l" t="t" r="r" b="b"/>
            <a:pathLst>
              <a:path w="4116208" h="433485">
                <a:moveTo>
                  <a:pt x="0" y="0"/>
                </a:moveTo>
                <a:lnTo>
                  <a:pt x="4116208" y="0"/>
                </a:lnTo>
                <a:lnTo>
                  <a:pt x="4116208" y="433485"/>
                </a:lnTo>
                <a:lnTo>
                  <a:pt x="0" y="433485"/>
                </a:lnTo>
                <a:lnTo>
                  <a:pt x="0" y="0"/>
                </a:lnTo>
                <a:close/>
              </a:path>
            </a:pathLst>
          </a:custGeom>
          <a:solidFill>
            <a:schemeClr val="bg1"/>
          </a:solidFill>
          <a:ln>
            <a:solidFill>
              <a:srgbClr val="215F9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6200" tIns="76200" rIns="76200" bIns="76200" numCol="1" spcCol="1270" anchor="ctr" anchorCtr="0">
            <a:noAutofit/>
          </a:bodyPr>
          <a:lstStyle/>
          <a:p>
            <a:pPr lvl="0" defTabSz="889000">
              <a:lnSpc>
                <a:spcPct val="90000"/>
              </a:lnSpc>
              <a:spcBef>
                <a:spcPct val="0"/>
              </a:spcBef>
              <a:spcAft>
                <a:spcPct val="35000"/>
              </a:spcAft>
            </a:pPr>
            <a:r>
              <a:rPr lang="en-US" sz="2000" dirty="0">
                <a:solidFill>
                  <a:schemeClr val="tx1"/>
                </a:solidFill>
              </a:rPr>
              <a:t>Less control</a:t>
            </a:r>
            <a:endParaRPr lang="en-IN" sz="2000" kern="1200" dirty="0">
              <a:solidFill>
                <a:schemeClr val="tx1"/>
              </a:solidFill>
            </a:endParaRPr>
          </a:p>
        </p:txBody>
      </p:sp>
      <p:sp>
        <p:nvSpPr>
          <p:cNvPr id="42" name="Freeform: Shape 41">
            <a:extLst>
              <a:ext uri="{FF2B5EF4-FFF2-40B4-BE49-F238E27FC236}">
                <a16:creationId xmlns:a16="http://schemas.microsoft.com/office/drawing/2014/main" id="{30BC7D6D-1C94-7AFE-19A8-30EDA160F3EE}"/>
              </a:ext>
            </a:extLst>
          </p:cNvPr>
          <p:cNvSpPr/>
          <p:nvPr/>
        </p:nvSpPr>
        <p:spPr>
          <a:xfrm>
            <a:off x="1149231" y="3805255"/>
            <a:ext cx="4116208" cy="433485"/>
          </a:xfrm>
          <a:custGeom>
            <a:avLst/>
            <a:gdLst>
              <a:gd name="csX0" fmla="*/ 0 w 4116208"/>
              <a:gd name="csY0" fmla="*/ 0 h 433485"/>
              <a:gd name="csX1" fmla="*/ 4116208 w 4116208"/>
              <a:gd name="csY1" fmla="*/ 0 h 433485"/>
              <a:gd name="csX2" fmla="*/ 4116208 w 4116208"/>
              <a:gd name="csY2" fmla="*/ 433485 h 433485"/>
              <a:gd name="csX3" fmla="*/ 0 w 4116208"/>
              <a:gd name="csY3" fmla="*/ 433485 h 433485"/>
              <a:gd name="csX4" fmla="*/ 0 w 4116208"/>
              <a:gd name="csY4" fmla="*/ 0 h 433485"/>
            </a:gdLst>
            <a:ahLst/>
            <a:cxnLst>
              <a:cxn ang="0">
                <a:pos x="csX0" y="csY0"/>
              </a:cxn>
              <a:cxn ang="0">
                <a:pos x="csX1" y="csY1"/>
              </a:cxn>
              <a:cxn ang="0">
                <a:pos x="csX2" y="csY2"/>
              </a:cxn>
              <a:cxn ang="0">
                <a:pos x="csX3" y="csY3"/>
              </a:cxn>
              <a:cxn ang="0">
                <a:pos x="csX4" y="csY4"/>
              </a:cxn>
            </a:cxnLst>
            <a:rect l="l" t="t" r="r" b="b"/>
            <a:pathLst>
              <a:path w="4116208" h="433485">
                <a:moveTo>
                  <a:pt x="0" y="0"/>
                </a:moveTo>
                <a:lnTo>
                  <a:pt x="4116208" y="0"/>
                </a:lnTo>
                <a:lnTo>
                  <a:pt x="4116208" y="433485"/>
                </a:lnTo>
                <a:lnTo>
                  <a:pt x="0" y="433485"/>
                </a:lnTo>
                <a:lnTo>
                  <a:pt x="0" y="0"/>
                </a:lnTo>
                <a:close/>
              </a:path>
            </a:pathLst>
          </a:custGeom>
          <a:solidFill>
            <a:schemeClr val="bg1"/>
          </a:solidFill>
          <a:ln>
            <a:solidFill>
              <a:srgbClr val="215F9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6200" tIns="76200" rIns="76200" bIns="76200" numCol="1" spcCol="1270" anchor="ctr" anchorCtr="0">
            <a:noAutofit/>
          </a:bodyPr>
          <a:lstStyle/>
          <a:p>
            <a:pPr lvl="0" defTabSz="889000">
              <a:lnSpc>
                <a:spcPct val="90000"/>
              </a:lnSpc>
              <a:spcBef>
                <a:spcPct val="0"/>
              </a:spcBef>
              <a:spcAft>
                <a:spcPct val="35000"/>
              </a:spcAft>
            </a:pPr>
            <a:r>
              <a:rPr lang="en-US" sz="2000" dirty="0">
                <a:solidFill>
                  <a:schemeClr val="tx1"/>
                </a:solidFill>
              </a:rPr>
              <a:t>Output may vary</a:t>
            </a:r>
            <a:endParaRPr lang="en-IN" sz="2000" kern="1200" dirty="0">
              <a:solidFill>
                <a:schemeClr val="tx1"/>
              </a:solidFill>
            </a:endParaRPr>
          </a:p>
        </p:txBody>
      </p:sp>
      <p:sp>
        <p:nvSpPr>
          <p:cNvPr id="46" name="Freeform: Shape 45">
            <a:extLst>
              <a:ext uri="{FF2B5EF4-FFF2-40B4-BE49-F238E27FC236}">
                <a16:creationId xmlns:a16="http://schemas.microsoft.com/office/drawing/2014/main" id="{587E6423-4158-5300-D8FD-45FDFD3B93DD}"/>
              </a:ext>
            </a:extLst>
          </p:cNvPr>
          <p:cNvSpPr/>
          <p:nvPr/>
        </p:nvSpPr>
        <p:spPr>
          <a:xfrm>
            <a:off x="1149231" y="4679270"/>
            <a:ext cx="4116208" cy="400139"/>
          </a:xfrm>
          <a:custGeom>
            <a:avLst/>
            <a:gdLst>
              <a:gd name="csX0" fmla="*/ 0 w 4116208"/>
              <a:gd name="csY0" fmla="*/ 0 h 400139"/>
              <a:gd name="csX1" fmla="*/ 4116208 w 4116208"/>
              <a:gd name="csY1" fmla="*/ 0 h 400139"/>
              <a:gd name="csX2" fmla="*/ 4116208 w 4116208"/>
              <a:gd name="csY2" fmla="*/ 400139 h 400139"/>
              <a:gd name="csX3" fmla="*/ 0 w 4116208"/>
              <a:gd name="csY3" fmla="*/ 400139 h 400139"/>
              <a:gd name="csX4" fmla="*/ 0 w 4116208"/>
              <a:gd name="csY4" fmla="*/ 0 h 400139"/>
            </a:gdLst>
            <a:ahLst/>
            <a:cxnLst>
              <a:cxn ang="0">
                <a:pos x="csX0" y="csY0"/>
              </a:cxn>
              <a:cxn ang="0">
                <a:pos x="csX1" y="csY1"/>
              </a:cxn>
              <a:cxn ang="0">
                <a:pos x="csX2" y="csY2"/>
              </a:cxn>
              <a:cxn ang="0">
                <a:pos x="csX3" y="csY3"/>
              </a:cxn>
              <a:cxn ang="0">
                <a:pos x="csX4" y="csY4"/>
              </a:cxn>
            </a:cxnLst>
            <a:rect l="l" t="t" r="r" b="b"/>
            <a:pathLst>
              <a:path w="4116208" h="400139">
                <a:moveTo>
                  <a:pt x="0" y="0"/>
                </a:moveTo>
                <a:lnTo>
                  <a:pt x="4116208" y="0"/>
                </a:lnTo>
                <a:lnTo>
                  <a:pt x="4116208" y="400139"/>
                </a:lnTo>
                <a:lnTo>
                  <a:pt x="0" y="400139"/>
                </a:lnTo>
                <a:lnTo>
                  <a:pt x="0" y="0"/>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Task is simple </a:t>
            </a:r>
            <a:endParaRPr lang="en-IN" sz="1800" kern="1200" dirty="0"/>
          </a:p>
        </p:txBody>
      </p:sp>
      <p:sp>
        <p:nvSpPr>
          <p:cNvPr id="47" name="Freeform: Shape 46">
            <a:extLst>
              <a:ext uri="{FF2B5EF4-FFF2-40B4-BE49-F238E27FC236}">
                <a16:creationId xmlns:a16="http://schemas.microsoft.com/office/drawing/2014/main" id="{B450B158-8B6B-8858-23FE-D7DEAB591178}"/>
              </a:ext>
            </a:extLst>
          </p:cNvPr>
          <p:cNvSpPr/>
          <p:nvPr/>
        </p:nvSpPr>
        <p:spPr>
          <a:xfrm>
            <a:off x="1149231" y="5131250"/>
            <a:ext cx="4116208" cy="400139"/>
          </a:xfrm>
          <a:custGeom>
            <a:avLst/>
            <a:gdLst>
              <a:gd name="csX0" fmla="*/ 0 w 4116208"/>
              <a:gd name="csY0" fmla="*/ 0 h 400139"/>
              <a:gd name="csX1" fmla="*/ 4116208 w 4116208"/>
              <a:gd name="csY1" fmla="*/ 0 h 400139"/>
              <a:gd name="csX2" fmla="*/ 4116208 w 4116208"/>
              <a:gd name="csY2" fmla="*/ 400139 h 400139"/>
              <a:gd name="csX3" fmla="*/ 0 w 4116208"/>
              <a:gd name="csY3" fmla="*/ 400139 h 400139"/>
              <a:gd name="csX4" fmla="*/ 0 w 4116208"/>
              <a:gd name="csY4" fmla="*/ 0 h 400139"/>
            </a:gdLst>
            <a:ahLst/>
            <a:cxnLst>
              <a:cxn ang="0">
                <a:pos x="csX0" y="csY0"/>
              </a:cxn>
              <a:cxn ang="0">
                <a:pos x="csX1" y="csY1"/>
              </a:cxn>
              <a:cxn ang="0">
                <a:pos x="csX2" y="csY2"/>
              </a:cxn>
              <a:cxn ang="0">
                <a:pos x="csX3" y="csY3"/>
              </a:cxn>
              <a:cxn ang="0">
                <a:pos x="csX4" y="csY4"/>
              </a:cxn>
            </a:cxnLst>
            <a:rect l="l" t="t" r="r" b="b"/>
            <a:pathLst>
              <a:path w="4116208" h="400139">
                <a:moveTo>
                  <a:pt x="0" y="0"/>
                </a:moveTo>
                <a:lnTo>
                  <a:pt x="4116208" y="0"/>
                </a:lnTo>
                <a:lnTo>
                  <a:pt x="4116208" y="400139"/>
                </a:lnTo>
                <a:lnTo>
                  <a:pt x="0" y="400139"/>
                </a:lnTo>
                <a:lnTo>
                  <a:pt x="0" y="0"/>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Format is common</a:t>
            </a:r>
            <a:endParaRPr lang="en-IN" sz="1800" kern="1200" dirty="0"/>
          </a:p>
        </p:txBody>
      </p:sp>
      <p:sp>
        <p:nvSpPr>
          <p:cNvPr id="48" name="Freeform: Shape 47">
            <a:extLst>
              <a:ext uri="{FF2B5EF4-FFF2-40B4-BE49-F238E27FC236}">
                <a16:creationId xmlns:a16="http://schemas.microsoft.com/office/drawing/2014/main" id="{A79474B0-1AAE-7860-7EE1-5505500CAE77}"/>
              </a:ext>
            </a:extLst>
          </p:cNvPr>
          <p:cNvSpPr/>
          <p:nvPr/>
        </p:nvSpPr>
        <p:spPr>
          <a:xfrm>
            <a:off x="1149231" y="5583230"/>
            <a:ext cx="4116208" cy="400139"/>
          </a:xfrm>
          <a:custGeom>
            <a:avLst/>
            <a:gdLst>
              <a:gd name="csX0" fmla="*/ 0 w 4116208"/>
              <a:gd name="csY0" fmla="*/ 0 h 400139"/>
              <a:gd name="csX1" fmla="*/ 4116208 w 4116208"/>
              <a:gd name="csY1" fmla="*/ 0 h 400139"/>
              <a:gd name="csX2" fmla="*/ 4116208 w 4116208"/>
              <a:gd name="csY2" fmla="*/ 400139 h 400139"/>
              <a:gd name="csX3" fmla="*/ 0 w 4116208"/>
              <a:gd name="csY3" fmla="*/ 400139 h 400139"/>
              <a:gd name="csX4" fmla="*/ 0 w 4116208"/>
              <a:gd name="csY4" fmla="*/ 0 h 400139"/>
            </a:gdLst>
            <a:ahLst/>
            <a:cxnLst>
              <a:cxn ang="0">
                <a:pos x="csX0" y="csY0"/>
              </a:cxn>
              <a:cxn ang="0">
                <a:pos x="csX1" y="csY1"/>
              </a:cxn>
              <a:cxn ang="0">
                <a:pos x="csX2" y="csY2"/>
              </a:cxn>
              <a:cxn ang="0">
                <a:pos x="csX3" y="csY3"/>
              </a:cxn>
              <a:cxn ang="0">
                <a:pos x="csX4" y="csY4"/>
              </a:cxn>
            </a:cxnLst>
            <a:rect l="l" t="t" r="r" b="b"/>
            <a:pathLst>
              <a:path w="4116208" h="400139">
                <a:moveTo>
                  <a:pt x="0" y="0"/>
                </a:moveTo>
                <a:lnTo>
                  <a:pt x="4116208" y="0"/>
                </a:lnTo>
                <a:lnTo>
                  <a:pt x="4116208" y="400139"/>
                </a:lnTo>
                <a:lnTo>
                  <a:pt x="0" y="400139"/>
                </a:lnTo>
                <a:lnTo>
                  <a:pt x="0" y="0"/>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Variations are okay</a:t>
            </a:r>
            <a:endParaRPr lang="en-IN" sz="1800" kern="1200" dirty="0"/>
          </a:p>
        </p:txBody>
      </p:sp>
      <p:sp>
        <p:nvSpPr>
          <p:cNvPr id="44" name="TextBox 43">
            <a:extLst>
              <a:ext uri="{FF2B5EF4-FFF2-40B4-BE49-F238E27FC236}">
                <a16:creationId xmlns:a16="http://schemas.microsoft.com/office/drawing/2014/main" id="{788D1AF8-1D83-3B9D-6C12-C2B24CF53540}"/>
              </a:ext>
            </a:extLst>
          </p:cNvPr>
          <p:cNvSpPr txBox="1"/>
          <p:nvPr/>
        </p:nvSpPr>
        <p:spPr>
          <a:xfrm>
            <a:off x="1149231" y="4238740"/>
            <a:ext cx="1887793" cy="461665"/>
          </a:xfrm>
          <a:prstGeom prst="rect">
            <a:avLst/>
          </a:prstGeom>
          <a:noFill/>
        </p:spPr>
        <p:txBody>
          <a:bodyPr wrap="square">
            <a:spAutoFit/>
          </a:bodyPr>
          <a:lstStyle/>
          <a:p>
            <a:r>
              <a:rPr lang="en-IN" sz="2400" b="1" dirty="0"/>
              <a:t>Best when:  </a:t>
            </a:r>
          </a:p>
        </p:txBody>
      </p:sp>
      <p:sp>
        <p:nvSpPr>
          <p:cNvPr id="7" name="TextBox 6">
            <a:extLst>
              <a:ext uri="{FF2B5EF4-FFF2-40B4-BE49-F238E27FC236}">
                <a16:creationId xmlns:a16="http://schemas.microsoft.com/office/drawing/2014/main" id="{E03C9E34-F53D-4BA2-7570-712262B8AD34}"/>
              </a:ext>
            </a:extLst>
          </p:cNvPr>
          <p:cNvSpPr txBox="1"/>
          <p:nvPr/>
        </p:nvSpPr>
        <p:spPr>
          <a:xfrm>
            <a:off x="3403910" y="6259042"/>
            <a:ext cx="6094140" cy="369332"/>
          </a:xfrm>
          <a:prstGeom prst="rect">
            <a:avLst/>
          </a:prstGeom>
          <a:noFill/>
          <a:ln w="19050">
            <a:solidFill>
              <a:srgbClr val="00B0F0"/>
            </a:solidFill>
          </a:ln>
        </p:spPr>
        <p:txBody>
          <a:bodyPr wrap="square">
            <a:spAutoFit/>
          </a:bodyPr>
          <a:lstStyle/>
          <a:p>
            <a:pPr algn="ctr"/>
            <a:r>
              <a:rPr lang="en-US" dirty="0"/>
              <a:t>Use zero-shot for speed, few-shot for precision</a:t>
            </a:r>
          </a:p>
        </p:txBody>
      </p:sp>
    </p:spTree>
    <p:extLst>
      <p:ext uri="{BB962C8B-B14F-4D97-AF65-F5344CB8AC3E}">
        <p14:creationId xmlns:p14="http://schemas.microsoft.com/office/powerpoint/2010/main" val="37926451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E42C2C3-BB77-36E1-C770-8720622F8C2B}"/>
              </a:ext>
            </a:extLst>
          </p:cNvPr>
          <p:cNvSpPr/>
          <p:nvPr/>
        </p:nvSpPr>
        <p:spPr>
          <a:xfrm>
            <a:off x="0" y="176297"/>
            <a:ext cx="12192000" cy="606056"/>
          </a:xfrm>
          <a:prstGeom prst="rect">
            <a:avLst/>
          </a:prstGeom>
          <a:solidFill>
            <a:schemeClr val="accent2">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latinLnBrk="1"/>
            <a:r>
              <a:rPr lang="en-US" sz="2800" b="1" dirty="0"/>
              <a:t>The 5-Part Prompt Structure</a:t>
            </a:r>
          </a:p>
        </p:txBody>
      </p:sp>
      <p:sp>
        <p:nvSpPr>
          <p:cNvPr id="6" name="TextBox 5">
            <a:extLst>
              <a:ext uri="{FF2B5EF4-FFF2-40B4-BE49-F238E27FC236}">
                <a16:creationId xmlns:a16="http://schemas.microsoft.com/office/drawing/2014/main" id="{EA37061B-6B11-899F-07C1-15D75ED493E1}"/>
              </a:ext>
            </a:extLst>
          </p:cNvPr>
          <p:cNvSpPr txBox="1"/>
          <p:nvPr/>
        </p:nvSpPr>
        <p:spPr>
          <a:xfrm>
            <a:off x="1022555" y="1034055"/>
            <a:ext cx="10097730" cy="707886"/>
          </a:xfrm>
          <a:prstGeom prst="rect">
            <a:avLst/>
          </a:prstGeom>
          <a:noFill/>
        </p:spPr>
        <p:txBody>
          <a:bodyPr wrap="square">
            <a:spAutoFit/>
          </a:bodyPr>
          <a:lstStyle/>
          <a:p>
            <a:r>
              <a:rPr lang="en-US" sz="2000" b="1" dirty="0"/>
              <a:t>The 5-part prompt structure is a checklist that helps you clearly guide AI instead of letting it guess.</a:t>
            </a:r>
          </a:p>
        </p:txBody>
      </p:sp>
      <p:sp>
        <p:nvSpPr>
          <p:cNvPr id="8" name="TextBox 7">
            <a:extLst>
              <a:ext uri="{FF2B5EF4-FFF2-40B4-BE49-F238E27FC236}">
                <a16:creationId xmlns:a16="http://schemas.microsoft.com/office/drawing/2014/main" id="{445831F6-F00F-9B35-0ECC-1E0423820736}"/>
              </a:ext>
            </a:extLst>
          </p:cNvPr>
          <p:cNvSpPr txBox="1"/>
          <p:nvPr/>
        </p:nvSpPr>
        <p:spPr>
          <a:xfrm>
            <a:off x="4143499" y="1556965"/>
            <a:ext cx="2492177" cy="369332"/>
          </a:xfrm>
          <a:prstGeom prst="rect">
            <a:avLst/>
          </a:prstGeom>
          <a:noFill/>
        </p:spPr>
        <p:txBody>
          <a:bodyPr wrap="square">
            <a:spAutoFit/>
          </a:bodyPr>
          <a:lstStyle/>
          <a:p>
            <a:r>
              <a:rPr lang="en-US" b="1" dirty="0"/>
              <a:t>The 5 Building Blocks</a:t>
            </a:r>
            <a:endParaRPr lang="en-US" dirty="0"/>
          </a:p>
        </p:txBody>
      </p:sp>
      <p:sp>
        <p:nvSpPr>
          <p:cNvPr id="22" name="TextBox 21">
            <a:extLst>
              <a:ext uri="{FF2B5EF4-FFF2-40B4-BE49-F238E27FC236}">
                <a16:creationId xmlns:a16="http://schemas.microsoft.com/office/drawing/2014/main" id="{C173B90E-214A-7177-B11C-2C12AAF211B5}"/>
              </a:ext>
            </a:extLst>
          </p:cNvPr>
          <p:cNvSpPr txBox="1"/>
          <p:nvPr/>
        </p:nvSpPr>
        <p:spPr>
          <a:xfrm>
            <a:off x="2498651" y="6404622"/>
            <a:ext cx="6550542" cy="326115"/>
          </a:xfrm>
          <a:prstGeom prst="rect">
            <a:avLst/>
          </a:prstGeom>
          <a:noFill/>
        </p:spPr>
        <p:txBody>
          <a:bodyPr wrap="square">
            <a:spAutoFit/>
          </a:bodyPr>
          <a:lstStyle/>
          <a:p>
            <a:pPr latinLnBrk="1">
              <a:lnSpc>
                <a:spcPts val="1650"/>
              </a:lnSpc>
            </a:pPr>
            <a:r>
              <a:rPr lang="en-US" sz="2000" b="1" dirty="0">
                <a:solidFill>
                  <a:srgbClr val="4B5563"/>
                </a:solidFill>
                <a:effectLst/>
                <a:latin typeface="Menlo"/>
              </a:rPr>
              <a:t>Think of these as building blocks </a:t>
            </a:r>
            <a:r>
              <a:rPr lang="en-US" sz="2000" b="1" dirty="0">
                <a:solidFill>
                  <a:srgbClr val="4B5563"/>
                </a:solidFill>
              </a:rPr>
              <a:t>not strict rules to follow</a:t>
            </a:r>
            <a:r>
              <a:rPr lang="en-US" sz="2000" b="1" dirty="0"/>
              <a:t>.</a:t>
            </a:r>
          </a:p>
        </p:txBody>
      </p:sp>
      <p:grpSp>
        <p:nvGrpSpPr>
          <p:cNvPr id="2" name="Group 1">
            <a:extLst>
              <a:ext uri="{FF2B5EF4-FFF2-40B4-BE49-F238E27FC236}">
                <a16:creationId xmlns:a16="http://schemas.microsoft.com/office/drawing/2014/main" id="{506EE20F-130D-31D9-2942-7E452D18D68F}"/>
              </a:ext>
            </a:extLst>
          </p:cNvPr>
          <p:cNvGrpSpPr/>
          <p:nvPr/>
        </p:nvGrpSpPr>
        <p:grpSpPr>
          <a:xfrm>
            <a:off x="774402" y="2217972"/>
            <a:ext cx="3880805" cy="447752"/>
            <a:chOff x="715963" y="2441575"/>
            <a:chExt cx="5849938" cy="246062"/>
          </a:xfrm>
        </p:grpSpPr>
        <p:sp>
          <p:nvSpPr>
            <p:cNvPr id="3" name="Freeform 101">
              <a:extLst>
                <a:ext uri="{FF2B5EF4-FFF2-40B4-BE49-F238E27FC236}">
                  <a16:creationId xmlns:a16="http://schemas.microsoft.com/office/drawing/2014/main" id="{F7D1403E-8900-8A3B-9C96-EEADF0DCB18A}"/>
                </a:ext>
              </a:extLst>
            </p:cNvPr>
            <p:cNvSpPr>
              <a:spLocks/>
            </p:cNvSpPr>
            <p:nvPr/>
          </p:nvSpPr>
          <p:spPr bwMode="auto">
            <a:xfrm>
              <a:off x="715963" y="2441575"/>
              <a:ext cx="5849938" cy="166687"/>
            </a:xfrm>
            <a:custGeom>
              <a:avLst/>
              <a:gdLst>
                <a:gd name="T0" fmla="*/ 0 w 3685"/>
                <a:gd name="T1" fmla="*/ 105 h 105"/>
                <a:gd name="T2" fmla="*/ 387 w 3685"/>
                <a:gd name="T3" fmla="*/ 0 h 105"/>
                <a:gd name="T4" fmla="*/ 3290 w 3685"/>
                <a:gd name="T5" fmla="*/ 0 h 105"/>
                <a:gd name="T6" fmla="*/ 3685 w 3685"/>
                <a:gd name="T7" fmla="*/ 105 h 105"/>
                <a:gd name="T8" fmla="*/ 0 w 3685"/>
                <a:gd name="T9" fmla="*/ 105 h 105"/>
              </a:gdLst>
              <a:ahLst/>
              <a:cxnLst>
                <a:cxn ang="0">
                  <a:pos x="T0" y="T1"/>
                </a:cxn>
                <a:cxn ang="0">
                  <a:pos x="T2" y="T3"/>
                </a:cxn>
                <a:cxn ang="0">
                  <a:pos x="T4" y="T5"/>
                </a:cxn>
                <a:cxn ang="0">
                  <a:pos x="T6" y="T7"/>
                </a:cxn>
                <a:cxn ang="0">
                  <a:pos x="T8" y="T9"/>
                </a:cxn>
              </a:cxnLst>
              <a:rect l="0" t="0" r="r" b="b"/>
              <a:pathLst>
                <a:path w="3685" h="105">
                  <a:moveTo>
                    <a:pt x="0" y="105"/>
                  </a:moveTo>
                  <a:lnTo>
                    <a:pt x="387" y="0"/>
                  </a:lnTo>
                  <a:lnTo>
                    <a:pt x="3290" y="0"/>
                  </a:lnTo>
                  <a:lnTo>
                    <a:pt x="3685" y="105"/>
                  </a:lnTo>
                  <a:lnTo>
                    <a:pt x="0" y="105"/>
                  </a:lnTo>
                  <a:close/>
                </a:path>
              </a:pathLst>
            </a:custGeom>
            <a:solidFill>
              <a:schemeClr val="bg2">
                <a:lumMod val="75000"/>
                <a:lumOff val="25000"/>
              </a:schemeClr>
            </a:solidFill>
            <a:ln>
              <a:noFill/>
            </a:ln>
          </p:spPr>
          <p:txBody>
            <a:bodyPr/>
            <a:lstStyle/>
            <a:p>
              <a:pPr eaLnBrk="1" fontAlgn="auto" hangingPunct="1">
                <a:spcBef>
                  <a:spcPts val="0"/>
                </a:spcBef>
                <a:spcAft>
                  <a:spcPts val="0"/>
                </a:spcAft>
                <a:defRPr/>
              </a:pPr>
              <a:endParaRPr lang="ru-UA">
                <a:latin typeface="+mn-lt"/>
              </a:endParaRPr>
            </a:p>
          </p:txBody>
        </p:sp>
        <p:grpSp>
          <p:nvGrpSpPr>
            <p:cNvPr id="5" name="Group 4">
              <a:extLst>
                <a:ext uri="{FF2B5EF4-FFF2-40B4-BE49-F238E27FC236}">
                  <a16:creationId xmlns:a16="http://schemas.microsoft.com/office/drawing/2014/main" id="{24931952-3789-7D48-FB97-1AAA19F7106E}"/>
                </a:ext>
              </a:extLst>
            </p:cNvPr>
            <p:cNvGrpSpPr/>
            <p:nvPr/>
          </p:nvGrpSpPr>
          <p:grpSpPr>
            <a:xfrm>
              <a:off x="715963" y="2603500"/>
              <a:ext cx="5849938" cy="84137"/>
              <a:chOff x="3100388" y="492125"/>
              <a:chExt cx="5319713" cy="73025"/>
            </a:xfrm>
            <a:effectLst>
              <a:outerShdw blurRad="50800" dist="38100" dir="5400000" algn="t" rotWithShape="0">
                <a:prstClr val="black">
                  <a:alpha val="40000"/>
                </a:prstClr>
              </a:outerShdw>
            </a:effectLst>
          </p:grpSpPr>
          <p:sp>
            <p:nvSpPr>
              <p:cNvPr id="7" name="Rectangle 163">
                <a:extLst>
                  <a:ext uri="{FF2B5EF4-FFF2-40B4-BE49-F238E27FC236}">
                    <a16:creationId xmlns:a16="http://schemas.microsoft.com/office/drawing/2014/main" id="{AD1B8202-05AC-22A8-BFA5-9A5501B51B9F}"/>
                  </a:ext>
                </a:extLst>
              </p:cNvPr>
              <p:cNvSpPr>
                <a:spLocks noChangeArrowheads="1"/>
              </p:cNvSpPr>
              <p:nvPr/>
            </p:nvSpPr>
            <p:spPr bwMode="auto">
              <a:xfrm>
                <a:off x="3832225" y="492125"/>
                <a:ext cx="3859213" cy="73025"/>
              </a:xfrm>
              <a:prstGeom prst="rect">
                <a:avLst/>
              </a:prstGeom>
              <a:solidFill>
                <a:srgbClr val="334257"/>
              </a:solidFill>
              <a:ln>
                <a:noFill/>
              </a:ln>
            </p:spPr>
            <p:txBody>
              <a:bodyPr/>
              <a:lstStyle/>
              <a:p>
                <a:pPr eaLnBrk="1" fontAlgn="auto" hangingPunct="1">
                  <a:spcBef>
                    <a:spcPts val="0"/>
                  </a:spcBef>
                  <a:spcAft>
                    <a:spcPts val="0"/>
                  </a:spcAft>
                  <a:defRPr/>
                </a:pPr>
                <a:endParaRPr lang="ru-UA" dirty="0">
                  <a:latin typeface="+mn-lt"/>
                </a:endParaRPr>
              </a:p>
            </p:txBody>
          </p:sp>
          <p:sp>
            <p:nvSpPr>
              <p:cNvPr id="13" name="Rectangle 164">
                <a:extLst>
                  <a:ext uri="{FF2B5EF4-FFF2-40B4-BE49-F238E27FC236}">
                    <a16:creationId xmlns:a16="http://schemas.microsoft.com/office/drawing/2014/main" id="{43A98618-306D-3BF8-751B-C60180A50F8E}"/>
                  </a:ext>
                </a:extLst>
              </p:cNvPr>
              <p:cNvSpPr>
                <a:spLocks noChangeArrowheads="1"/>
              </p:cNvSpPr>
              <p:nvPr/>
            </p:nvSpPr>
            <p:spPr bwMode="auto">
              <a:xfrm>
                <a:off x="3100388" y="492125"/>
                <a:ext cx="731838" cy="73025"/>
              </a:xfrm>
              <a:prstGeom prst="rect">
                <a:avLst/>
              </a:prstGeom>
              <a:solidFill>
                <a:schemeClr val="bg2">
                  <a:lumMod val="90000"/>
                  <a:lumOff val="10000"/>
                </a:schemeClr>
              </a:solidFill>
              <a:ln>
                <a:noFill/>
              </a:ln>
            </p:spPr>
            <p:txBody>
              <a:bodyPr/>
              <a:lstStyle/>
              <a:p>
                <a:pPr eaLnBrk="1" fontAlgn="auto" hangingPunct="1">
                  <a:spcBef>
                    <a:spcPts val="0"/>
                  </a:spcBef>
                  <a:spcAft>
                    <a:spcPts val="0"/>
                  </a:spcAft>
                  <a:defRPr/>
                </a:pPr>
                <a:endParaRPr lang="ru-UA">
                  <a:latin typeface="+mn-lt"/>
                </a:endParaRPr>
              </a:p>
            </p:txBody>
          </p:sp>
          <p:sp>
            <p:nvSpPr>
              <p:cNvPr id="15" name="Rectangle 165">
                <a:extLst>
                  <a:ext uri="{FF2B5EF4-FFF2-40B4-BE49-F238E27FC236}">
                    <a16:creationId xmlns:a16="http://schemas.microsoft.com/office/drawing/2014/main" id="{9E8DCC11-B4FA-E4E6-8F9F-B91277CDA0C3}"/>
                  </a:ext>
                </a:extLst>
              </p:cNvPr>
              <p:cNvSpPr>
                <a:spLocks noChangeArrowheads="1"/>
              </p:cNvSpPr>
              <p:nvPr/>
            </p:nvSpPr>
            <p:spPr bwMode="auto">
              <a:xfrm>
                <a:off x="7691438" y="492125"/>
                <a:ext cx="728663" cy="73025"/>
              </a:xfrm>
              <a:prstGeom prst="rect">
                <a:avLst/>
              </a:prstGeom>
              <a:solidFill>
                <a:schemeClr val="bg2">
                  <a:lumMod val="90000"/>
                  <a:lumOff val="10000"/>
                </a:schemeClr>
              </a:solidFill>
              <a:ln>
                <a:noFill/>
              </a:ln>
            </p:spPr>
            <p:txBody>
              <a:bodyPr/>
              <a:lstStyle/>
              <a:p>
                <a:pPr eaLnBrk="1" fontAlgn="auto" hangingPunct="1">
                  <a:spcBef>
                    <a:spcPts val="0"/>
                  </a:spcBef>
                  <a:spcAft>
                    <a:spcPts val="0"/>
                  </a:spcAft>
                  <a:defRPr/>
                </a:pPr>
                <a:endParaRPr lang="ru-UA">
                  <a:latin typeface="+mn-lt"/>
                </a:endParaRPr>
              </a:p>
            </p:txBody>
          </p:sp>
        </p:grpSp>
      </p:grpSp>
      <p:sp>
        <p:nvSpPr>
          <p:cNvPr id="19" name="TextBox 18">
            <a:extLst>
              <a:ext uri="{FF2B5EF4-FFF2-40B4-BE49-F238E27FC236}">
                <a16:creationId xmlns:a16="http://schemas.microsoft.com/office/drawing/2014/main" id="{0D5C03C5-D5E6-AFAE-94B5-03FC86E604A5}"/>
              </a:ext>
            </a:extLst>
          </p:cNvPr>
          <p:cNvSpPr txBox="1"/>
          <p:nvPr/>
        </p:nvSpPr>
        <p:spPr>
          <a:xfrm>
            <a:off x="1176018" y="1908514"/>
            <a:ext cx="3079889" cy="584775"/>
          </a:xfrm>
          <a:prstGeom prst="rect">
            <a:avLst/>
          </a:prstGeom>
          <a:noFill/>
        </p:spPr>
        <p:txBody>
          <a:bodyPr wrap="square" rtlCol="0">
            <a:spAutoFit/>
          </a:bodyPr>
          <a:lstStyle/>
          <a:p>
            <a:pPr algn="ctr"/>
            <a:r>
              <a:rPr lang="en-US" sz="3200" b="1" dirty="0"/>
              <a:t>Role</a:t>
            </a:r>
          </a:p>
        </p:txBody>
      </p:sp>
      <p:grpSp>
        <p:nvGrpSpPr>
          <p:cNvPr id="21" name="Group 20">
            <a:extLst>
              <a:ext uri="{FF2B5EF4-FFF2-40B4-BE49-F238E27FC236}">
                <a16:creationId xmlns:a16="http://schemas.microsoft.com/office/drawing/2014/main" id="{05C4CC06-2CA6-85CF-6563-3B2274DA6B2C}"/>
              </a:ext>
            </a:extLst>
          </p:cNvPr>
          <p:cNvGrpSpPr/>
          <p:nvPr/>
        </p:nvGrpSpPr>
        <p:grpSpPr>
          <a:xfrm>
            <a:off x="774402" y="3039520"/>
            <a:ext cx="3880805" cy="447752"/>
            <a:chOff x="715963" y="2441575"/>
            <a:chExt cx="5849938" cy="246062"/>
          </a:xfrm>
        </p:grpSpPr>
        <p:sp>
          <p:nvSpPr>
            <p:cNvPr id="23" name="Freeform 101">
              <a:extLst>
                <a:ext uri="{FF2B5EF4-FFF2-40B4-BE49-F238E27FC236}">
                  <a16:creationId xmlns:a16="http://schemas.microsoft.com/office/drawing/2014/main" id="{9C2ED76F-6AFB-F4C0-29EF-AB8EE72D9109}"/>
                </a:ext>
              </a:extLst>
            </p:cNvPr>
            <p:cNvSpPr>
              <a:spLocks/>
            </p:cNvSpPr>
            <p:nvPr/>
          </p:nvSpPr>
          <p:spPr bwMode="auto">
            <a:xfrm>
              <a:off x="715963" y="2441575"/>
              <a:ext cx="5849938" cy="166687"/>
            </a:xfrm>
            <a:custGeom>
              <a:avLst/>
              <a:gdLst>
                <a:gd name="T0" fmla="*/ 0 w 3685"/>
                <a:gd name="T1" fmla="*/ 105 h 105"/>
                <a:gd name="T2" fmla="*/ 387 w 3685"/>
                <a:gd name="T3" fmla="*/ 0 h 105"/>
                <a:gd name="T4" fmla="*/ 3290 w 3685"/>
                <a:gd name="T5" fmla="*/ 0 h 105"/>
                <a:gd name="T6" fmla="*/ 3685 w 3685"/>
                <a:gd name="T7" fmla="*/ 105 h 105"/>
                <a:gd name="T8" fmla="*/ 0 w 3685"/>
                <a:gd name="T9" fmla="*/ 105 h 105"/>
              </a:gdLst>
              <a:ahLst/>
              <a:cxnLst>
                <a:cxn ang="0">
                  <a:pos x="T0" y="T1"/>
                </a:cxn>
                <a:cxn ang="0">
                  <a:pos x="T2" y="T3"/>
                </a:cxn>
                <a:cxn ang="0">
                  <a:pos x="T4" y="T5"/>
                </a:cxn>
                <a:cxn ang="0">
                  <a:pos x="T6" y="T7"/>
                </a:cxn>
                <a:cxn ang="0">
                  <a:pos x="T8" y="T9"/>
                </a:cxn>
              </a:cxnLst>
              <a:rect l="0" t="0" r="r" b="b"/>
              <a:pathLst>
                <a:path w="3685" h="105">
                  <a:moveTo>
                    <a:pt x="0" y="105"/>
                  </a:moveTo>
                  <a:lnTo>
                    <a:pt x="387" y="0"/>
                  </a:lnTo>
                  <a:lnTo>
                    <a:pt x="3290" y="0"/>
                  </a:lnTo>
                  <a:lnTo>
                    <a:pt x="3685" y="105"/>
                  </a:lnTo>
                  <a:lnTo>
                    <a:pt x="0" y="105"/>
                  </a:lnTo>
                  <a:close/>
                </a:path>
              </a:pathLst>
            </a:custGeom>
            <a:solidFill>
              <a:schemeClr val="bg2">
                <a:lumMod val="75000"/>
                <a:lumOff val="25000"/>
              </a:schemeClr>
            </a:solidFill>
            <a:ln>
              <a:noFill/>
            </a:ln>
          </p:spPr>
          <p:txBody>
            <a:bodyPr/>
            <a:lstStyle/>
            <a:p>
              <a:pPr eaLnBrk="1" fontAlgn="auto" hangingPunct="1">
                <a:spcBef>
                  <a:spcPts val="0"/>
                </a:spcBef>
                <a:spcAft>
                  <a:spcPts val="0"/>
                </a:spcAft>
                <a:defRPr/>
              </a:pPr>
              <a:endParaRPr lang="ru-UA">
                <a:latin typeface="+mn-lt"/>
              </a:endParaRPr>
            </a:p>
          </p:txBody>
        </p:sp>
        <p:grpSp>
          <p:nvGrpSpPr>
            <p:cNvPr id="24" name="Group 23">
              <a:extLst>
                <a:ext uri="{FF2B5EF4-FFF2-40B4-BE49-F238E27FC236}">
                  <a16:creationId xmlns:a16="http://schemas.microsoft.com/office/drawing/2014/main" id="{D4188181-B20D-A03F-B1CD-6BBFED3C0D94}"/>
                </a:ext>
              </a:extLst>
            </p:cNvPr>
            <p:cNvGrpSpPr/>
            <p:nvPr/>
          </p:nvGrpSpPr>
          <p:grpSpPr>
            <a:xfrm>
              <a:off x="715963" y="2603500"/>
              <a:ext cx="5849938" cy="84137"/>
              <a:chOff x="3100388" y="492125"/>
              <a:chExt cx="5319713" cy="73025"/>
            </a:xfrm>
            <a:effectLst>
              <a:outerShdw blurRad="50800" dist="38100" dir="5400000" algn="t" rotWithShape="0">
                <a:prstClr val="black">
                  <a:alpha val="40000"/>
                </a:prstClr>
              </a:outerShdw>
            </a:effectLst>
          </p:grpSpPr>
          <p:sp>
            <p:nvSpPr>
              <p:cNvPr id="25" name="Rectangle 163">
                <a:extLst>
                  <a:ext uri="{FF2B5EF4-FFF2-40B4-BE49-F238E27FC236}">
                    <a16:creationId xmlns:a16="http://schemas.microsoft.com/office/drawing/2014/main" id="{179BD10B-9789-C285-0545-463C9F352DF3}"/>
                  </a:ext>
                </a:extLst>
              </p:cNvPr>
              <p:cNvSpPr>
                <a:spLocks noChangeArrowheads="1"/>
              </p:cNvSpPr>
              <p:nvPr/>
            </p:nvSpPr>
            <p:spPr bwMode="auto">
              <a:xfrm>
                <a:off x="3832225" y="492125"/>
                <a:ext cx="3859213" cy="73025"/>
              </a:xfrm>
              <a:prstGeom prst="rect">
                <a:avLst/>
              </a:prstGeom>
              <a:solidFill>
                <a:srgbClr val="334257"/>
              </a:solidFill>
              <a:ln>
                <a:noFill/>
              </a:ln>
            </p:spPr>
            <p:txBody>
              <a:bodyPr/>
              <a:lstStyle/>
              <a:p>
                <a:pPr eaLnBrk="1" fontAlgn="auto" hangingPunct="1">
                  <a:spcBef>
                    <a:spcPts val="0"/>
                  </a:spcBef>
                  <a:spcAft>
                    <a:spcPts val="0"/>
                  </a:spcAft>
                  <a:defRPr/>
                </a:pPr>
                <a:endParaRPr lang="ru-UA" dirty="0">
                  <a:latin typeface="+mn-lt"/>
                </a:endParaRPr>
              </a:p>
            </p:txBody>
          </p:sp>
          <p:sp>
            <p:nvSpPr>
              <p:cNvPr id="26" name="Rectangle 164">
                <a:extLst>
                  <a:ext uri="{FF2B5EF4-FFF2-40B4-BE49-F238E27FC236}">
                    <a16:creationId xmlns:a16="http://schemas.microsoft.com/office/drawing/2014/main" id="{A4565A4F-6E89-AD48-6828-824B96784770}"/>
                  </a:ext>
                </a:extLst>
              </p:cNvPr>
              <p:cNvSpPr>
                <a:spLocks noChangeArrowheads="1"/>
              </p:cNvSpPr>
              <p:nvPr/>
            </p:nvSpPr>
            <p:spPr bwMode="auto">
              <a:xfrm>
                <a:off x="3100388" y="492125"/>
                <a:ext cx="731838" cy="73025"/>
              </a:xfrm>
              <a:prstGeom prst="rect">
                <a:avLst/>
              </a:prstGeom>
              <a:solidFill>
                <a:schemeClr val="bg2">
                  <a:lumMod val="90000"/>
                  <a:lumOff val="10000"/>
                </a:schemeClr>
              </a:solidFill>
              <a:ln>
                <a:noFill/>
              </a:ln>
            </p:spPr>
            <p:txBody>
              <a:bodyPr/>
              <a:lstStyle/>
              <a:p>
                <a:pPr eaLnBrk="1" fontAlgn="auto" hangingPunct="1">
                  <a:spcBef>
                    <a:spcPts val="0"/>
                  </a:spcBef>
                  <a:spcAft>
                    <a:spcPts val="0"/>
                  </a:spcAft>
                  <a:defRPr/>
                </a:pPr>
                <a:endParaRPr lang="ru-UA">
                  <a:latin typeface="+mn-lt"/>
                </a:endParaRPr>
              </a:p>
            </p:txBody>
          </p:sp>
          <p:sp>
            <p:nvSpPr>
              <p:cNvPr id="27" name="Rectangle 165">
                <a:extLst>
                  <a:ext uri="{FF2B5EF4-FFF2-40B4-BE49-F238E27FC236}">
                    <a16:creationId xmlns:a16="http://schemas.microsoft.com/office/drawing/2014/main" id="{10524422-A020-AC45-DDEB-73FA3106F8BC}"/>
                  </a:ext>
                </a:extLst>
              </p:cNvPr>
              <p:cNvSpPr>
                <a:spLocks noChangeArrowheads="1"/>
              </p:cNvSpPr>
              <p:nvPr/>
            </p:nvSpPr>
            <p:spPr bwMode="auto">
              <a:xfrm>
                <a:off x="7691438" y="492125"/>
                <a:ext cx="728663" cy="73025"/>
              </a:xfrm>
              <a:prstGeom prst="rect">
                <a:avLst/>
              </a:prstGeom>
              <a:solidFill>
                <a:schemeClr val="bg2">
                  <a:lumMod val="90000"/>
                  <a:lumOff val="10000"/>
                </a:schemeClr>
              </a:solidFill>
              <a:ln>
                <a:noFill/>
              </a:ln>
            </p:spPr>
            <p:txBody>
              <a:bodyPr/>
              <a:lstStyle/>
              <a:p>
                <a:pPr eaLnBrk="1" fontAlgn="auto" hangingPunct="1">
                  <a:spcBef>
                    <a:spcPts val="0"/>
                  </a:spcBef>
                  <a:spcAft>
                    <a:spcPts val="0"/>
                  </a:spcAft>
                  <a:defRPr/>
                </a:pPr>
                <a:endParaRPr lang="ru-UA">
                  <a:latin typeface="+mn-lt"/>
                </a:endParaRPr>
              </a:p>
            </p:txBody>
          </p:sp>
        </p:grpSp>
      </p:grpSp>
      <p:sp>
        <p:nvSpPr>
          <p:cNvPr id="28" name="TextBox 27">
            <a:extLst>
              <a:ext uri="{FF2B5EF4-FFF2-40B4-BE49-F238E27FC236}">
                <a16:creationId xmlns:a16="http://schemas.microsoft.com/office/drawing/2014/main" id="{5938135A-D3D7-7A73-5272-EC7E5D5AC439}"/>
              </a:ext>
            </a:extLst>
          </p:cNvPr>
          <p:cNvSpPr txBox="1"/>
          <p:nvPr/>
        </p:nvSpPr>
        <p:spPr>
          <a:xfrm>
            <a:off x="1176018" y="2730062"/>
            <a:ext cx="3079889" cy="584775"/>
          </a:xfrm>
          <a:prstGeom prst="rect">
            <a:avLst/>
          </a:prstGeom>
          <a:noFill/>
        </p:spPr>
        <p:txBody>
          <a:bodyPr wrap="square" rtlCol="0">
            <a:spAutoFit/>
          </a:bodyPr>
          <a:lstStyle/>
          <a:p>
            <a:pPr algn="ctr"/>
            <a:r>
              <a:rPr lang="en-US" sz="3200" b="1" dirty="0"/>
              <a:t>Task</a:t>
            </a:r>
          </a:p>
        </p:txBody>
      </p:sp>
      <p:grpSp>
        <p:nvGrpSpPr>
          <p:cNvPr id="29" name="Group 28">
            <a:extLst>
              <a:ext uri="{FF2B5EF4-FFF2-40B4-BE49-F238E27FC236}">
                <a16:creationId xmlns:a16="http://schemas.microsoft.com/office/drawing/2014/main" id="{014B246C-85B5-440C-14E1-31E88F20BDBC}"/>
              </a:ext>
            </a:extLst>
          </p:cNvPr>
          <p:cNvGrpSpPr/>
          <p:nvPr/>
        </p:nvGrpSpPr>
        <p:grpSpPr>
          <a:xfrm>
            <a:off x="774402" y="3896825"/>
            <a:ext cx="3880805" cy="447752"/>
            <a:chOff x="715963" y="2441575"/>
            <a:chExt cx="5849938" cy="246062"/>
          </a:xfrm>
        </p:grpSpPr>
        <p:sp>
          <p:nvSpPr>
            <p:cNvPr id="30" name="Freeform 101">
              <a:extLst>
                <a:ext uri="{FF2B5EF4-FFF2-40B4-BE49-F238E27FC236}">
                  <a16:creationId xmlns:a16="http://schemas.microsoft.com/office/drawing/2014/main" id="{51D15B64-D986-E3CC-601D-C75FB0649A17}"/>
                </a:ext>
              </a:extLst>
            </p:cNvPr>
            <p:cNvSpPr>
              <a:spLocks/>
            </p:cNvSpPr>
            <p:nvPr/>
          </p:nvSpPr>
          <p:spPr bwMode="auto">
            <a:xfrm>
              <a:off x="715963" y="2441575"/>
              <a:ext cx="5849938" cy="166687"/>
            </a:xfrm>
            <a:custGeom>
              <a:avLst/>
              <a:gdLst>
                <a:gd name="T0" fmla="*/ 0 w 3685"/>
                <a:gd name="T1" fmla="*/ 105 h 105"/>
                <a:gd name="T2" fmla="*/ 387 w 3685"/>
                <a:gd name="T3" fmla="*/ 0 h 105"/>
                <a:gd name="T4" fmla="*/ 3290 w 3685"/>
                <a:gd name="T5" fmla="*/ 0 h 105"/>
                <a:gd name="T6" fmla="*/ 3685 w 3685"/>
                <a:gd name="T7" fmla="*/ 105 h 105"/>
                <a:gd name="T8" fmla="*/ 0 w 3685"/>
                <a:gd name="T9" fmla="*/ 105 h 105"/>
              </a:gdLst>
              <a:ahLst/>
              <a:cxnLst>
                <a:cxn ang="0">
                  <a:pos x="T0" y="T1"/>
                </a:cxn>
                <a:cxn ang="0">
                  <a:pos x="T2" y="T3"/>
                </a:cxn>
                <a:cxn ang="0">
                  <a:pos x="T4" y="T5"/>
                </a:cxn>
                <a:cxn ang="0">
                  <a:pos x="T6" y="T7"/>
                </a:cxn>
                <a:cxn ang="0">
                  <a:pos x="T8" y="T9"/>
                </a:cxn>
              </a:cxnLst>
              <a:rect l="0" t="0" r="r" b="b"/>
              <a:pathLst>
                <a:path w="3685" h="105">
                  <a:moveTo>
                    <a:pt x="0" y="105"/>
                  </a:moveTo>
                  <a:lnTo>
                    <a:pt x="387" y="0"/>
                  </a:lnTo>
                  <a:lnTo>
                    <a:pt x="3290" y="0"/>
                  </a:lnTo>
                  <a:lnTo>
                    <a:pt x="3685" y="105"/>
                  </a:lnTo>
                  <a:lnTo>
                    <a:pt x="0" y="105"/>
                  </a:lnTo>
                  <a:close/>
                </a:path>
              </a:pathLst>
            </a:custGeom>
            <a:solidFill>
              <a:schemeClr val="bg2">
                <a:lumMod val="75000"/>
                <a:lumOff val="25000"/>
              </a:schemeClr>
            </a:solidFill>
            <a:ln>
              <a:noFill/>
            </a:ln>
          </p:spPr>
          <p:txBody>
            <a:bodyPr/>
            <a:lstStyle/>
            <a:p>
              <a:pPr eaLnBrk="1" fontAlgn="auto" hangingPunct="1">
                <a:spcBef>
                  <a:spcPts val="0"/>
                </a:spcBef>
                <a:spcAft>
                  <a:spcPts val="0"/>
                </a:spcAft>
                <a:defRPr/>
              </a:pPr>
              <a:endParaRPr lang="ru-UA">
                <a:latin typeface="+mn-lt"/>
              </a:endParaRPr>
            </a:p>
          </p:txBody>
        </p:sp>
        <p:grpSp>
          <p:nvGrpSpPr>
            <p:cNvPr id="31" name="Group 30">
              <a:extLst>
                <a:ext uri="{FF2B5EF4-FFF2-40B4-BE49-F238E27FC236}">
                  <a16:creationId xmlns:a16="http://schemas.microsoft.com/office/drawing/2014/main" id="{AFA63045-9133-CDC6-1536-76A9FA2506FB}"/>
                </a:ext>
              </a:extLst>
            </p:cNvPr>
            <p:cNvGrpSpPr/>
            <p:nvPr/>
          </p:nvGrpSpPr>
          <p:grpSpPr>
            <a:xfrm>
              <a:off x="715963" y="2603500"/>
              <a:ext cx="5849938" cy="84137"/>
              <a:chOff x="3100388" y="492125"/>
              <a:chExt cx="5319713" cy="73025"/>
            </a:xfrm>
            <a:effectLst>
              <a:outerShdw blurRad="50800" dist="38100" dir="5400000" algn="t" rotWithShape="0">
                <a:prstClr val="black">
                  <a:alpha val="40000"/>
                </a:prstClr>
              </a:outerShdw>
            </a:effectLst>
          </p:grpSpPr>
          <p:sp>
            <p:nvSpPr>
              <p:cNvPr id="32" name="Rectangle 163">
                <a:extLst>
                  <a:ext uri="{FF2B5EF4-FFF2-40B4-BE49-F238E27FC236}">
                    <a16:creationId xmlns:a16="http://schemas.microsoft.com/office/drawing/2014/main" id="{4B854E9F-FD6F-7A14-4E04-EA53B4DC8E35}"/>
                  </a:ext>
                </a:extLst>
              </p:cNvPr>
              <p:cNvSpPr>
                <a:spLocks noChangeArrowheads="1"/>
              </p:cNvSpPr>
              <p:nvPr/>
            </p:nvSpPr>
            <p:spPr bwMode="auto">
              <a:xfrm>
                <a:off x="3832225" y="492125"/>
                <a:ext cx="3859213" cy="73025"/>
              </a:xfrm>
              <a:prstGeom prst="rect">
                <a:avLst/>
              </a:prstGeom>
              <a:solidFill>
                <a:srgbClr val="334257"/>
              </a:solidFill>
              <a:ln>
                <a:noFill/>
              </a:ln>
            </p:spPr>
            <p:txBody>
              <a:bodyPr/>
              <a:lstStyle/>
              <a:p>
                <a:pPr eaLnBrk="1" fontAlgn="auto" hangingPunct="1">
                  <a:spcBef>
                    <a:spcPts val="0"/>
                  </a:spcBef>
                  <a:spcAft>
                    <a:spcPts val="0"/>
                  </a:spcAft>
                  <a:defRPr/>
                </a:pPr>
                <a:endParaRPr lang="ru-UA" dirty="0">
                  <a:latin typeface="+mn-lt"/>
                </a:endParaRPr>
              </a:p>
            </p:txBody>
          </p:sp>
          <p:sp>
            <p:nvSpPr>
              <p:cNvPr id="33" name="Rectangle 164">
                <a:extLst>
                  <a:ext uri="{FF2B5EF4-FFF2-40B4-BE49-F238E27FC236}">
                    <a16:creationId xmlns:a16="http://schemas.microsoft.com/office/drawing/2014/main" id="{17A7DCCD-FF4A-5114-E9E5-6DC61F87D2FB}"/>
                  </a:ext>
                </a:extLst>
              </p:cNvPr>
              <p:cNvSpPr>
                <a:spLocks noChangeArrowheads="1"/>
              </p:cNvSpPr>
              <p:nvPr/>
            </p:nvSpPr>
            <p:spPr bwMode="auto">
              <a:xfrm>
                <a:off x="3100388" y="492125"/>
                <a:ext cx="731838" cy="73025"/>
              </a:xfrm>
              <a:prstGeom prst="rect">
                <a:avLst/>
              </a:prstGeom>
              <a:solidFill>
                <a:schemeClr val="bg2">
                  <a:lumMod val="90000"/>
                  <a:lumOff val="10000"/>
                </a:schemeClr>
              </a:solidFill>
              <a:ln>
                <a:noFill/>
              </a:ln>
            </p:spPr>
            <p:txBody>
              <a:bodyPr/>
              <a:lstStyle/>
              <a:p>
                <a:pPr eaLnBrk="1" fontAlgn="auto" hangingPunct="1">
                  <a:spcBef>
                    <a:spcPts val="0"/>
                  </a:spcBef>
                  <a:spcAft>
                    <a:spcPts val="0"/>
                  </a:spcAft>
                  <a:defRPr/>
                </a:pPr>
                <a:endParaRPr lang="ru-UA">
                  <a:latin typeface="+mn-lt"/>
                </a:endParaRPr>
              </a:p>
            </p:txBody>
          </p:sp>
          <p:sp>
            <p:nvSpPr>
              <p:cNvPr id="34" name="Rectangle 165">
                <a:extLst>
                  <a:ext uri="{FF2B5EF4-FFF2-40B4-BE49-F238E27FC236}">
                    <a16:creationId xmlns:a16="http://schemas.microsoft.com/office/drawing/2014/main" id="{AA259C62-F68D-BC66-4117-CA45C9214501}"/>
                  </a:ext>
                </a:extLst>
              </p:cNvPr>
              <p:cNvSpPr>
                <a:spLocks noChangeArrowheads="1"/>
              </p:cNvSpPr>
              <p:nvPr/>
            </p:nvSpPr>
            <p:spPr bwMode="auto">
              <a:xfrm>
                <a:off x="7691438" y="492125"/>
                <a:ext cx="728663" cy="73025"/>
              </a:xfrm>
              <a:prstGeom prst="rect">
                <a:avLst/>
              </a:prstGeom>
              <a:solidFill>
                <a:schemeClr val="bg2">
                  <a:lumMod val="90000"/>
                  <a:lumOff val="10000"/>
                </a:schemeClr>
              </a:solidFill>
              <a:ln>
                <a:noFill/>
              </a:ln>
            </p:spPr>
            <p:txBody>
              <a:bodyPr/>
              <a:lstStyle/>
              <a:p>
                <a:pPr eaLnBrk="1" fontAlgn="auto" hangingPunct="1">
                  <a:spcBef>
                    <a:spcPts val="0"/>
                  </a:spcBef>
                  <a:spcAft>
                    <a:spcPts val="0"/>
                  </a:spcAft>
                  <a:defRPr/>
                </a:pPr>
                <a:endParaRPr lang="ru-UA">
                  <a:latin typeface="+mn-lt"/>
                </a:endParaRPr>
              </a:p>
            </p:txBody>
          </p:sp>
        </p:grpSp>
      </p:grpSp>
      <p:sp>
        <p:nvSpPr>
          <p:cNvPr id="35" name="TextBox 34">
            <a:extLst>
              <a:ext uri="{FF2B5EF4-FFF2-40B4-BE49-F238E27FC236}">
                <a16:creationId xmlns:a16="http://schemas.microsoft.com/office/drawing/2014/main" id="{BBDBCB6F-60B1-8F04-EFC2-19273056BB27}"/>
              </a:ext>
            </a:extLst>
          </p:cNvPr>
          <p:cNvSpPr txBox="1"/>
          <p:nvPr/>
        </p:nvSpPr>
        <p:spPr>
          <a:xfrm>
            <a:off x="1176018" y="3587367"/>
            <a:ext cx="3079889" cy="584775"/>
          </a:xfrm>
          <a:prstGeom prst="rect">
            <a:avLst/>
          </a:prstGeom>
          <a:noFill/>
        </p:spPr>
        <p:txBody>
          <a:bodyPr wrap="square" rtlCol="0">
            <a:spAutoFit/>
          </a:bodyPr>
          <a:lstStyle/>
          <a:p>
            <a:pPr algn="ctr"/>
            <a:r>
              <a:rPr lang="en-US" sz="3200" b="1" dirty="0"/>
              <a:t>Context</a:t>
            </a:r>
          </a:p>
        </p:txBody>
      </p:sp>
      <p:grpSp>
        <p:nvGrpSpPr>
          <p:cNvPr id="36" name="Group 35">
            <a:extLst>
              <a:ext uri="{FF2B5EF4-FFF2-40B4-BE49-F238E27FC236}">
                <a16:creationId xmlns:a16="http://schemas.microsoft.com/office/drawing/2014/main" id="{7649CBC5-3C5D-2589-D002-C203D48EF856}"/>
              </a:ext>
            </a:extLst>
          </p:cNvPr>
          <p:cNvGrpSpPr/>
          <p:nvPr/>
        </p:nvGrpSpPr>
        <p:grpSpPr>
          <a:xfrm>
            <a:off x="742704" y="4769045"/>
            <a:ext cx="3880805" cy="447752"/>
            <a:chOff x="715963" y="2441575"/>
            <a:chExt cx="5849938" cy="246062"/>
          </a:xfrm>
        </p:grpSpPr>
        <p:sp>
          <p:nvSpPr>
            <p:cNvPr id="37" name="Freeform 101">
              <a:extLst>
                <a:ext uri="{FF2B5EF4-FFF2-40B4-BE49-F238E27FC236}">
                  <a16:creationId xmlns:a16="http://schemas.microsoft.com/office/drawing/2014/main" id="{F5693543-A367-E8B4-48EB-076389408251}"/>
                </a:ext>
              </a:extLst>
            </p:cNvPr>
            <p:cNvSpPr>
              <a:spLocks/>
            </p:cNvSpPr>
            <p:nvPr/>
          </p:nvSpPr>
          <p:spPr bwMode="auto">
            <a:xfrm>
              <a:off x="715963" y="2441575"/>
              <a:ext cx="5849938" cy="166687"/>
            </a:xfrm>
            <a:custGeom>
              <a:avLst/>
              <a:gdLst>
                <a:gd name="T0" fmla="*/ 0 w 3685"/>
                <a:gd name="T1" fmla="*/ 105 h 105"/>
                <a:gd name="T2" fmla="*/ 387 w 3685"/>
                <a:gd name="T3" fmla="*/ 0 h 105"/>
                <a:gd name="T4" fmla="*/ 3290 w 3685"/>
                <a:gd name="T5" fmla="*/ 0 h 105"/>
                <a:gd name="T6" fmla="*/ 3685 w 3685"/>
                <a:gd name="T7" fmla="*/ 105 h 105"/>
                <a:gd name="T8" fmla="*/ 0 w 3685"/>
                <a:gd name="T9" fmla="*/ 105 h 105"/>
              </a:gdLst>
              <a:ahLst/>
              <a:cxnLst>
                <a:cxn ang="0">
                  <a:pos x="T0" y="T1"/>
                </a:cxn>
                <a:cxn ang="0">
                  <a:pos x="T2" y="T3"/>
                </a:cxn>
                <a:cxn ang="0">
                  <a:pos x="T4" y="T5"/>
                </a:cxn>
                <a:cxn ang="0">
                  <a:pos x="T6" y="T7"/>
                </a:cxn>
                <a:cxn ang="0">
                  <a:pos x="T8" y="T9"/>
                </a:cxn>
              </a:cxnLst>
              <a:rect l="0" t="0" r="r" b="b"/>
              <a:pathLst>
                <a:path w="3685" h="105">
                  <a:moveTo>
                    <a:pt x="0" y="105"/>
                  </a:moveTo>
                  <a:lnTo>
                    <a:pt x="387" y="0"/>
                  </a:lnTo>
                  <a:lnTo>
                    <a:pt x="3290" y="0"/>
                  </a:lnTo>
                  <a:lnTo>
                    <a:pt x="3685" y="105"/>
                  </a:lnTo>
                  <a:lnTo>
                    <a:pt x="0" y="105"/>
                  </a:lnTo>
                  <a:close/>
                </a:path>
              </a:pathLst>
            </a:custGeom>
            <a:solidFill>
              <a:schemeClr val="bg2">
                <a:lumMod val="75000"/>
                <a:lumOff val="25000"/>
              </a:schemeClr>
            </a:solidFill>
            <a:ln>
              <a:noFill/>
            </a:ln>
          </p:spPr>
          <p:txBody>
            <a:bodyPr/>
            <a:lstStyle/>
            <a:p>
              <a:pPr eaLnBrk="1" fontAlgn="auto" hangingPunct="1">
                <a:spcBef>
                  <a:spcPts val="0"/>
                </a:spcBef>
                <a:spcAft>
                  <a:spcPts val="0"/>
                </a:spcAft>
                <a:defRPr/>
              </a:pPr>
              <a:endParaRPr lang="ru-UA">
                <a:latin typeface="+mn-lt"/>
              </a:endParaRPr>
            </a:p>
          </p:txBody>
        </p:sp>
        <p:grpSp>
          <p:nvGrpSpPr>
            <p:cNvPr id="38" name="Group 37">
              <a:extLst>
                <a:ext uri="{FF2B5EF4-FFF2-40B4-BE49-F238E27FC236}">
                  <a16:creationId xmlns:a16="http://schemas.microsoft.com/office/drawing/2014/main" id="{7EDAD07A-4637-2E53-7E3D-A0E3FC50FEEE}"/>
                </a:ext>
              </a:extLst>
            </p:cNvPr>
            <p:cNvGrpSpPr/>
            <p:nvPr/>
          </p:nvGrpSpPr>
          <p:grpSpPr>
            <a:xfrm>
              <a:off x="715963" y="2603500"/>
              <a:ext cx="5849938" cy="84137"/>
              <a:chOff x="3100388" y="492125"/>
              <a:chExt cx="5319713" cy="73025"/>
            </a:xfrm>
            <a:effectLst>
              <a:outerShdw blurRad="50800" dist="38100" dir="5400000" algn="t" rotWithShape="0">
                <a:prstClr val="black">
                  <a:alpha val="40000"/>
                </a:prstClr>
              </a:outerShdw>
            </a:effectLst>
          </p:grpSpPr>
          <p:sp>
            <p:nvSpPr>
              <p:cNvPr id="39" name="Rectangle 163">
                <a:extLst>
                  <a:ext uri="{FF2B5EF4-FFF2-40B4-BE49-F238E27FC236}">
                    <a16:creationId xmlns:a16="http://schemas.microsoft.com/office/drawing/2014/main" id="{917039C9-515C-8D7B-F71B-A723D146955B}"/>
                  </a:ext>
                </a:extLst>
              </p:cNvPr>
              <p:cNvSpPr>
                <a:spLocks noChangeArrowheads="1"/>
              </p:cNvSpPr>
              <p:nvPr/>
            </p:nvSpPr>
            <p:spPr bwMode="auto">
              <a:xfrm>
                <a:off x="3832225" y="492125"/>
                <a:ext cx="3859213" cy="73025"/>
              </a:xfrm>
              <a:prstGeom prst="rect">
                <a:avLst/>
              </a:prstGeom>
              <a:solidFill>
                <a:srgbClr val="334257"/>
              </a:solidFill>
              <a:ln>
                <a:noFill/>
              </a:ln>
            </p:spPr>
            <p:txBody>
              <a:bodyPr/>
              <a:lstStyle/>
              <a:p>
                <a:pPr eaLnBrk="1" fontAlgn="auto" hangingPunct="1">
                  <a:spcBef>
                    <a:spcPts val="0"/>
                  </a:spcBef>
                  <a:spcAft>
                    <a:spcPts val="0"/>
                  </a:spcAft>
                  <a:defRPr/>
                </a:pPr>
                <a:endParaRPr lang="ru-UA" dirty="0">
                  <a:latin typeface="+mn-lt"/>
                </a:endParaRPr>
              </a:p>
            </p:txBody>
          </p:sp>
          <p:sp>
            <p:nvSpPr>
              <p:cNvPr id="40" name="Rectangle 164">
                <a:extLst>
                  <a:ext uri="{FF2B5EF4-FFF2-40B4-BE49-F238E27FC236}">
                    <a16:creationId xmlns:a16="http://schemas.microsoft.com/office/drawing/2014/main" id="{252E6512-7DF3-8D9D-C5D5-11E97BA6DBAA}"/>
                  </a:ext>
                </a:extLst>
              </p:cNvPr>
              <p:cNvSpPr>
                <a:spLocks noChangeArrowheads="1"/>
              </p:cNvSpPr>
              <p:nvPr/>
            </p:nvSpPr>
            <p:spPr bwMode="auto">
              <a:xfrm>
                <a:off x="3100388" y="492125"/>
                <a:ext cx="731838" cy="73025"/>
              </a:xfrm>
              <a:prstGeom prst="rect">
                <a:avLst/>
              </a:prstGeom>
              <a:solidFill>
                <a:schemeClr val="bg2">
                  <a:lumMod val="90000"/>
                  <a:lumOff val="10000"/>
                </a:schemeClr>
              </a:solidFill>
              <a:ln>
                <a:noFill/>
              </a:ln>
            </p:spPr>
            <p:txBody>
              <a:bodyPr/>
              <a:lstStyle/>
              <a:p>
                <a:pPr eaLnBrk="1" fontAlgn="auto" hangingPunct="1">
                  <a:spcBef>
                    <a:spcPts val="0"/>
                  </a:spcBef>
                  <a:spcAft>
                    <a:spcPts val="0"/>
                  </a:spcAft>
                  <a:defRPr/>
                </a:pPr>
                <a:endParaRPr lang="ru-UA">
                  <a:latin typeface="+mn-lt"/>
                </a:endParaRPr>
              </a:p>
            </p:txBody>
          </p:sp>
          <p:sp>
            <p:nvSpPr>
              <p:cNvPr id="41" name="Rectangle 165">
                <a:extLst>
                  <a:ext uri="{FF2B5EF4-FFF2-40B4-BE49-F238E27FC236}">
                    <a16:creationId xmlns:a16="http://schemas.microsoft.com/office/drawing/2014/main" id="{032025CE-8BD9-39CF-0B02-287284BF5B9C}"/>
                  </a:ext>
                </a:extLst>
              </p:cNvPr>
              <p:cNvSpPr>
                <a:spLocks noChangeArrowheads="1"/>
              </p:cNvSpPr>
              <p:nvPr/>
            </p:nvSpPr>
            <p:spPr bwMode="auto">
              <a:xfrm>
                <a:off x="7691438" y="492125"/>
                <a:ext cx="728663" cy="73025"/>
              </a:xfrm>
              <a:prstGeom prst="rect">
                <a:avLst/>
              </a:prstGeom>
              <a:solidFill>
                <a:schemeClr val="bg2">
                  <a:lumMod val="90000"/>
                  <a:lumOff val="10000"/>
                </a:schemeClr>
              </a:solidFill>
              <a:ln>
                <a:noFill/>
              </a:ln>
            </p:spPr>
            <p:txBody>
              <a:bodyPr/>
              <a:lstStyle/>
              <a:p>
                <a:pPr eaLnBrk="1" fontAlgn="auto" hangingPunct="1">
                  <a:spcBef>
                    <a:spcPts val="0"/>
                  </a:spcBef>
                  <a:spcAft>
                    <a:spcPts val="0"/>
                  </a:spcAft>
                  <a:defRPr/>
                </a:pPr>
                <a:endParaRPr lang="ru-UA">
                  <a:latin typeface="+mn-lt"/>
                </a:endParaRPr>
              </a:p>
            </p:txBody>
          </p:sp>
        </p:grpSp>
      </p:grpSp>
      <p:sp>
        <p:nvSpPr>
          <p:cNvPr id="42" name="TextBox 41">
            <a:extLst>
              <a:ext uri="{FF2B5EF4-FFF2-40B4-BE49-F238E27FC236}">
                <a16:creationId xmlns:a16="http://schemas.microsoft.com/office/drawing/2014/main" id="{5E42A0E2-B56A-AF30-1582-FCDF03AC312C}"/>
              </a:ext>
            </a:extLst>
          </p:cNvPr>
          <p:cNvSpPr txBox="1"/>
          <p:nvPr/>
        </p:nvSpPr>
        <p:spPr>
          <a:xfrm>
            <a:off x="1144320" y="4459587"/>
            <a:ext cx="3079889" cy="584775"/>
          </a:xfrm>
          <a:prstGeom prst="rect">
            <a:avLst/>
          </a:prstGeom>
          <a:noFill/>
        </p:spPr>
        <p:txBody>
          <a:bodyPr wrap="square" rtlCol="0">
            <a:spAutoFit/>
          </a:bodyPr>
          <a:lstStyle/>
          <a:p>
            <a:pPr algn="ctr"/>
            <a:r>
              <a:rPr lang="en-US" sz="3200" b="1" dirty="0"/>
              <a:t>Constraints</a:t>
            </a:r>
          </a:p>
        </p:txBody>
      </p:sp>
      <p:grpSp>
        <p:nvGrpSpPr>
          <p:cNvPr id="43" name="Group 42">
            <a:extLst>
              <a:ext uri="{FF2B5EF4-FFF2-40B4-BE49-F238E27FC236}">
                <a16:creationId xmlns:a16="http://schemas.microsoft.com/office/drawing/2014/main" id="{7476B633-B2E5-F5F7-8B8A-76BE64A9FB4F}"/>
              </a:ext>
            </a:extLst>
          </p:cNvPr>
          <p:cNvGrpSpPr/>
          <p:nvPr/>
        </p:nvGrpSpPr>
        <p:grpSpPr>
          <a:xfrm>
            <a:off x="742704" y="5707116"/>
            <a:ext cx="3880805" cy="447752"/>
            <a:chOff x="715963" y="2441575"/>
            <a:chExt cx="5849938" cy="246062"/>
          </a:xfrm>
        </p:grpSpPr>
        <p:sp>
          <p:nvSpPr>
            <p:cNvPr id="44" name="Freeform 101">
              <a:extLst>
                <a:ext uri="{FF2B5EF4-FFF2-40B4-BE49-F238E27FC236}">
                  <a16:creationId xmlns:a16="http://schemas.microsoft.com/office/drawing/2014/main" id="{E45342B3-1030-1A66-71ED-F4CF9FC1A98C}"/>
                </a:ext>
              </a:extLst>
            </p:cNvPr>
            <p:cNvSpPr>
              <a:spLocks/>
            </p:cNvSpPr>
            <p:nvPr/>
          </p:nvSpPr>
          <p:spPr bwMode="auto">
            <a:xfrm>
              <a:off x="715963" y="2441575"/>
              <a:ext cx="5849938" cy="166687"/>
            </a:xfrm>
            <a:custGeom>
              <a:avLst/>
              <a:gdLst>
                <a:gd name="T0" fmla="*/ 0 w 3685"/>
                <a:gd name="T1" fmla="*/ 105 h 105"/>
                <a:gd name="T2" fmla="*/ 387 w 3685"/>
                <a:gd name="T3" fmla="*/ 0 h 105"/>
                <a:gd name="T4" fmla="*/ 3290 w 3685"/>
                <a:gd name="T5" fmla="*/ 0 h 105"/>
                <a:gd name="T6" fmla="*/ 3685 w 3685"/>
                <a:gd name="T7" fmla="*/ 105 h 105"/>
                <a:gd name="T8" fmla="*/ 0 w 3685"/>
                <a:gd name="T9" fmla="*/ 105 h 105"/>
              </a:gdLst>
              <a:ahLst/>
              <a:cxnLst>
                <a:cxn ang="0">
                  <a:pos x="T0" y="T1"/>
                </a:cxn>
                <a:cxn ang="0">
                  <a:pos x="T2" y="T3"/>
                </a:cxn>
                <a:cxn ang="0">
                  <a:pos x="T4" y="T5"/>
                </a:cxn>
                <a:cxn ang="0">
                  <a:pos x="T6" y="T7"/>
                </a:cxn>
                <a:cxn ang="0">
                  <a:pos x="T8" y="T9"/>
                </a:cxn>
              </a:cxnLst>
              <a:rect l="0" t="0" r="r" b="b"/>
              <a:pathLst>
                <a:path w="3685" h="105">
                  <a:moveTo>
                    <a:pt x="0" y="105"/>
                  </a:moveTo>
                  <a:lnTo>
                    <a:pt x="387" y="0"/>
                  </a:lnTo>
                  <a:lnTo>
                    <a:pt x="3290" y="0"/>
                  </a:lnTo>
                  <a:lnTo>
                    <a:pt x="3685" y="105"/>
                  </a:lnTo>
                  <a:lnTo>
                    <a:pt x="0" y="105"/>
                  </a:lnTo>
                  <a:close/>
                </a:path>
              </a:pathLst>
            </a:custGeom>
            <a:solidFill>
              <a:schemeClr val="bg2">
                <a:lumMod val="75000"/>
                <a:lumOff val="25000"/>
              </a:schemeClr>
            </a:solidFill>
            <a:ln>
              <a:noFill/>
            </a:ln>
          </p:spPr>
          <p:txBody>
            <a:bodyPr/>
            <a:lstStyle/>
            <a:p>
              <a:pPr eaLnBrk="1" fontAlgn="auto" hangingPunct="1">
                <a:spcBef>
                  <a:spcPts val="0"/>
                </a:spcBef>
                <a:spcAft>
                  <a:spcPts val="0"/>
                </a:spcAft>
                <a:defRPr/>
              </a:pPr>
              <a:endParaRPr lang="ru-UA">
                <a:latin typeface="+mn-lt"/>
              </a:endParaRPr>
            </a:p>
          </p:txBody>
        </p:sp>
        <p:grpSp>
          <p:nvGrpSpPr>
            <p:cNvPr id="45" name="Group 44">
              <a:extLst>
                <a:ext uri="{FF2B5EF4-FFF2-40B4-BE49-F238E27FC236}">
                  <a16:creationId xmlns:a16="http://schemas.microsoft.com/office/drawing/2014/main" id="{72EDBEE4-2876-1525-02A0-FBDEC9E1B9DF}"/>
                </a:ext>
              </a:extLst>
            </p:cNvPr>
            <p:cNvGrpSpPr/>
            <p:nvPr/>
          </p:nvGrpSpPr>
          <p:grpSpPr>
            <a:xfrm>
              <a:off x="715963" y="2603500"/>
              <a:ext cx="5849938" cy="84137"/>
              <a:chOff x="3100388" y="492125"/>
              <a:chExt cx="5319713" cy="73025"/>
            </a:xfrm>
            <a:effectLst>
              <a:outerShdw blurRad="50800" dist="38100" dir="5400000" algn="t" rotWithShape="0">
                <a:prstClr val="black">
                  <a:alpha val="40000"/>
                </a:prstClr>
              </a:outerShdw>
            </a:effectLst>
          </p:grpSpPr>
          <p:sp>
            <p:nvSpPr>
              <p:cNvPr id="46" name="Rectangle 163">
                <a:extLst>
                  <a:ext uri="{FF2B5EF4-FFF2-40B4-BE49-F238E27FC236}">
                    <a16:creationId xmlns:a16="http://schemas.microsoft.com/office/drawing/2014/main" id="{77935160-9F2D-5B2C-7F9A-05DC04159F77}"/>
                  </a:ext>
                </a:extLst>
              </p:cNvPr>
              <p:cNvSpPr>
                <a:spLocks noChangeArrowheads="1"/>
              </p:cNvSpPr>
              <p:nvPr/>
            </p:nvSpPr>
            <p:spPr bwMode="auto">
              <a:xfrm>
                <a:off x="3832225" y="492125"/>
                <a:ext cx="3859213" cy="73025"/>
              </a:xfrm>
              <a:prstGeom prst="rect">
                <a:avLst/>
              </a:prstGeom>
              <a:solidFill>
                <a:srgbClr val="334257"/>
              </a:solidFill>
              <a:ln>
                <a:noFill/>
              </a:ln>
            </p:spPr>
            <p:txBody>
              <a:bodyPr/>
              <a:lstStyle/>
              <a:p>
                <a:pPr eaLnBrk="1" fontAlgn="auto" hangingPunct="1">
                  <a:spcBef>
                    <a:spcPts val="0"/>
                  </a:spcBef>
                  <a:spcAft>
                    <a:spcPts val="0"/>
                  </a:spcAft>
                  <a:defRPr/>
                </a:pPr>
                <a:endParaRPr lang="ru-UA" dirty="0">
                  <a:latin typeface="+mn-lt"/>
                </a:endParaRPr>
              </a:p>
            </p:txBody>
          </p:sp>
          <p:sp>
            <p:nvSpPr>
              <p:cNvPr id="47" name="Rectangle 164">
                <a:extLst>
                  <a:ext uri="{FF2B5EF4-FFF2-40B4-BE49-F238E27FC236}">
                    <a16:creationId xmlns:a16="http://schemas.microsoft.com/office/drawing/2014/main" id="{139B962F-3DF7-7556-30EA-07943BCEAA6E}"/>
                  </a:ext>
                </a:extLst>
              </p:cNvPr>
              <p:cNvSpPr>
                <a:spLocks noChangeArrowheads="1"/>
              </p:cNvSpPr>
              <p:nvPr/>
            </p:nvSpPr>
            <p:spPr bwMode="auto">
              <a:xfrm>
                <a:off x="3100388" y="492125"/>
                <a:ext cx="731838" cy="73025"/>
              </a:xfrm>
              <a:prstGeom prst="rect">
                <a:avLst/>
              </a:prstGeom>
              <a:solidFill>
                <a:schemeClr val="bg2">
                  <a:lumMod val="90000"/>
                  <a:lumOff val="10000"/>
                </a:schemeClr>
              </a:solidFill>
              <a:ln>
                <a:noFill/>
              </a:ln>
            </p:spPr>
            <p:txBody>
              <a:bodyPr/>
              <a:lstStyle/>
              <a:p>
                <a:pPr eaLnBrk="1" fontAlgn="auto" hangingPunct="1">
                  <a:spcBef>
                    <a:spcPts val="0"/>
                  </a:spcBef>
                  <a:spcAft>
                    <a:spcPts val="0"/>
                  </a:spcAft>
                  <a:defRPr/>
                </a:pPr>
                <a:endParaRPr lang="ru-UA">
                  <a:latin typeface="+mn-lt"/>
                </a:endParaRPr>
              </a:p>
            </p:txBody>
          </p:sp>
          <p:sp>
            <p:nvSpPr>
              <p:cNvPr id="48" name="Rectangle 165">
                <a:extLst>
                  <a:ext uri="{FF2B5EF4-FFF2-40B4-BE49-F238E27FC236}">
                    <a16:creationId xmlns:a16="http://schemas.microsoft.com/office/drawing/2014/main" id="{687B6B79-4E29-0B7D-FBCF-0718212BA06E}"/>
                  </a:ext>
                </a:extLst>
              </p:cNvPr>
              <p:cNvSpPr>
                <a:spLocks noChangeArrowheads="1"/>
              </p:cNvSpPr>
              <p:nvPr/>
            </p:nvSpPr>
            <p:spPr bwMode="auto">
              <a:xfrm>
                <a:off x="7691438" y="492125"/>
                <a:ext cx="728663" cy="73025"/>
              </a:xfrm>
              <a:prstGeom prst="rect">
                <a:avLst/>
              </a:prstGeom>
              <a:solidFill>
                <a:schemeClr val="bg2">
                  <a:lumMod val="90000"/>
                  <a:lumOff val="10000"/>
                </a:schemeClr>
              </a:solidFill>
              <a:ln>
                <a:noFill/>
              </a:ln>
            </p:spPr>
            <p:txBody>
              <a:bodyPr/>
              <a:lstStyle/>
              <a:p>
                <a:pPr eaLnBrk="1" fontAlgn="auto" hangingPunct="1">
                  <a:spcBef>
                    <a:spcPts val="0"/>
                  </a:spcBef>
                  <a:spcAft>
                    <a:spcPts val="0"/>
                  </a:spcAft>
                  <a:defRPr/>
                </a:pPr>
                <a:endParaRPr lang="ru-UA">
                  <a:latin typeface="+mn-lt"/>
                </a:endParaRPr>
              </a:p>
            </p:txBody>
          </p:sp>
        </p:grpSp>
      </p:grpSp>
      <p:sp>
        <p:nvSpPr>
          <p:cNvPr id="49" name="TextBox 48">
            <a:extLst>
              <a:ext uri="{FF2B5EF4-FFF2-40B4-BE49-F238E27FC236}">
                <a16:creationId xmlns:a16="http://schemas.microsoft.com/office/drawing/2014/main" id="{E548FD97-5FB0-3091-F05B-3A14B5467D5C}"/>
              </a:ext>
            </a:extLst>
          </p:cNvPr>
          <p:cNvSpPr txBox="1"/>
          <p:nvPr/>
        </p:nvSpPr>
        <p:spPr>
          <a:xfrm>
            <a:off x="1144320" y="5397658"/>
            <a:ext cx="3079889" cy="584775"/>
          </a:xfrm>
          <a:prstGeom prst="rect">
            <a:avLst/>
          </a:prstGeom>
          <a:noFill/>
        </p:spPr>
        <p:txBody>
          <a:bodyPr wrap="square" rtlCol="0">
            <a:spAutoFit/>
          </a:bodyPr>
          <a:lstStyle/>
          <a:p>
            <a:pPr algn="ctr"/>
            <a:r>
              <a:rPr lang="en-US" sz="3200" b="1" dirty="0"/>
              <a:t>Format</a:t>
            </a:r>
          </a:p>
        </p:txBody>
      </p:sp>
      <p:sp>
        <p:nvSpPr>
          <p:cNvPr id="50" name="Left Bracket 49">
            <a:extLst>
              <a:ext uri="{FF2B5EF4-FFF2-40B4-BE49-F238E27FC236}">
                <a16:creationId xmlns:a16="http://schemas.microsoft.com/office/drawing/2014/main" id="{26E37754-9096-B1A0-026B-B01DC8F5D140}"/>
              </a:ext>
            </a:extLst>
          </p:cNvPr>
          <p:cNvSpPr/>
          <p:nvPr/>
        </p:nvSpPr>
        <p:spPr>
          <a:xfrm>
            <a:off x="6448956" y="1943789"/>
            <a:ext cx="622300" cy="721936"/>
          </a:xfrm>
          <a:prstGeom prst="leftBracket">
            <a:avLst/>
          </a:prstGeom>
          <a:ln>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Right Bracket 50">
            <a:extLst>
              <a:ext uri="{FF2B5EF4-FFF2-40B4-BE49-F238E27FC236}">
                <a16:creationId xmlns:a16="http://schemas.microsoft.com/office/drawing/2014/main" id="{6218E976-D4B3-6C96-95CB-A11051D9C252}"/>
              </a:ext>
            </a:extLst>
          </p:cNvPr>
          <p:cNvSpPr/>
          <p:nvPr/>
        </p:nvSpPr>
        <p:spPr>
          <a:xfrm>
            <a:off x="9736321" y="1943212"/>
            <a:ext cx="495300" cy="721936"/>
          </a:xfrm>
          <a:prstGeom prst="rightBracket">
            <a:avLst/>
          </a:prstGeom>
          <a:ln>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Left Bracket 51">
            <a:extLst>
              <a:ext uri="{FF2B5EF4-FFF2-40B4-BE49-F238E27FC236}">
                <a16:creationId xmlns:a16="http://schemas.microsoft.com/office/drawing/2014/main" id="{385FDB09-CE01-3CFD-E828-B5F6884894DE}"/>
              </a:ext>
            </a:extLst>
          </p:cNvPr>
          <p:cNvSpPr/>
          <p:nvPr/>
        </p:nvSpPr>
        <p:spPr>
          <a:xfrm>
            <a:off x="6481857" y="2867883"/>
            <a:ext cx="622300" cy="693057"/>
          </a:xfrm>
          <a:prstGeom prst="leftBracket">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Right Bracket 52">
            <a:extLst>
              <a:ext uri="{FF2B5EF4-FFF2-40B4-BE49-F238E27FC236}">
                <a16:creationId xmlns:a16="http://schemas.microsoft.com/office/drawing/2014/main" id="{55480369-04EE-C774-7CB1-7596DFC26372}"/>
              </a:ext>
            </a:extLst>
          </p:cNvPr>
          <p:cNvSpPr/>
          <p:nvPr/>
        </p:nvSpPr>
        <p:spPr>
          <a:xfrm>
            <a:off x="9772591" y="2854935"/>
            <a:ext cx="495300" cy="721935"/>
          </a:xfrm>
          <a:prstGeom prst="rightBracket">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4" name="Left Bracket 53">
            <a:extLst>
              <a:ext uri="{FF2B5EF4-FFF2-40B4-BE49-F238E27FC236}">
                <a16:creationId xmlns:a16="http://schemas.microsoft.com/office/drawing/2014/main" id="{C69E7C81-2E5B-C807-22B8-6789E6EFDD8F}"/>
              </a:ext>
            </a:extLst>
          </p:cNvPr>
          <p:cNvSpPr/>
          <p:nvPr/>
        </p:nvSpPr>
        <p:spPr>
          <a:xfrm>
            <a:off x="6481857" y="3746005"/>
            <a:ext cx="622300" cy="693057"/>
          </a:xfrm>
          <a:prstGeom prst="leftBracket">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5" name="Right Bracket 54">
            <a:extLst>
              <a:ext uri="{FF2B5EF4-FFF2-40B4-BE49-F238E27FC236}">
                <a16:creationId xmlns:a16="http://schemas.microsoft.com/office/drawing/2014/main" id="{C98DFB6F-A0B5-3C28-BA20-3E9522C8D0F3}"/>
              </a:ext>
            </a:extLst>
          </p:cNvPr>
          <p:cNvSpPr/>
          <p:nvPr/>
        </p:nvSpPr>
        <p:spPr>
          <a:xfrm>
            <a:off x="9745272" y="3721181"/>
            <a:ext cx="495300" cy="721936"/>
          </a:xfrm>
          <a:prstGeom prst="rightBracket">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6" name="Left Bracket 55">
            <a:extLst>
              <a:ext uri="{FF2B5EF4-FFF2-40B4-BE49-F238E27FC236}">
                <a16:creationId xmlns:a16="http://schemas.microsoft.com/office/drawing/2014/main" id="{2C7A04F2-2089-25DC-893B-0C65492DE4CD}"/>
              </a:ext>
            </a:extLst>
          </p:cNvPr>
          <p:cNvSpPr/>
          <p:nvPr/>
        </p:nvSpPr>
        <p:spPr>
          <a:xfrm>
            <a:off x="6448956" y="4568302"/>
            <a:ext cx="622300" cy="721937"/>
          </a:xfrm>
          <a:prstGeom prst="leftBracket">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7" name="Right Bracket 56">
            <a:extLst>
              <a:ext uri="{FF2B5EF4-FFF2-40B4-BE49-F238E27FC236}">
                <a16:creationId xmlns:a16="http://schemas.microsoft.com/office/drawing/2014/main" id="{3B6246E8-7FFE-FD60-05D8-6C629D5B306E}"/>
              </a:ext>
            </a:extLst>
          </p:cNvPr>
          <p:cNvSpPr/>
          <p:nvPr/>
        </p:nvSpPr>
        <p:spPr>
          <a:xfrm>
            <a:off x="9718141" y="4581350"/>
            <a:ext cx="495300" cy="707887"/>
          </a:xfrm>
          <a:prstGeom prst="rightBracket">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8" name="Left Bracket 57">
            <a:extLst>
              <a:ext uri="{FF2B5EF4-FFF2-40B4-BE49-F238E27FC236}">
                <a16:creationId xmlns:a16="http://schemas.microsoft.com/office/drawing/2014/main" id="{05FDA83B-4075-439B-D851-A9B5CB39076B}"/>
              </a:ext>
            </a:extLst>
          </p:cNvPr>
          <p:cNvSpPr/>
          <p:nvPr/>
        </p:nvSpPr>
        <p:spPr>
          <a:xfrm>
            <a:off x="6448956" y="5569486"/>
            <a:ext cx="622300" cy="670932"/>
          </a:xfrm>
          <a:prstGeom prst="leftBracket">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9" name="Right Bracket 58">
            <a:extLst>
              <a:ext uri="{FF2B5EF4-FFF2-40B4-BE49-F238E27FC236}">
                <a16:creationId xmlns:a16="http://schemas.microsoft.com/office/drawing/2014/main" id="{B61AC31E-EA9C-92A3-474F-CC64D6C2234D}"/>
              </a:ext>
            </a:extLst>
          </p:cNvPr>
          <p:cNvSpPr/>
          <p:nvPr/>
        </p:nvSpPr>
        <p:spPr>
          <a:xfrm>
            <a:off x="9718141" y="5569485"/>
            <a:ext cx="495300" cy="689287"/>
          </a:xfrm>
          <a:prstGeom prst="rightBracket">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1" name="TextBox 60">
            <a:extLst>
              <a:ext uri="{FF2B5EF4-FFF2-40B4-BE49-F238E27FC236}">
                <a16:creationId xmlns:a16="http://schemas.microsoft.com/office/drawing/2014/main" id="{F1F8557A-0B08-78C9-EC39-477AC3A9AE14}"/>
              </a:ext>
            </a:extLst>
          </p:cNvPr>
          <p:cNvSpPr txBox="1"/>
          <p:nvPr/>
        </p:nvSpPr>
        <p:spPr>
          <a:xfrm>
            <a:off x="6581226" y="2127747"/>
            <a:ext cx="3686665" cy="369332"/>
          </a:xfrm>
          <a:prstGeom prst="rect">
            <a:avLst/>
          </a:prstGeom>
          <a:noFill/>
        </p:spPr>
        <p:txBody>
          <a:bodyPr wrap="square">
            <a:spAutoFit/>
          </a:bodyPr>
          <a:lstStyle/>
          <a:p>
            <a:r>
              <a:rPr lang="en-US" b="1" dirty="0"/>
              <a:t>Tells the AI </a:t>
            </a:r>
            <a:r>
              <a:rPr lang="en-US" b="1" i="1" dirty="0"/>
              <a:t>who it should act like</a:t>
            </a:r>
            <a:r>
              <a:rPr lang="en-US" b="1" dirty="0"/>
              <a:t>.</a:t>
            </a:r>
          </a:p>
        </p:txBody>
      </p:sp>
      <p:sp>
        <p:nvSpPr>
          <p:cNvPr id="62" name="TextBox 61">
            <a:extLst>
              <a:ext uri="{FF2B5EF4-FFF2-40B4-BE49-F238E27FC236}">
                <a16:creationId xmlns:a16="http://schemas.microsoft.com/office/drawing/2014/main" id="{A1930921-E08D-D772-3B6A-69614A646010}"/>
              </a:ext>
            </a:extLst>
          </p:cNvPr>
          <p:cNvSpPr txBox="1"/>
          <p:nvPr/>
        </p:nvSpPr>
        <p:spPr>
          <a:xfrm>
            <a:off x="6526776" y="2996374"/>
            <a:ext cx="3686665" cy="369332"/>
          </a:xfrm>
          <a:prstGeom prst="rect">
            <a:avLst/>
          </a:prstGeom>
          <a:noFill/>
        </p:spPr>
        <p:txBody>
          <a:bodyPr wrap="square">
            <a:spAutoFit/>
          </a:bodyPr>
          <a:lstStyle/>
          <a:p>
            <a:pPr algn="ctr"/>
            <a:r>
              <a:rPr lang="en-US" b="1" dirty="0"/>
              <a:t>Tells the AI </a:t>
            </a:r>
            <a:r>
              <a:rPr lang="en-US" b="1" i="1" dirty="0"/>
              <a:t>what to do</a:t>
            </a:r>
            <a:r>
              <a:rPr lang="en-US" dirty="0"/>
              <a:t>.</a:t>
            </a:r>
            <a:endParaRPr lang="en-US" b="1" dirty="0"/>
          </a:p>
        </p:txBody>
      </p:sp>
      <p:sp>
        <p:nvSpPr>
          <p:cNvPr id="64" name="TextBox 63">
            <a:extLst>
              <a:ext uri="{FF2B5EF4-FFF2-40B4-BE49-F238E27FC236}">
                <a16:creationId xmlns:a16="http://schemas.microsoft.com/office/drawing/2014/main" id="{EEB911C9-CD2A-CFBC-34C1-1B69C64278DC}"/>
              </a:ext>
            </a:extLst>
          </p:cNvPr>
          <p:cNvSpPr txBox="1"/>
          <p:nvPr/>
        </p:nvSpPr>
        <p:spPr>
          <a:xfrm>
            <a:off x="6581225" y="3847165"/>
            <a:ext cx="3632215" cy="646331"/>
          </a:xfrm>
          <a:prstGeom prst="rect">
            <a:avLst/>
          </a:prstGeom>
          <a:noFill/>
        </p:spPr>
        <p:txBody>
          <a:bodyPr wrap="square">
            <a:spAutoFit/>
          </a:bodyPr>
          <a:lstStyle/>
          <a:p>
            <a:r>
              <a:rPr lang="en-US" b="1" dirty="0"/>
              <a:t>Explains </a:t>
            </a:r>
            <a:r>
              <a:rPr lang="en-US" b="1" i="1" dirty="0"/>
              <a:t>why</a:t>
            </a:r>
            <a:r>
              <a:rPr lang="en-US" b="1" dirty="0"/>
              <a:t> and </a:t>
            </a:r>
            <a:r>
              <a:rPr lang="en-US" b="1" i="1" dirty="0"/>
              <a:t>for whom</a:t>
            </a:r>
            <a:r>
              <a:rPr lang="en-US" b="1" dirty="0"/>
              <a:t> the answer is needed.</a:t>
            </a:r>
          </a:p>
        </p:txBody>
      </p:sp>
      <p:sp>
        <p:nvSpPr>
          <p:cNvPr id="65" name="TextBox 64">
            <a:extLst>
              <a:ext uri="{FF2B5EF4-FFF2-40B4-BE49-F238E27FC236}">
                <a16:creationId xmlns:a16="http://schemas.microsoft.com/office/drawing/2014/main" id="{8CB7C2BF-61E4-D45A-D6DC-E907CAF99F71}"/>
              </a:ext>
            </a:extLst>
          </p:cNvPr>
          <p:cNvSpPr txBox="1"/>
          <p:nvPr/>
        </p:nvSpPr>
        <p:spPr>
          <a:xfrm>
            <a:off x="6635676" y="4594656"/>
            <a:ext cx="3632215" cy="646331"/>
          </a:xfrm>
          <a:prstGeom prst="rect">
            <a:avLst/>
          </a:prstGeom>
          <a:noFill/>
        </p:spPr>
        <p:txBody>
          <a:bodyPr wrap="square">
            <a:spAutoFit/>
          </a:bodyPr>
          <a:lstStyle/>
          <a:p>
            <a:r>
              <a:rPr lang="en-US" b="1" dirty="0"/>
              <a:t>Tells the AI </a:t>
            </a:r>
            <a:r>
              <a:rPr lang="en-US" b="1" i="1" dirty="0"/>
              <a:t>what rules it must follow</a:t>
            </a:r>
            <a:r>
              <a:rPr lang="en-US" b="1" dirty="0"/>
              <a:t>.</a:t>
            </a:r>
          </a:p>
        </p:txBody>
      </p:sp>
      <p:sp>
        <p:nvSpPr>
          <p:cNvPr id="66" name="TextBox 65">
            <a:extLst>
              <a:ext uri="{FF2B5EF4-FFF2-40B4-BE49-F238E27FC236}">
                <a16:creationId xmlns:a16="http://schemas.microsoft.com/office/drawing/2014/main" id="{F824009C-1FF0-0673-4578-CDBD47F112A5}"/>
              </a:ext>
            </a:extLst>
          </p:cNvPr>
          <p:cNvSpPr txBox="1"/>
          <p:nvPr/>
        </p:nvSpPr>
        <p:spPr>
          <a:xfrm>
            <a:off x="6793007" y="5620634"/>
            <a:ext cx="3632215" cy="646331"/>
          </a:xfrm>
          <a:prstGeom prst="rect">
            <a:avLst/>
          </a:prstGeom>
          <a:noFill/>
        </p:spPr>
        <p:txBody>
          <a:bodyPr wrap="square">
            <a:spAutoFit/>
          </a:bodyPr>
          <a:lstStyle/>
          <a:p>
            <a:r>
              <a:rPr lang="en-US" b="1" dirty="0"/>
              <a:t>Tells the AI </a:t>
            </a:r>
            <a:r>
              <a:rPr lang="en-US" b="1" i="1" dirty="0"/>
              <a:t>how the answer should look</a:t>
            </a:r>
            <a:r>
              <a:rPr lang="en-US" b="1" dirty="0"/>
              <a:t>.</a:t>
            </a:r>
          </a:p>
        </p:txBody>
      </p:sp>
      <p:sp>
        <p:nvSpPr>
          <p:cNvPr id="67" name="Arrow: Right 66">
            <a:extLst>
              <a:ext uri="{FF2B5EF4-FFF2-40B4-BE49-F238E27FC236}">
                <a16:creationId xmlns:a16="http://schemas.microsoft.com/office/drawing/2014/main" id="{B2089E01-843C-ACF0-7FA6-4B8FE4B63C55}"/>
              </a:ext>
            </a:extLst>
          </p:cNvPr>
          <p:cNvSpPr/>
          <p:nvPr/>
        </p:nvSpPr>
        <p:spPr>
          <a:xfrm>
            <a:off x="4984595" y="2225261"/>
            <a:ext cx="1111405" cy="2680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Arrow: Right 67">
            <a:extLst>
              <a:ext uri="{FF2B5EF4-FFF2-40B4-BE49-F238E27FC236}">
                <a16:creationId xmlns:a16="http://schemas.microsoft.com/office/drawing/2014/main" id="{057237EF-5A7C-3154-922C-7D950A0C9E7F}"/>
              </a:ext>
            </a:extLst>
          </p:cNvPr>
          <p:cNvSpPr/>
          <p:nvPr/>
        </p:nvSpPr>
        <p:spPr>
          <a:xfrm>
            <a:off x="4971152" y="3173344"/>
            <a:ext cx="1111405" cy="2680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Arrow: Right 68">
            <a:extLst>
              <a:ext uri="{FF2B5EF4-FFF2-40B4-BE49-F238E27FC236}">
                <a16:creationId xmlns:a16="http://schemas.microsoft.com/office/drawing/2014/main" id="{91AA18B2-6061-0989-67F6-4BFFD1B38D15}"/>
              </a:ext>
            </a:extLst>
          </p:cNvPr>
          <p:cNvSpPr/>
          <p:nvPr/>
        </p:nvSpPr>
        <p:spPr>
          <a:xfrm>
            <a:off x="4960015" y="4066127"/>
            <a:ext cx="1111405" cy="2680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Arrow: Right 69">
            <a:extLst>
              <a:ext uri="{FF2B5EF4-FFF2-40B4-BE49-F238E27FC236}">
                <a16:creationId xmlns:a16="http://schemas.microsoft.com/office/drawing/2014/main" id="{22E82A49-74BF-A9AF-9384-ED275996FAD4}"/>
              </a:ext>
            </a:extLst>
          </p:cNvPr>
          <p:cNvSpPr/>
          <p:nvPr/>
        </p:nvSpPr>
        <p:spPr>
          <a:xfrm>
            <a:off x="4919778" y="4955022"/>
            <a:ext cx="1111405" cy="2680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Arrow: Right 70">
            <a:extLst>
              <a:ext uri="{FF2B5EF4-FFF2-40B4-BE49-F238E27FC236}">
                <a16:creationId xmlns:a16="http://schemas.microsoft.com/office/drawing/2014/main" id="{FF1311E1-CB58-E8F4-995E-91A3BF03DF55}"/>
              </a:ext>
            </a:extLst>
          </p:cNvPr>
          <p:cNvSpPr/>
          <p:nvPr/>
        </p:nvSpPr>
        <p:spPr>
          <a:xfrm>
            <a:off x="4904515" y="5792770"/>
            <a:ext cx="1111405" cy="2680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86778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wipe(up)">
                                      <p:cBhvr>
                                        <p:cTn id="7" dur="500"/>
                                        <p:tgtEl>
                                          <p:spTgt spid="50"/>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51"/>
                                        </p:tgtEl>
                                        <p:attrNameLst>
                                          <p:attrName>style.visibility</p:attrName>
                                        </p:attrNameLst>
                                      </p:cBhvr>
                                      <p:to>
                                        <p:strVal val="visible"/>
                                      </p:to>
                                    </p:set>
                                    <p:animEffect transition="in" filter="wipe(up)">
                                      <p:cBhvr>
                                        <p:cTn id="10" dur="500"/>
                                        <p:tgtEl>
                                          <p:spTgt spid="51"/>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wipe(up)">
                                      <p:cBhvr>
                                        <p:cTn id="15" dur="500"/>
                                        <p:tgtEl>
                                          <p:spTgt spid="52"/>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53"/>
                                        </p:tgtEl>
                                        <p:attrNameLst>
                                          <p:attrName>style.visibility</p:attrName>
                                        </p:attrNameLst>
                                      </p:cBhvr>
                                      <p:to>
                                        <p:strVal val="visible"/>
                                      </p:to>
                                    </p:set>
                                    <p:animEffect transition="in" filter="wipe(up)">
                                      <p:cBhvr>
                                        <p:cTn id="18" dur="500"/>
                                        <p:tgtEl>
                                          <p:spTgt spid="5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54"/>
                                        </p:tgtEl>
                                        <p:attrNameLst>
                                          <p:attrName>style.visibility</p:attrName>
                                        </p:attrNameLst>
                                      </p:cBhvr>
                                      <p:to>
                                        <p:strVal val="visible"/>
                                      </p:to>
                                    </p:set>
                                    <p:animEffect transition="in" filter="wipe(up)">
                                      <p:cBhvr>
                                        <p:cTn id="23" dur="500"/>
                                        <p:tgtEl>
                                          <p:spTgt spid="54"/>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55"/>
                                        </p:tgtEl>
                                        <p:attrNameLst>
                                          <p:attrName>style.visibility</p:attrName>
                                        </p:attrNameLst>
                                      </p:cBhvr>
                                      <p:to>
                                        <p:strVal val="visible"/>
                                      </p:to>
                                    </p:set>
                                    <p:animEffect transition="in" filter="wipe(up)">
                                      <p:cBhvr>
                                        <p:cTn id="26" dur="500"/>
                                        <p:tgtEl>
                                          <p:spTgt spid="5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56"/>
                                        </p:tgtEl>
                                        <p:attrNameLst>
                                          <p:attrName>style.visibility</p:attrName>
                                        </p:attrNameLst>
                                      </p:cBhvr>
                                      <p:to>
                                        <p:strVal val="visible"/>
                                      </p:to>
                                    </p:set>
                                    <p:animEffect transition="in" filter="wipe(up)">
                                      <p:cBhvr>
                                        <p:cTn id="31" dur="500"/>
                                        <p:tgtEl>
                                          <p:spTgt spid="56"/>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57"/>
                                        </p:tgtEl>
                                        <p:attrNameLst>
                                          <p:attrName>style.visibility</p:attrName>
                                        </p:attrNameLst>
                                      </p:cBhvr>
                                      <p:to>
                                        <p:strVal val="visible"/>
                                      </p:to>
                                    </p:set>
                                    <p:animEffect transition="in" filter="wipe(up)">
                                      <p:cBhvr>
                                        <p:cTn id="34" dur="500"/>
                                        <p:tgtEl>
                                          <p:spTgt spid="5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58"/>
                                        </p:tgtEl>
                                        <p:attrNameLst>
                                          <p:attrName>style.visibility</p:attrName>
                                        </p:attrNameLst>
                                      </p:cBhvr>
                                      <p:to>
                                        <p:strVal val="visible"/>
                                      </p:to>
                                    </p:set>
                                    <p:animEffect transition="in" filter="wipe(up)">
                                      <p:cBhvr>
                                        <p:cTn id="39" dur="500"/>
                                        <p:tgtEl>
                                          <p:spTgt spid="58"/>
                                        </p:tgtEl>
                                      </p:cBhvr>
                                    </p:animEffect>
                                  </p:childTnLst>
                                </p:cTn>
                              </p:par>
                              <p:par>
                                <p:cTn id="40" presetID="22" presetClass="entr" presetSubtype="1" fill="hold" grpId="0" nodeType="withEffect">
                                  <p:stCondLst>
                                    <p:cond delay="0"/>
                                  </p:stCondLst>
                                  <p:childTnLst>
                                    <p:set>
                                      <p:cBhvr>
                                        <p:cTn id="41" dur="1" fill="hold">
                                          <p:stCondLst>
                                            <p:cond delay="0"/>
                                          </p:stCondLst>
                                        </p:cTn>
                                        <p:tgtEl>
                                          <p:spTgt spid="59"/>
                                        </p:tgtEl>
                                        <p:attrNameLst>
                                          <p:attrName>style.visibility</p:attrName>
                                        </p:attrNameLst>
                                      </p:cBhvr>
                                      <p:to>
                                        <p:strVal val="visible"/>
                                      </p:to>
                                    </p:set>
                                    <p:animEffect transition="in" filter="wipe(up)">
                                      <p:cBhvr>
                                        <p:cTn id="42"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14A4336-F031-3AC5-B913-B18D5A05B48B}"/>
              </a:ext>
            </a:extLst>
          </p:cNvPr>
          <p:cNvGrpSpPr>
            <a:grpSpLocks/>
          </p:cNvGrpSpPr>
          <p:nvPr/>
        </p:nvGrpSpPr>
        <p:grpSpPr bwMode="auto">
          <a:xfrm>
            <a:off x="0" y="3535363"/>
            <a:ext cx="7069138" cy="2486025"/>
            <a:chOff x="0" y="3535363"/>
            <a:chExt cx="7069138" cy="2486026"/>
          </a:xfrm>
        </p:grpSpPr>
        <p:sp>
          <p:nvSpPr>
            <p:cNvPr id="67" name="Rectangle 44">
              <a:extLst>
                <a:ext uri="{FF2B5EF4-FFF2-40B4-BE49-F238E27FC236}">
                  <a16:creationId xmlns:a16="http://schemas.microsoft.com/office/drawing/2014/main" id="{3C719717-CD2C-4023-4DF5-E9935F7F9F8C}"/>
                </a:ext>
              </a:extLst>
            </p:cNvPr>
            <p:cNvSpPr>
              <a:spLocks noChangeArrowheads="1"/>
            </p:cNvSpPr>
            <p:nvPr/>
          </p:nvSpPr>
          <p:spPr bwMode="auto">
            <a:xfrm>
              <a:off x="0" y="4981576"/>
              <a:ext cx="3530600" cy="1039813"/>
            </a:xfrm>
            <a:prstGeom prst="rect">
              <a:avLst/>
            </a:prstGeom>
            <a:solidFill>
              <a:schemeClr val="accent5"/>
            </a:solidFill>
            <a:ln>
              <a:noFill/>
            </a:ln>
          </p:spPr>
          <p:txBody>
            <a:bodyPr/>
            <a:lstStyle/>
            <a:p>
              <a:pPr eaLnBrk="1" fontAlgn="auto" hangingPunct="1">
                <a:spcBef>
                  <a:spcPts val="0"/>
                </a:spcBef>
                <a:spcAft>
                  <a:spcPts val="0"/>
                </a:spcAft>
                <a:defRPr/>
              </a:pPr>
              <a:endParaRPr lang="ru-UA" dirty="0">
                <a:latin typeface="+mn-lt"/>
              </a:endParaRPr>
            </a:p>
          </p:txBody>
        </p:sp>
        <p:sp>
          <p:nvSpPr>
            <p:cNvPr id="68" name="Freeform 45">
              <a:extLst>
                <a:ext uri="{FF2B5EF4-FFF2-40B4-BE49-F238E27FC236}">
                  <a16:creationId xmlns:a16="http://schemas.microsoft.com/office/drawing/2014/main" id="{B9AA998E-ED6B-2D94-9900-5F91E6389F90}"/>
                </a:ext>
              </a:extLst>
            </p:cNvPr>
            <p:cNvSpPr>
              <a:spLocks/>
            </p:cNvSpPr>
            <p:nvPr/>
          </p:nvSpPr>
          <p:spPr bwMode="auto">
            <a:xfrm>
              <a:off x="3530600" y="3770313"/>
              <a:ext cx="1949450" cy="2251076"/>
            </a:xfrm>
            <a:custGeom>
              <a:avLst/>
              <a:gdLst>
                <a:gd name="T0" fmla="*/ 0 w 1228"/>
                <a:gd name="T1" fmla="*/ 763 h 1418"/>
                <a:gd name="T2" fmla="*/ 0 w 1228"/>
                <a:gd name="T3" fmla="*/ 1418 h 1418"/>
                <a:gd name="T4" fmla="*/ 1228 w 1228"/>
                <a:gd name="T5" fmla="*/ 145 h 1418"/>
                <a:gd name="T6" fmla="*/ 1228 w 1228"/>
                <a:gd name="T7" fmla="*/ 0 h 1418"/>
                <a:gd name="T8" fmla="*/ 0 w 1228"/>
                <a:gd name="T9" fmla="*/ 763 h 1418"/>
              </a:gdLst>
              <a:ahLst/>
              <a:cxnLst>
                <a:cxn ang="0">
                  <a:pos x="T0" y="T1"/>
                </a:cxn>
                <a:cxn ang="0">
                  <a:pos x="T2" y="T3"/>
                </a:cxn>
                <a:cxn ang="0">
                  <a:pos x="T4" y="T5"/>
                </a:cxn>
                <a:cxn ang="0">
                  <a:pos x="T6" y="T7"/>
                </a:cxn>
                <a:cxn ang="0">
                  <a:pos x="T8" y="T9"/>
                </a:cxn>
              </a:cxnLst>
              <a:rect l="0" t="0" r="r" b="b"/>
              <a:pathLst>
                <a:path w="1228" h="1418">
                  <a:moveTo>
                    <a:pt x="0" y="763"/>
                  </a:moveTo>
                  <a:lnTo>
                    <a:pt x="0" y="1418"/>
                  </a:lnTo>
                  <a:lnTo>
                    <a:pt x="1228" y="145"/>
                  </a:lnTo>
                  <a:lnTo>
                    <a:pt x="1228" y="0"/>
                  </a:lnTo>
                  <a:lnTo>
                    <a:pt x="0" y="763"/>
                  </a:lnTo>
                  <a:close/>
                </a:path>
              </a:pathLst>
            </a:custGeom>
            <a:solidFill>
              <a:schemeClr val="accent5">
                <a:lumMod val="75000"/>
              </a:schemeClr>
            </a:solidFill>
            <a:ln>
              <a:noFill/>
            </a:ln>
          </p:spPr>
          <p:txBody>
            <a:bodyPr/>
            <a:lstStyle/>
            <a:p>
              <a:pPr eaLnBrk="1" fontAlgn="auto" hangingPunct="1">
                <a:spcBef>
                  <a:spcPts val="0"/>
                </a:spcBef>
                <a:spcAft>
                  <a:spcPts val="0"/>
                </a:spcAft>
                <a:defRPr/>
              </a:pPr>
              <a:endParaRPr lang="ru-UA">
                <a:latin typeface="+mn-lt"/>
              </a:endParaRPr>
            </a:p>
          </p:txBody>
        </p:sp>
        <p:sp>
          <p:nvSpPr>
            <p:cNvPr id="75" name="Freeform 52">
              <a:extLst>
                <a:ext uri="{FF2B5EF4-FFF2-40B4-BE49-F238E27FC236}">
                  <a16:creationId xmlns:a16="http://schemas.microsoft.com/office/drawing/2014/main" id="{8EFDC512-6F4F-5504-E966-CF489BB89D8B}"/>
                </a:ext>
              </a:extLst>
            </p:cNvPr>
            <p:cNvSpPr>
              <a:spLocks/>
            </p:cNvSpPr>
            <p:nvPr/>
          </p:nvSpPr>
          <p:spPr bwMode="auto">
            <a:xfrm>
              <a:off x="5480050" y="3535363"/>
              <a:ext cx="1589088" cy="465137"/>
            </a:xfrm>
            <a:custGeom>
              <a:avLst/>
              <a:gdLst>
                <a:gd name="T0" fmla="*/ 0 w 1001"/>
                <a:gd name="T1" fmla="*/ 148 h 293"/>
                <a:gd name="T2" fmla="*/ 0 w 1001"/>
                <a:gd name="T3" fmla="*/ 293 h 293"/>
                <a:gd name="T4" fmla="*/ 1001 w 1001"/>
                <a:gd name="T5" fmla="*/ 47 h 293"/>
                <a:gd name="T6" fmla="*/ 1001 w 1001"/>
                <a:gd name="T7" fmla="*/ 0 h 293"/>
                <a:gd name="T8" fmla="*/ 0 w 1001"/>
                <a:gd name="T9" fmla="*/ 148 h 293"/>
              </a:gdLst>
              <a:ahLst/>
              <a:cxnLst>
                <a:cxn ang="0">
                  <a:pos x="T0" y="T1"/>
                </a:cxn>
                <a:cxn ang="0">
                  <a:pos x="T2" y="T3"/>
                </a:cxn>
                <a:cxn ang="0">
                  <a:pos x="T4" y="T5"/>
                </a:cxn>
                <a:cxn ang="0">
                  <a:pos x="T6" y="T7"/>
                </a:cxn>
                <a:cxn ang="0">
                  <a:pos x="T8" y="T9"/>
                </a:cxn>
              </a:cxnLst>
              <a:rect l="0" t="0" r="r" b="b"/>
              <a:pathLst>
                <a:path w="1001" h="293">
                  <a:moveTo>
                    <a:pt x="0" y="148"/>
                  </a:moveTo>
                  <a:lnTo>
                    <a:pt x="0" y="293"/>
                  </a:lnTo>
                  <a:lnTo>
                    <a:pt x="1001" y="47"/>
                  </a:lnTo>
                  <a:lnTo>
                    <a:pt x="1001" y="0"/>
                  </a:lnTo>
                  <a:lnTo>
                    <a:pt x="0" y="148"/>
                  </a:lnTo>
                  <a:close/>
                </a:path>
              </a:pathLst>
            </a:custGeom>
            <a:solidFill>
              <a:schemeClr val="accent5"/>
            </a:solidFill>
            <a:ln>
              <a:noFill/>
            </a:ln>
          </p:spPr>
          <p:txBody>
            <a:bodyPr/>
            <a:lstStyle/>
            <a:p>
              <a:pPr eaLnBrk="1" fontAlgn="auto" hangingPunct="1">
                <a:spcBef>
                  <a:spcPts val="0"/>
                </a:spcBef>
                <a:spcAft>
                  <a:spcPts val="0"/>
                </a:spcAft>
                <a:defRPr/>
              </a:pPr>
              <a:endParaRPr lang="ru-UA">
                <a:latin typeface="+mn-lt"/>
              </a:endParaRPr>
            </a:p>
          </p:txBody>
        </p:sp>
      </p:grpSp>
      <p:grpSp>
        <p:nvGrpSpPr>
          <p:cNvPr id="3" name="Group 2">
            <a:extLst>
              <a:ext uri="{FF2B5EF4-FFF2-40B4-BE49-F238E27FC236}">
                <a16:creationId xmlns:a16="http://schemas.microsoft.com/office/drawing/2014/main" id="{47E63749-5877-E30F-14A9-3B40D8FB43BE}"/>
              </a:ext>
            </a:extLst>
          </p:cNvPr>
          <p:cNvGrpSpPr>
            <a:grpSpLocks/>
          </p:cNvGrpSpPr>
          <p:nvPr/>
        </p:nvGrpSpPr>
        <p:grpSpPr bwMode="auto">
          <a:xfrm>
            <a:off x="0" y="3465513"/>
            <a:ext cx="7069138" cy="1516062"/>
            <a:chOff x="0" y="3465513"/>
            <a:chExt cx="7069138" cy="1516063"/>
          </a:xfrm>
        </p:grpSpPr>
        <p:sp>
          <p:nvSpPr>
            <p:cNvPr id="69" name="Rectangle 46">
              <a:extLst>
                <a:ext uri="{FF2B5EF4-FFF2-40B4-BE49-F238E27FC236}">
                  <a16:creationId xmlns:a16="http://schemas.microsoft.com/office/drawing/2014/main" id="{FA996A4B-E7DF-BF7C-18A0-1074D14B90D6}"/>
                </a:ext>
              </a:extLst>
            </p:cNvPr>
            <p:cNvSpPr>
              <a:spLocks noChangeArrowheads="1"/>
            </p:cNvSpPr>
            <p:nvPr/>
          </p:nvSpPr>
          <p:spPr bwMode="auto">
            <a:xfrm>
              <a:off x="0" y="3946525"/>
              <a:ext cx="3530600" cy="1035051"/>
            </a:xfrm>
            <a:prstGeom prst="rect">
              <a:avLst/>
            </a:prstGeom>
            <a:solidFill>
              <a:schemeClr val="accent4"/>
            </a:solidFill>
            <a:ln>
              <a:noFill/>
            </a:ln>
            <a:effectLst>
              <a:outerShdw blurRad="50800" dist="38100" dir="5400000" algn="t" rotWithShape="0">
                <a:prstClr val="black">
                  <a:alpha val="40000"/>
                </a:prstClr>
              </a:outerShdw>
            </a:effectLst>
          </p:spPr>
          <p:txBody>
            <a:bodyPr/>
            <a:lstStyle/>
            <a:p>
              <a:pPr eaLnBrk="1" fontAlgn="auto" hangingPunct="1">
                <a:spcBef>
                  <a:spcPts val="0"/>
                </a:spcBef>
                <a:spcAft>
                  <a:spcPts val="0"/>
                </a:spcAft>
                <a:defRPr/>
              </a:pPr>
              <a:endParaRPr lang="ru-UA">
                <a:latin typeface="+mn-lt"/>
              </a:endParaRPr>
            </a:p>
          </p:txBody>
        </p:sp>
        <p:sp>
          <p:nvSpPr>
            <p:cNvPr id="70" name="Freeform 47">
              <a:extLst>
                <a:ext uri="{FF2B5EF4-FFF2-40B4-BE49-F238E27FC236}">
                  <a16:creationId xmlns:a16="http://schemas.microsoft.com/office/drawing/2014/main" id="{0BCACB44-657C-BB8D-E3C1-62F45BC8D35E}"/>
                </a:ext>
              </a:extLst>
            </p:cNvPr>
            <p:cNvSpPr>
              <a:spLocks/>
            </p:cNvSpPr>
            <p:nvPr/>
          </p:nvSpPr>
          <p:spPr bwMode="auto">
            <a:xfrm>
              <a:off x="3530600" y="3543300"/>
              <a:ext cx="1949450" cy="1438276"/>
            </a:xfrm>
            <a:custGeom>
              <a:avLst/>
              <a:gdLst>
                <a:gd name="T0" fmla="*/ 0 w 1228"/>
                <a:gd name="T1" fmla="*/ 254 h 906"/>
                <a:gd name="T2" fmla="*/ 0 w 1228"/>
                <a:gd name="T3" fmla="*/ 906 h 906"/>
                <a:gd name="T4" fmla="*/ 1228 w 1228"/>
                <a:gd name="T5" fmla="*/ 143 h 906"/>
                <a:gd name="T6" fmla="*/ 1228 w 1228"/>
                <a:gd name="T7" fmla="*/ 0 h 906"/>
                <a:gd name="T8" fmla="*/ 0 w 1228"/>
                <a:gd name="T9" fmla="*/ 254 h 906"/>
              </a:gdLst>
              <a:ahLst/>
              <a:cxnLst>
                <a:cxn ang="0">
                  <a:pos x="T0" y="T1"/>
                </a:cxn>
                <a:cxn ang="0">
                  <a:pos x="T2" y="T3"/>
                </a:cxn>
                <a:cxn ang="0">
                  <a:pos x="T4" y="T5"/>
                </a:cxn>
                <a:cxn ang="0">
                  <a:pos x="T6" y="T7"/>
                </a:cxn>
                <a:cxn ang="0">
                  <a:pos x="T8" y="T9"/>
                </a:cxn>
              </a:cxnLst>
              <a:rect l="0" t="0" r="r" b="b"/>
              <a:pathLst>
                <a:path w="1228" h="906">
                  <a:moveTo>
                    <a:pt x="0" y="254"/>
                  </a:moveTo>
                  <a:lnTo>
                    <a:pt x="0" y="906"/>
                  </a:lnTo>
                  <a:lnTo>
                    <a:pt x="1228" y="143"/>
                  </a:lnTo>
                  <a:lnTo>
                    <a:pt x="1228" y="0"/>
                  </a:lnTo>
                  <a:lnTo>
                    <a:pt x="0" y="254"/>
                  </a:lnTo>
                  <a:close/>
                </a:path>
              </a:pathLst>
            </a:custGeom>
            <a:solidFill>
              <a:schemeClr val="accent4">
                <a:lumMod val="75000"/>
              </a:schemeClr>
            </a:solidFill>
            <a:ln>
              <a:noFill/>
            </a:ln>
            <a:effectLst>
              <a:outerShdw blurRad="50800" dist="38100" dir="5400000" algn="t" rotWithShape="0">
                <a:prstClr val="black">
                  <a:alpha val="40000"/>
                </a:prstClr>
              </a:outerShdw>
            </a:effectLst>
          </p:spPr>
          <p:txBody>
            <a:bodyPr/>
            <a:lstStyle/>
            <a:p>
              <a:pPr eaLnBrk="1" fontAlgn="auto" hangingPunct="1">
                <a:spcBef>
                  <a:spcPts val="0"/>
                </a:spcBef>
                <a:spcAft>
                  <a:spcPts val="0"/>
                </a:spcAft>
                <a:defRPr/>
              </a:pPr>
              <a:endParaRPr lang="ru-UA">
                <a:latin typeface="+mn-lt"/>
              </a:endParaRPr>
            </a:p>
          </p:txBody>
        </p:sp>
        <p:sp>
          <p:nvSpPr>
            <p:cNvPr id="76" name="Freeform 53">
              <a:extLst>
                <a:ext uri="{FF2B5EF4-FFF2-40B4-BE49-F238E27FC236}">
                  <a16:creationId xmlns:a16="http://schemas.microsoft.com/office/drawing/2014/main" id="{BF47FA2A-6DAA-DDE1-35D5-308DA74261FF}"/>
                </a:ext>
              </a:extLst>
            </p:cNvPr>
            <p:cNvSpPr>
              <a:spLocks/>
            </p:cNvSpPr>
            <p:nvPr/>
          </p:nvSpPr>
          <p:spPr bwMode="auto">
            <a:xfrm>
              <a:off x="5480050" y="3465513"/>
              <a:ext cx="1589088" cy="304800"/>
            </a:xfrm>
            <a:custGeom>
              <a:avLst/>
              <a:gdLst>
                <a:gd name="T0" fmla="*/ 0 w 1001"/>
                <a:gd name="T1" fmla="*/ 192 h 192"/>
                <a:gd name="T2" fmla="*/ 1001 w 1001"/>
                <a:gd name="T3" fmla="*/ 44 h 192"/>
                <a:gd name="T4" fmla="*/ 1001 w 1001"/>
                <a:gd name="T5" fmla="*/ 0 h 192"/>
                <a:gd name="T6" fmla="*/ 0 w 1001"/>
                <a:gd name="T7" fmla="*/ 49 h 192"/>
                <a:gd name="T8" fmla="*/ 0 w 1001"/>
                <a:gd name="T9" fmla="*/ 192 h 192"/>
              </a:gdLst>
              <a:ahLst/>
              <a:cxnLst>
                <a:cxn ang="0">
                  <a:pos x="T0" y="T1"/>
                </a:cxn>
                <a:cxn ang="0">
                  <a:pos x="T2" y="T3"/>
                </a:cxn>
                <a:cxn ang="0">
                  <a:pos x="T4" y="T5"/>
                </a:cxn>
                <a:cxn ang="0">
                  <a:pos x="T6" y="T7"/>
                </a:cxn>
                <a:cxn ang="0">
                  <a:pos x="T8" y="T9"/>
                </a:cxn>
              </a:cxnLst>
              <a:rect l="0" t="0" r="r" b="b"/>
              <a:pathLst>
                <a:path w="1001" h="192">
                  <a:moveTo>
                    <a:pt x="0" y="192"/>
                  </a:moveTo>
                  <a:lnTo>
                    <a:pt x="1001" y="44"/>
                  </a:lnTo>
                  <a:lnTo>
                    <a:pt x="1001" y="0"/>
                  </a:lnTo>
                  <a:lnTo>
                    <a:pt x="0" y="49"/>
                  </a:lnTo>
                  <a:lnTo>
                    <a:pt x="0" y="192"/>
                  </a:lnTo>
                  <a:close/>
                </a:path>
              </a:pathLst>
            </a:custGeom>
            <a:solidFill>
              <a:schemeClr val="accent4"/>
            </a:solidFill>
            <a:ln>
              <a:noFill/>
            </a:ln>
            <a:effectLst>
              <a:outerShdw blurRad="50800" dist="38100" dir="5400000" algn="t" rotWithShape="0">
                <a:prstClr val="black">
                  <a:alpha val="40000"/>
                </a:prstClr>
              </a:outerShdw>
            </a:effectLst>
          </p:spPr>
          <p:txBody>
            <a:bodyPr/>
            <a:lstStyle/>
            <a:p>
              <a:pPr eaLnBrk="1" fontAlgn="auto" hangingPunct="1">
                <a:spcBef>
                  <a:spcPts val="0"/>
                </a:spcBef>
                <a:spcAft>
                  <a:spcPts val="0"/>
                </a:spcAft>
                <a:defRPr/>
              </a:pPr>
              <a:endParaRPr lang="ru-UA">
                <a:latin typeface="+mn-lt"/>
              </a:endParaRPr>
            </a:p>
          </p:txBody>
        </p:sp>
      </p:grpSp>
      <p:grpSp>
        <p:nvGrpSpPr>
          <p:cNvPr id="4" name="Group 3">
            <a:extLst>
              <a:ext uri="{FF2B5EF4-FFF2-40B4-BE49-F238E27FC236}">
                <a16:creationId xmlns:a16="http://schemas.microsoft.com/office/drawing/2014/main" id="{2B99B434-96E7-3F06-9BC9-1BF1E77E67CF}"/>
              </a:ext>
            </a:extLst>
          </p:cNvPr>
          <p:cNvGrpSpPr>
            <a:grpSpLocks/>
          </p:cNvGrpSpPr>
          <p:nvPr/>
        </p:nvGrpSpPr>
        <p:grpSpPr bwMode="auto">
          <a:xfrm>
            <a:off x="0" y="2911475"/>
            <a:ext cx="7069138" cy="1035050"/>
            <a:chOff x="0" y="2911476"/>
            <a:chExt cx="7069138" cy="1035050"/>
          </a:xfrm>
        </p:grpSpPr>
        <p:sp>
          <p:nvSpPr>
            <p:cNvPr id="71" name="Rectangle 48">
              <a:extLst>
                <a:ext uri="{FF2B5EF4-FFF2-40B4-BE49-F238E27FC236}">
                  <a16:creationId xmlns:a16="http://schemas.microsoft.com/office/drawing/2014/main" id="{CA50430D-25A4-BA5A-FBF1-0AF61347AD7A}"/>
                </a:ext>
              </a:extLst>
            </p:cNvPr>
            <p:cNvSpPr>
              <a:spLocks noChangeArrowheads="1"/>
            </p:cNvSpPr>
            <p:nvPr/>
          </p:nvSpPr>
          <p:spPr bwMode="auto">
            <a:xfrm>
              <a:off x="0" y="2911476"/>
              <a:ext cx="3530600" cy="1035050"/>
            </a:xfrm>
            <a:prstGeom prst="rect">
              <a:avLst/>
            </a:prstGeom>
            <a:solidFill>
              <a:schemeClr val="accent3"/>
            </a:solidFill>
            <a:ln>
              <a:noFill/>
            </a:ln>
            <a:effectLst>
              <a:outerShdw blurRad="114300" dist="50800" dir="5400000" algn="t" rotWithShape="0">
                <a:prstClr val="black">
                  <a:alpha val="40000"/>
                </a:prstClr>
              </a:outerShdw>
            </a:effectLst>
          </p:spPr>
          <p:txBody>
            <a:bodyPr/>
            <a:lstStyle/>
            <a:p>
              <a:pPr eaLnBrk="1" fontAlgn="auto" hangingPunct="1">
                <a:spcBef>
                  <a:spcPts val="0"/>
                </a:spcBef>
                <a:spcAft>
                  <a:spcPts val="0"/>
                </a:spcAft>
                <a:defRPr/>
              </a:pPr>
              <a:endParaRPr lang="ru-UA">
                <a:latin typeface="+mn-lt"/>
              </a:endParaRPr>
            </a:p>
          </p:txBody>
        </p:sp>
        <p:sp>
          <p:nvSpPr>
            <p:cNvPr id="72" name="Freeform 49">
              <a:extLst>
                <a:ext uri="{FF2B5EF4-FFF2-40B4-BE49-F238E27FC236}">
                  <a16:creationId xmlns:a16="http://schemas.microsoft.com/office/drawing/2014/main" id="{2E2C6C7F-F95C-247C-1AEF-DA4A2E433CA2}"/>
                </a:ext>
              </a:extLst>
            </p:cNvPr>
            <p:cNvSpPr>
              <a:spLocks/>
            </p:cNvSpPr>
            <p:nvPr/>
          </p:nvSpPr>
          <p:spPr bwMode="auto">
            <a:xfrm>
              <a:off x="3530600" y="2911476"/>
              <a:ext cx="1949450" cy="1035050"/>
            </a:xfrm>
            <a:custGeom>
              <a:avLst/>
              <a:gdLst>
                <a:gd name="T0" fmla="*/ 0 w 1228"/>
                <a:gd name="T1" fmla="*/ 652 h 652"/>
                <a:gd name="T2" fmla="*/ 0 w 1228"/>
                <a:gd name="T3" fmla="*/ 0 h 652"/>
                <a:gd name="T4" fmla="*/ 1228 w 1228"/>
                <a:gd name="T5" fmla="*/ 253 h 652"/>
                <a:gd name="T6" fmla="*/ 1228 w 1228"/>
                <a:gd name="T7" fmla="*/ 398 h 652"/>
                <a:gd name="T8" fmla="*/ 0 w 1228"/>
                <a:gd name="T9" fmla="*/ 652 h 652"/>
              </a:gdLst>
              <a:ahLst/>
              <a:cxnLst>
                <a:cxn ang="0">
                  <a:pos x="T0" y="T1"/>
                </a:cxn>
                <a:cxn ang="0">
                  <a:pos x="T2" y="T3"/>
                </a:cxn>
                <a:cxn ang="0">
                  <a:pos x="T4" y="T5"/>
                </a:cxn>
                <a:cxn ang="0">
                  <a:pos x="T6" y="T7"/>
                </a:cxn>
                <a:cxn ang="0">
                  <a:pos x="T8" y="T9"/>
                </a:cxn>
              </a:cxnLst>
              <a:rect l="0" t="0" r="r" b="b"/>
              <a:pathLst>
                <a:path w="1228" h="652">
                  <a:moveTo>
                    <a:pt x="0" y="652"/>
                  </a:moveTo>
                  <a:lnTo>
                    <a:pt x="0" y="0"/>
                  </a:lnTo>
                  <a:lnTo>
                    <a:pt x="1228" y="253"/>
                  </a:lnTo>
                  <a:lnTo>
                    <a:pt x="1228" y="398"/>
                  </a:lnTo>
                  <a:lnTo>
                    <a:pt x="0" y="652"/>
                  </a:lnTo>
                  <a:close/>
                </a:path>
              </a:pathLst>
            </a:custGeom>
            <a:solidFill>
              <a:schemeClr val="accent3">
                <a:lumMod val="75000"/>
              </a:schemeClr>
            </a:solidFill>
            <a:ln>
              <a:noFill/>
            </a:ln>
            <a:effectLst>
              <a:outerShdw blurRad="114300" dist="50800" dir="5400000" algn="t" rotWithShape="0">
                <a:prstClr val="black">
                  <a:alpha val="40000"/>
                </a:prstClr>
              </a:outerShdw>
            </a:effectLst>
          </p:spPr>
          <p:txBody>
            <a:bodyPr/>
            <a:lstStyle/>
            <a:p>
              <a:pPr eaLnBrk="1" fontAlgn="auto" hangingPunct="1">
                <a:spcBef>
                  <a:spcPts val="0"/>
                </a:spcBef>
                <a:spcAft>
                  <a:spcPts val="0"/>
                </a:spcAft>
                <a:defRPr/>
              </a:pPr>
              <a:endParaRPr lang="ru-UA">
                <a:latin typeface="+mn-lt"/>
              </a:endParaRPr>
            </a:p>
          </p:txBody>
        </p:sp>
        <p:sp>
          <p:nvSpPr>
            <p:cNvPr id="77" name="Freeform 54">
              <a:extLst>
                <a:ext uri="{FF2B5EF4-FFF2-40B4-BE49-F238E27FC236}">
                  <a16:creationId xmlns:a16="http://schemas.microsoft.com/office/drawing/2014/main" id="{43147628-BE77-6C21-F95E-B0753934FF4B}"/>
                </a:ext>
              </a:extLst>
            </p:cNvPr>
            <p:cNvSpPr>
              <a:spLocks/>
            </p:cNvSpPr>
            <p:nvPr/>
          </p:nvSpPr>
          <p:spPr bwMode="auto">
            <a:xfrm>
              <a:off x="5480050" y="3313114"/>
              <a:ext cx="1589088" cy="230187"/>
            </a:xfrm>
            <a:custGeom>
              <a:avLst/>
              <a:gdLst>
                <a:gd name="T0" fmla="*/ 0 w 1001"/>
                <a:gd name="T1" fmla="*/ 0 h 145"/>
                <a:gd name="T2" fmla="*/ 0 w 1001"/>
                <a:gd name="T3" fmla="*/ 145 h 145"/>
                <a:gd name="T4" fmla="*/ 1001 w 1001"/>
                <a:gd name="T5" fmla="*/ 96 h 145"/>
                <a:gd name="T6" fmla="*/ 1001 w 1001"/>
                <a:gd name="T7" fmla="*/ 50 h 145"/>
                <a:gd name="T8" fmla="*/ 0 w 1001"/>
                <a:gd name="T9" fmla="*/ 0 h 145"/>
              </a:gdLst>
              <a:ahLst/>
              <a:cxnLst>
                <a:cxn ang="0">
                  <a:pos x="T0" y="T1"/>
                </a:cxn>
                <a:cxn ang="0">
                  <a:pos x="T2" y="T3"/>
                </a:cxn>
                <a:cxn ang="0">
                  <a:pos x="T4" y="T5"/>
                </a:cxn>
                <a:cxn ang="0">
                  <a:pos x="T6" y="T7"/>
                </a:cxn>
                <a:cxn ang="0">
                  <a:pos x="T8" y="T9"/>
                </a:cxn>
              </a:cxnLst>
              <a:rect l="0" t="0" r="r" b="b"/>
              <a:pathLst>
                <a:path w="1001" h="145">
                  <a:moveTo>
                    <a:pt x="0" y="0"/>
                  </a:moveTo>
                  <a:lnTo>
                    <a:pt x="0" y="145"/>
                  </a:lnTo>
                  <a:lnTo>
                    <a:pt x="1001" y="96"/>
                  </a:lnTo>
                  <a:lnTo>
                    <a:pt x="1001" y="50"/>
                  </a:lnTo>
                  <a:lnTo>
                    <a:pt x="0" y="0"/>
                  </a:lnTo>
                  <a:close/>
                </a:path>
              </a:pathLst>
            </a:custGeom>
            <a:solidFill>
              <a:schemeClr val="accent3"/>
            </a:solidFill>
            <a:ln>
              <a:noFill/>
            </a:ln>
            <a:effectLst>
              <a:outerShdw blurRad="114300" dist="50800" dir="5400000" algn="t" rotWithShape="0">
                <a:prstClr val="black">
                  <a:alpha val="40000"/>
                </a:prstClr>
              </a:outerShdw>
            </a:effectLst>
          </p:spPr>
          <p:txBody>
            <a:bodyPr/>
            <a:lstStyle/>
            <a:p>
              <a:pPr eaLnBrk="1" fontAlgn="auto" hangingPunct="1">
                <a:spcBef>
                  <a:spcPts val="0"/>
                </a:spcBef>
                <a:spcAft>
                  <a:spcPts val="0"/>
                </a:spcAft>
                <a:defRPr/>
              </a:pPr>
              <a:endParaRPr lang="ru-UA">
                <a:latin typeface="+mn-lt"/>
              </a:endParaRPr>
            </a:p>
          </p:txBody>
        </p:sp>
      </p:grpSp>
      <p:grpSp>
        <p:nvGrpSpPr>
          <p:cNvPr id="5" name="Group 4">
            <a:extLst>
              <a:ext uri="{FF2B5EF4-FFF2-40B4-BE49-F238E27FC236}">
                <a16:creationId xmlns:a16="http://schemas.microsoft.com/office/drawing/2014/main" id="{4301DF86-509D-40D5-B1A9-E7EF7BE30627}"/>
              </a:ext>
            </a:extLst>
          </p:cNvPr>
          <p:cNvGrpSpPr>
            <a:grpSpLocks/>
          </p:cNvGrpSpPr>
          <p:nvPr/>
        </p:nvGrpSpPr>
        <p:grpSpPr bwMode="auto">
          <a:xfrm>
            <a:off x="0" y="1874838"/>
            <a:ext cx="7069138" cy="1517650"/>
            <a:chOff x="0" y="1874838"/>
            <a:chExt cx="7069138" cy="1517650"/>
          </a:xfrm>
        </p:grpSpPr>
        <p:sp>
          <p:nvSpPr>
            <p:cNvPr id="65" name="Rectangle 42">
              <a:extLst>
                <a:ext uri="{FF2B5EF4-FFF2-40B4-BE49-F238E27FC236}">
                  <a16:creationId xmlns:a16="http://schemas.microsoft.com/office/drawing/2014/main" id="{E8F34CAE-3126-AC82-80A8-FA6AC2C0C64B}"/>
                </a:ext>
              </a:extLst>
            </p:cNvPr>
            <p:cNvSpPr>
              <a:spLocks noChangeArrowheads="1"/>
            </p:cNvSpPr>
            <p:nvPr/>
          </p:nvSpPr>
          <p:spPr bwMode="auto">
            <a:xfrm>
              <a:off x="0" y="1874838"/>
              <a:ext cx="3530600" cy="1036637"/>
            </a:xfrm>
            <a:prstGeom prst="rect">
              <a:avLst/>
            </a:prstGeom>
            <a:solidFill>
              <a:schemeClr val="accent6"/>
            </a:solidFill>
            <a:ln>
              <a:noFill/>
            </a:ln>
            <a:effectLst>
              <a:outerShdw blurRad="114300" dist="38100" dir="5400000" algn="t" rotWithShape="0">
                <a:prstClr val="black">
                  <a:alpha val="40000"/>
                </a:prstClr>
              </a:outerShdw>
            </a:effectLst>
          </p:spPr>
          <p:txBody>
            <a:bodyPr/>
            <a:lstStyle/>
            <a:p>
              <a:pPr eaLnBrk="1" fontAlgn="auto" hangingPunct="1">
                <a:spcBef>
                  <a:spcPts val="0"/>
                </a:spcBef>
                <a:spcAft>
                  <a:spcPts val="0"/>
                </a:spcAft>
                <a:defRPr/>
              </a:pPr>
              <a:endParaRPr lang="ru-UA">
                <a:latin typeface="+mn-lt"/>
              </a:endParaRPr>
            </a:p>
          </p:txBody>
        </p:sp>
        <p:sp>
          <p:nvSpPr>
            <p:cNvPr id="66" name="Freeform 43">
              <a:extLst>
                <a:ext uri="{FF2B5EF4-FFF2-40B4-BE49-F238E27FC236}">
                  <a16:creationId xmlns:a16="http://schemas.microsoft.com/office/drawing/2014/main" id="{D078DA36-696C-77AF-4639-36BD9A3F2CB9}"/>
                </a:ext>
              </a:extLst>
            </p:cNvPr>
            <p:cNvSpPr>
              <a:spLocks/>
            </p:cNvSpPr>
            <p:nvPr/>
          </p:nvSpPr>
          <p:spPr bwMode="auto">
            <a:xfrm>
              <a:off x="3530600" y="1874838"/>
              <a:ext cx="1949450" cy="1438275"/>
            </a:xfrm>
            <a:custGeom>
              <a:avLst/>
              <a:gdLst>
                <a:gd name="T0" fmla="*/ 0 w 1228"/>
                <a:gd name="T1" fmla="*/ 653 h 906"/>
                <a:gd name="T2" fmla="*/ 0 w 1228"/>
                <a:gd name="T3" fmla="*/ 0 h 906"/>
                <a:gd name="T4" fmla="*/ 1228 w 1228"/>
                <a:gd name="T5" fmla="*/ 764 h 906"/>
                <a:gd name="T6" fmla="*/ 1228 w 1228"/>
                <a:gd name="T7" fmla="*/ 906 h 906"/>
                <a:gd name="T8" fmla="*/ 0 w 1228"/>
                <a:gd name="T9" fmla="*/ 653 h 906"/>
              </a:gdLst>
              <a:ahLst/>
              <a:cxnLst>
                <a:cxn ang="0">
                  <a:pos x="T0" y="T1"/>
                </a:cxn>
                <a:cxn ang="0">
                  <a:pos x="T2" y="T3"/>
                </a:cxn>
                <a:cxn ang="0">
                  <a:pos x="T4" y="T5"/>
                </a:cxn>
                <a:cxn ang="0">
                  <a:pos x="T6" y="T7"/>
                </a:cxn>
                <a:cxn ang="0">
                  <a:pos x="T8" y="T9"/>
                </a:cxn>
              </a:cxnLst>
              <a:rect l="0" t="0" r="r" b="b"/>
              <a:pathLst>
                <a:path w="1228" h="906">
                  <a:moveTo>
                    <a:pt x="0" y="653"/>
                  </a:moveTo>
                  <a:lnTo>
                    <a:pt x="0" y="0"/>
                  </a:lnTo>
                  <a:lnTo>
                    <a:pt x="1228" y="764"/>
                  </a:lnTo>
                  <a:lnTo>
                    <a:pt x="1228" y="906"/>
                  </a:lnTo>
                  <a:lnTo>
                    <a:pt x="0" y="653"/>
                  </a:lnTo>
                  <a:close/>
                </a:path>
              </a:pathLst>
            </a:custGeom>
            <a:solidFill>
              <a:schemeClr val="accent6">
                <a:lumMod val="75000"/>
              </a:schemeClr>
            </a:solidFill>
            <a:ln>
              <a:noFill/>
            </a:ln>
            <a:effectLst>
              <a:outerShdw blurRad="114300" dist="38100" dir="5400000" algn="t" rotWithShape="0">
                <a:prstClr val="black">
                  <a:alpha val="40000"/>
                </a:prstClr>
              </a:outerShdw>
            </a:effectLst>
          </p:spPr>
          <p:txBody>
            <a:bodyPr/>
            <a:lstStyle/>
            <a:p>
              <a:pPr eaLnBrk="1" fontAlgn="auto" hangingPunct="1">
                <a:spcBef>
                  <a:spcPts val="0"/>
                </a:spcBef>
                <a:spcAft>
                  <a:spcPts val="0"/>
                </a:spcAft>
                <a:defRPr/>
              </a:pPr>
              <a:endParaRPr lang="ru-UA">
                <a:latin typeface="+mn-lt"/>
              </a:endParaRPr>
            </a:p>
          </p:txBody>
        </p:sp>
        <p:sp>
          <p:nvSpPr>
            <p:cNvPr id="74" name="Freeform 51">
              <a:extLst>
                <a:ext uri="{FF2B5EF4-FFF2-40B4-BE49-F238E27FC236}">
                  <a16:creationId xmlns:a16="http://schemas.microsoft.com/office/drawing/2014/main" id="{BC08DA53-AFBC-EE1E-E085-108AB637EFBD}"/>
                </a:ext>
              </a:extLst>
            </p:cNvPr>
            <p:cNvSpPr>
              <a:spLocks/>
            </p:cNvSpPr>
            <p:nvPr/>
          </p:nvSpPr>
          <p:spPr bwMode="auto">
            <a:xfrm>
              <a:off x="5480050" y="3087688"/>
              <a:ext cx="1589088" cy="304800"/>
            </a:xfrm>
            <a:custGeom>
              <a:avLst/>
              <a:gdLst>
                <a:gd name="T0" fmla="*/ 1001 w 1001"/>
                <a:gd name="T1" fmla="*/ 148 h 192"/>
                <a:gd name="T2" fmla="*/ 0 w 1001"/>
                <a:gd name="T3" fmla="*/ 0 h 192"/>
                <a:gd name="T4" fmla="*/ 0 w 1001"/>
                <a:gd name="T5" fmla="*/ 142 h 192"/>
                <a:gd name="T6" fmla="*/ 1001 w 1001"/>
                <a:gd name="T7" fmla="*/ 192 h 192"/>
                <a:gd name="T8" fmla="*/ 1001 w 1001"/>
                <a:gd name="T9" fmla="*/ 148 h 192"/>
              </a:gdLst>
              <a:ahLst/>
              <a:cxnLst>
                <a:cxn ang="0">
                  <a:pos x="T0" y="T1"/>
                </a:cxn>
                <a:cxn ang="0">
                  <a:pos x="T2" y="T3"/>
                </a:cxn>
                <a:cxn ang="0">
                  <a:pos x="T4" y="T5"/>
                </a:cxn>
                <a:cxn ang="0">
                  <a:pos x="T6" y="T7"/>
                </a:cxn>
                <a:cxn ang="0">
                  <a:pos x="T8" y="T9"/>
                </a:cxn>
              </a:cxnLst>
              <a:rect l="0" t="0" r="r" b="b"/>
              <a:pathLst>
                <a:path w="1001" h="192">
                  <a:moveTo>
                    <a:pt x="1001" y="148"/>
                  </a:moveTo>
                  <a:lnTo>
                    <a:pt x="0" y="0"/>
                  </a:lnTo>
                  <a:lnTo>
                    <a:pt x="0" y="142"/>
                  </a:lnTo>
                  <a:lnTo>
                    <a:pt x="1001" y="192"/>
                  </a:lnTo>
                  <a:lnTo>
                    <a:pt x="1001" y="148"/>
                  </a:lnTo>
                  <a:close/>
                </a:path>
              </a:pathLst>
            </a:custGeom>
            <a:solidFill>
              <a:schemeClr val="accent6"/>
            </a:solidFill>
            <a:ln>
              <a:noFill/>
            </a:ln>
            <a:effectLst>
              <a:outerShdw blurRad="114300" dist="38100" dir="5400000" algn="t" rotWithShape="0">
                <a:prstClr val="black">
                  <a:alpha val="40000"/>
                </a:prstClr>
              </a:outerShdw>
            </a:effectLst>
          </p:spPr>
          <p:txBody>
            <a:bodyPr/>
            <a:lstStyle/>
            <a:p>
              <a:pPr eaLnBrk="1" fontAlgn="auto" hangingPunct="1">
                <a:spcBef>
                  <a:spcPts val="0"/>
                </a:spcBef>
                <a:spcAft>
                  <a:spcPts val="0"/>
                </a:spcAft>
                <a:defRPr/>
              </a:pPr>
              <a:endParaRPr lang="ru-UA">
                <a:latin typeface="+mn-lt"/>
              </a:endParaRPr>
            </a:p>
          </p:txBody>
        </p:sp>
      </p:grpSp>
      <p:grpSp>
        <p:nvGrpSpPr>
          <p:cNvPr id="6" name="Group 5">
            <a:extLst>
              <a:ext uri="{FF2B5EF4-FFF2-40B4-BE49-F238E27FC236}">
                <a16:creationId xmlns:a16="http://schemas.microsoft.com/office/drawing/2014/main" id="{BE20F38F-B046-2FB5-6B85-73D3F8272CBC}"/>
              </a:ext>
            </a:extLst>
          </p:cNvPr>
          <p:cNvGrpSpPr>
            <a:grpSpLocks/>
          </p:cNvGrpSpPr>
          <p:nvPr/>
        </p:nvGrpSpPr>
        <p:grpSpPr bwMode="auto">
          <a:xfrm>
            <a:off x="0" y="835025"/>
            <a:ext cx="7069138" cy="2487613"/>
            <a:chOff x="0" y="835026"/>
            <a:chExt cx="7069138" cy="2487613"/>
          </a:xfrm>
        </p:grpSpPr>
        <p:sp>
          <p:nvSpPr>
            <p:cNvPr id="63" name="Rectangle 40">
              <a:extLst>
                <a:ext uri="{FF2B5EF4-FFF2-40B4-BE49-F238E27FC236}">
                  <a16:creationId xmlns:a16="http://schemas.microsoft.com/office/drawing/2014/main" id="{1EB21854-C2B7-4516-69B7-DC40C581A6A6}"/>
                </a:ext>
              </a:extLst>
            </p:cNvPr>
            <p:cNvSpPr>
              <a:spLocks noChangeArrowheads="1"/>
            </p:cNvSpPr>
            <p:nvPr/>
          </p:nvSpPr>
          <p:spPr bwMode="auto">
            <a:xfrm>
              <a:off x="0" y="835026"/>
              <a:ext cx="3530600" cy="1039813"/>
            </a:xfrm>
            <a:prstGeom prst="rect">
              <a:avLst/>
            </a:prstGeom>
            <a:solidFill>
              <a:schemeClr val="accent1"/>
            </a:solidFill>
            <a:ln>
              <a:noFill/>
            </a:ln>
            <a:effectLst>
              <a:outerShdw blurRad="139700" dist="38100" dir="5400000" algn="t" rotWithShape="0">
                <a:prstClr val="black">
                  <a:alpha val="40000"/>
                </a:prstClr>
              </a:outerShdw>
            </a:effectLst>
          </p:spPr>
          <p:txBody>
            <a:bodyPr/>
            <a:lstStyle/>
            <a:p>
              <a:pPr eaLnBrk="1" fontAlgn="auto" hangingPunct="1">
                <a:spcBef>
                  <a:spcPts val="0"/>
                </a:spcBef>
                <a:spcAft>
                  <a:spcPts val="0"/>
                </a:spcAft>
                <a:defRPr/>
              </a:pPr>
              <a:endParaRPr lang="ru-UA">
                <a:latin typeface="+mn-lt"/>
              </a:endParaRPr>
            </a:p>
          </p:txBody>
        </p:sp>
        <p:sp>
          <p:nvSpPr>
            <p:cNvPr id="64" name="Freeform 41">
              <a:extLst>
                <a:ext uri="{FF2B5EF4-FFF2-40B4-BE49-F238E27FC236}">
                  <a16:creationId xmlns:a16="http://schemas.microsoft.com/office/drawing/2014/main" id="{FD93DC12-FAD5-0D4A-5B20-5CBA8E125216}"/>
                </a:ext>
              </a:extLst>
            </p:cNvPr>
            <p:cNvSpPr>
              <a:spLocks/>
            </p:cNvSpPr>
            <p:nvPr/>
          </p:nvSpPr>
          <p:spPr bwMode="auto">
            <a:xfrm>
              <a:off x="3530600" y="835026"/>
              <a:ext cx="1949450" cy="2252663"/>
            </a:xfrm>
            <a:custGeom>
              <a:avLst/>
              <a:gdLst>
                <a:gd name="T0" fmla="*/ 0 w 1228"/>
                <a:gd name="T1" fmla="*/ 655 h 1419"/>
                <a:gd name="T2" fmla="*/ 0 w 1228"/>
                <a:gd name="T3" fmla="*/ 0 h 1419"/>
                <a:gd name="T4" fmla="*/ 1228 w 1228"/>
                <a:gd name="T5" fmla="*/ 1274 h 1419"/>
                <a:gd name="T6" fmla="*/ 1228 w 1228"/>
                <a:gd name="T7" fmla="*/ 1419 h 1419"/>
                <a:gd name="T8" fmla="*/ 0 w 1228"/>
                <a:gd name="T9" fmla="*/ 655 h 1419"/>
              </a:gdLst>
              <a:ahLst/>
              <a:cxnLst>
                <a:cxn ang="0">
                  <a:pos x="T0" y="T1"/>
                </a:cxn>
                <a:cxn ang="0">
                  <a:pos x="T2" y="T3"/>
                </a:cxn>
                <a:cxn ang="0">
                  <a:pos x="T4" y="T5"/>
                </a:cxn>
                <a:cxn ang="0">
                  <a:pos x="T6" y="T7"/>
                </a:cxn>
                <a:cxn ang="0">
                  <a:pos x="T8" y="T9"/>
                </a:cxn>
              </a:cxnLst>
              <a:rect l="0" t="0" r="r" b="b"/>
              <a:pathLst>
                <a:path w="1228" h="1419">
                  <a:moveTo>
                    <a:pt x="0" y="655"/>
                  </a:moveTo>
                  <a:lnTo>
                    <a:pt x="0" y="0"/>
                  </a:lnTo>
                  <a:lnTo>
                    <a:pt x="1228" y="1274"/>
                  </a:lnTo>
                  <a:lnTo>
                    <a:pt x="1228" y="1419"/>
                  </a:lnTo>
                  <a:lnTo>
                    <a:pt x="0" y="655"/>
                  </a:lnTo>
                  <a:close/>
                </a:path>
              </a:pathLst>
            </a:custGeom>
            <a:solidFill>
              <a:schemeClr val="accent1">
                <a:lumMod val="75000"/>
              </a:schemeClr>
            </a:solidFill>
            <a:ln>
              <a:noFill/>
            </a:ln>
            <a:effectLst>
              <a:outerShdw blurRad="139700" dist="38100" dir="5400000" algn="t" rotWithShape="0">
                <a:prstClr val="black">
                  <a:alpha val="40000"/>
                </a:prstClr>
              </a:outerShdw>
            </a:effectLst>
          </p:spPr>
          <p:txBody>
            <a:bodyPr/>
            <a:lstStyle/>
            <a:p>
              <a:pPr eaLnBrk="1" fontAlgn="auto" hangingPunct="1">
                <a:spcBef>
                  <a:spcPts val="0"/>
                </a:spcBef>
                <a:spcAft>
                  <a:spcPts val="0"/>
                </a:spcAft>
                <a:defRPr/>
              </a:pPr>
              <a:endParaRPr lang="ru-UA">
                <a:latin typeface="+mn-lt"/>
              </a:endParaRPr>
            </a:p>
          </p:txBody>
        </p:sp>
        <p:sp>
          <p:nvSpPr>
            <p:cNvPr id="73" name="Freeform 50">
              <a:extLst>
                <a:ext uri="{FF2B5EF4-FFF2-40B4-BE49-F238E27FC236}">
                  <a16:creationId xmlns:a16="http://schemas.microsoft.com/office/drawing/2014/main" id="{A3099684-FA81-693B-7DB6-61349954C786}"/>
                </a:ext>
              </a:extLst>
            </p:cNvPr>
            <p:cNvSpPr>
              <a:spLocks/>
            </p:cNvSpPr>
            <p:nvPr/>
          </p:nvSpPr>
          <p:spPr bwMode="auto">
            <a:xfrm>
              <a:off x="5480050" y="2857501"/>
              <a:ext cx="1589088" cy="465138"/>
            </a:xfrm>
            <a:custGeom>
              <a:avLst/>
              <a:gdLst>
                <a:gd name="T0" fmla="*/ 1001 w 1001"/>
                <a:gd name="T1" fmla="*/ 246 h 293"/>
                <a:gd name="T2" fmla="*/ 0 w 1001"/>
                <a:gd name="T3" fmla="*/ 0 h 293"/>
                <a:gd name="T4" fmla="*/ 0 w 1001"/>
                <a:gd name="T5" fmla="*/ 145 h 293"/>
                <a:gd name="T6" fmla="*/ 1001 w 1001"/>
                <a:gd name="T7" fmla="*/ 293 h 293"/>
                <a:gd name="T8" fmla="*/ 1001 w 1001"/>
                <a:gd name="T9" fmla="*/ 246 h 293"/>
              </a:gdLst>
              <a:ahLst/>
              <a:cxnLst>
                <a:cxn ang="0">
                  <a:pos x="T0" y="T1"/>
                </a:cxn>
                <a:cxn ang="0">
                  <a:pos x="T2" y="T3"/>
                </a:cxn>
                <a:cxn ang="0">
                  <a:pos x="T4" y="T5"/>
                </a:cxn>
                <a:cxn ang="0">
                  <a:pos x="T6" y="T7"/>
                </a:cxn>
                <a:cxn ang="0">
                  <a:pos x="T8" y="T9"/>
                </a:cxn>
              </a:cxnLst>
              <a:rect l="0" t="0" r="r" b="b"/>
              <a:pathLst>
                <a:path w="1001" h="293">
                  <a:moveTo>
                    <a:pt x="1001" y="246"/>
                  </a:moveTo>
                  <a:lnTo>
                    <a:pt x="0" y="0"/>
                  </a:lnTo>
                  <a:lnTo>
                    <a:pt x="0" y="145"/>
                  </a:lnTo>
                  <a:lnTo>
                    <a:pt x="1001" y="293"/>
                  </a:lnTo>
                  <a:lnTo>
                    <a:pt x="1001" y="246"/>
                  </a:lnTo>
                  <a:close/>
                </a:path>
              </a:pathLst>
            </a:custGeom>
            <a:solidFill>
              <a:schemeClr val="accent1"/>
            </a:solidFill>
            <a:ln>
              <a:noFill/>
            </a:ln>
            <a:effectLst>
              <a:outerShdw blurRad="139700" dist="38100" dir="5400000" algn="t" rotWithShape="0">
                <a:prstClr val="black">
                  <a:alpha val="40000"/>
                </a:prstClr>
              </a:outerShdw>
            </a:effectLst>
          </p:spPr>
          <p:txBody>
            <a:bodyPr/>
            <a:lstStyle/>
            <a:p>
              <a:pPr eaLnBrk="1" fontAlgn="auto" hangingPunct="1">
                <a:spcBef>
                  <a:spcPts val="0"/>
                </a:spcBef>
                <a:spcAft>
                  <a:spcPts val="0"/>
                </a:spcAft>
                <a:defRPr/>
              </a:pPr>
              <a:endParaRPr lang="ru-UA">
                <a:latin typeface="+mn-lt"/>
              </a:endParaRPr>
            </a:p>
          </p:txBody>
        </p:sp>
      </p:grpSp>
      <p:grpSp>
        <p:nvGrpSpPr>
          <p:cNvPr id="11" name="Group 10">
            <a:extLst>
              <a:ext uri="{FF2B5EF4-FFF2-40B4-BE49-F238E27FC236}">
                <a16:creationId xmlns:a16="http://schemas.microsoft.com/office/drawing/2014/main" id="{5C04CC18-37B3-4171-FF80-431BD28B368E}"/>
              </a:ext>
            </a:extLst>
          </p:cNvPr>
          <p:cNvGrpSpPr>
            <a:grpSpLocks/>
          </p:cNvGrpSpPr>
          <p:nvPr/>
        </p:nvGrpSpPr>
        <p:grpSpPr bwMode="auto">
          <a:xfrm>
            <a:off x="382588" y="5200650"/>
            <a:ext cx="2792412" cy="695325"/>
            <a:chOff x="382588" y="5200652"/>
            <a:chExt cx="2792412" cy="695326"/>
          </a:xfrm>
        </p:grpSpPr>
        <p:sp>
          <p:nvSpPr>
            <p:cNvPr id="11289" name="Rectangle 73">
              <a:extLst>
                <a:ext uri="{FF2B5EF4-FFF2-40B4-BE49-F238E27FC236}">
                  <a16:creationId xmlns:a16="http://schemas.microsoft.com/office/drawing/2014/main" id="{A31825D3-FB46-2032-6034-33498E216C11}"/>
                </a:ext>
              </a:extLst>
            </p:cNvPr>
            <p:cNvSpPr>
              <a:spLocks noChangeArrowheads="1"/>
            </p:cNvSpPr>
            <p:nvPr/>
          </p:nvSpPr>
          <p:spPr bwMode="auto">
            <a:xfrm>
              <a:off x="382588" y="5205414"/>
              <a:ext cx="52578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3600" b="1">
                  <a:solidFill>
                    <a:schemeClr val="bg2"/>
                  </a:solidFill>
                  <a:latin typeface="Open Sans" panose="020B0606030504020204" pitchFamily="34" charset="0"/>
                </a:rPr>
                <a:t>05</a:t>
              </a:r>
              <a:endParaRPr lang="en-US" altLang="en-US" sz="1600" b="1">
                <a:solidFill>
                  <a:schemeClr val="bg2"/>
                </a:solidFill>
                <a:latin typeface="Arial" panose="020B0604020202020204" pitchFamily="34" charset="0"/>
              </a:endParaRPr>
            </a:p>
          </p:txBody>
        </p:sp>
        <p:sp>
          <p:nvSpPr>
            <p:cNvPr id="11290" name="Rectangle 74">
              <a:extLst>
                <a:ext uri="{FF2B5EF4-FFF2-40B4-BE49-F238E27FC236}">
                  <a16:creationId xmlns:a16="http://schemas.microsoft.com/office/drawing/2014/main" id="{7B56BE15-CAC1-0808-4957-8B6B6032B429}"/>
                </a:ext>
              </a:extLst>
            </p:cNvPr>
            <p:cNvSpPr>
              <a:spLocks noChangeArrowheads="1"/>
            </p:cNvSpPr>
            <p:nvPr/>
          </p:nvSpPr>
          <p:spPr bwMode="auto">
            <a:xfrm>
              <a:off x="1128713" y="5200652"/>
              <a:ext cx="79508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700" b="1" dirty="0">
                  <a:solidFill>
                    <a:schemeClr val="bg2"/>
                  </a:solidFill>
                  <a:latin typeface="Open Sans" panose="020B0606030504020204" pitchFamily="34" charset="0"/>
                </a:rPr>
                <a:t>Format</a:t>
              </a:r>
              <a:endParaRPr lang="en-US" altLang="en-US" dirty="0">
                <a:solidFill>
                  <a:schemeClr val="bg2"/>
                </a:solidFill>
                <a:latin typeface="Arial" panose="020B0604020202020204" pitchFamily="34" charset="0"/>
              </a:endParaRPr>
            </a:p>
          </p:txBody>
        </p:sp>
        <p:sp>
          <p:nvSpPr>
            <p:cNvPr id="11291" name="Text Placeholder 33">
              <a:extLst>
                <a:ext uri="{FF2B5EF4-FFF2-40B4-BE49-F238E27FC236}">
                  <a16:creationId xmlns:a16="http://schemas.microsoft.com/office/drawing/2014/main" id="{10830001-EAEE-DAD4-A8FE-05C52B9038F7}"/>
                </a:ext>
              </a:extLst>
            </p:cNvPr>
            <p:cNvSpPr txBox="1">
              <a:spLocks noChangeArrowheads="1"/>
            </p:cNvSpPr>
            <p:nvPr/>
          </p:nvSpPr>
          <p:spPr bwMode="auto">
            <a:xfrm>
              <a:off x="1022984" y="5461002"/>
              <a:ext cx="2152016" cy="434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buNone/>
              </a:pPr>
              <a:r>
                <a:rPr lang="en-US" sz="1400" dirty="0">
                  <a:solidFill>
                    <a:srgbClr val="E8E8E8"/>
                  </a:solidFill>
                </a:rPr>
                <a:t>Format the output as a short paragraph</a:t>
              </a:r>
              <a:endParaRPr lang="en-US" altLang="en-US" sz="1400" dirty="0">
                <a:solidFill>
                  <a:srgbClr val="E8E8E8"/>
                </a:solidFill>
                <a:latin typeface="Open Sans" panose="020B0606030504020204" pitchFamily="34" charset="0"/>
                <a:cs typeface="Open Sans" panose="020B0606030504020204" pitchFamily="34" charset="0"/>
              </a:endParaRPr>
            </a:p>
          </p:txBody>
        </p:sp>
      </p:grpSp>
      <p:grpSp>
        <p:nvGrpSpPr>
          <p:cNvPr id="10" name="Group 9">
            <a:extLst>
              <a:ext uri="{FF2B5EF4-FFF2-40B4-BE49-F238E27FC236}">
                <a16:creationId xmlns:a16="http://schemas.microsoft.com/office/drawing/2014/main" id="{07FA0616-0C7E-88F9-A17F-9CBE8DA58E62}"/>
              </a:ext>
            </a:extLst>
          </p:cNvPr>
          <p:cNvGrpSpPr>
            <a:grpSpLocks/>
          </p:cNvGrpSpPr>
          <p:nvPr/>
        </p:nvGrpSpPr>
        <p:grpSpPr bwMode="auto">
          <a:xfrm>
            <a:off x="382588" y="4205288"/>
            <a:ext cx="3085146" cy="787400"/>
            <a:chOff x="382588" y="4205290"/>
            <a:chExt cx="3085146" cy="787400"/>
          </a:xfrm>
        </p:grpSpPr>
        <p:sp>
          <p:nvSpPr>
            <p:cNvPr id="11286" name="Rectangle 71">
              <a:extLst>
                <a:ext uri="{FF2B5EF4-FFF2-40B4-BE49-F238E27FC236}">
                  <a16:creationId xmlns:a16="http://schemas.microsoft.com/office/drawing/2014/main" id="{AEA47261-289C-616E-ECCD-944D23FDBB0C}"/>
                </a:ext>
              </a:extLst>
            </p:cNvPr>
            <p:cNvSpPr>
              <a:spLocks noChangeArrowheads="1"/>
            </p:cNvSpPr>
            <p:nvPr/>
          </p:nvSpPr>
          <p:spPr bwMode="auto">
            <a:xfrm>
              <a:off x="382588" y="4208465"/>
              <a:ext cx="52578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3600" b="1">
                  <a:solidFill>
                    <a:schemeClr val="bg2"/>
                  </a:solidFill>
                  <a:latin typeface="Open Sans" panose="020B0606030504020204" pitchFamily="34" charset="0"/>
                </a:rPr>
                <a:t>04</a:t>
              </a:r>
              <a:endParaRPr lang="en-US" altLang="en-US" sz="1600" b="1">
                <a:solidFill>
                  <a:schemeClr val="bg2"/>
                </a:solidFill>
                <a:latin typeface="Arial" panose="020B0604020202020204" pitchFamily="34" charset="0"/>
              </a:endParaRPr>
            </a:p>
          </p:txBody>
        </p:sp>
        <p:sp>
          <p:nvSpPr>
            <p:cNvPr id="11287" name="Rectangle 72">
              <a:extLst>
                <a:ext uri="{FF2B5EF4-FFF2-40B4-BE49-F238E27FC236}">
                  <a16:creationId xmlns:a16="http://schemas.microsoft.com/office/drawing/2014/main" id="{FDEA8EC6-6180-8FE4-B1DD-534E9B845092}"/>
                </a:ext>
              </a:extLst>
            </p:cNvPr>
            <p:cNvSpPr>
              <a:spLocks noChangeArrowheads="1"/>
            </p:cNvSpPr>
            <p:nvPr/>
          </p:nvSpPr>
          <p:spPr bwMode="auto">
            <a:xfrm>
              <a:off x="1128713" y="4205290"/>
              <a:ext cx="126041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700" b="1" dirty="0">
                  <a:solidFill>
                    <a:schemeClr val="bg2"/>
                  </a:solidFill>
                  <a:latin typeface="Open Sans" panose="020B0606030504020204" pitchFamily="34" charset="0"/>
                </a:rPr>
                <a:t>Constraints</a:t>
              </a:r>
              <a:endParaRPr lang="en-US" altLang="en-US" dirty="0">
                <a:solidFill>
                  <a:schemeClr val="bg2"/>
                </a:solidFill>
                <a:latin typeface="Arial" panose="020B0604020202020204" pitchFamily="34" charset="0"/>
              </a:endParaRPr>
            </a:p>
          </p:txBody>
        </p:sp>
        <p:sp>
          <p:nvSpPr>
            <p:cNvPr id="11288" name="Text Placeholder 33">
              <a:extLst>
                <a:ext uri="{FF2B5EF4-FFF2-40B4-BE49-F238E27FC236}">
                  <a16:creationId xmlns:a16="http://schemas.microsoft.com/office/drawing/2014/main" id="{890423C9-5409-D08A-487A-BF685FCF065C}"/>
                </a:ext>
              </a:extLst>
            </p:cNvPr>
            <p:cNvSpPr txBox="1">
              <a:spLocks noChangeArrowheads="1"/>
            </p:cNvSpPr>
            <p:nvPr/>
          </p:nvSpPr>
          <p:spPr bwMode="auto">
            <a:xfrm>
              <a:off x="1022984" y="4419602"/>
              <a:ext cx="244475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buFont typeface="Arial" panose="020B0604020202020204" pitchFamily="34" charset="0"/>
                <a:buNone/>
              </a:pPr>
              <a:r>
                <a:rPr lang="en-US" altLang="en-US" sz="1400" dirty="0">
                  <a:solidFill>
                    <a:schemeClr val="bg2"/>
                  </a:solidFill>
                  <a:latin typeface="Open Sans" panose="020B0606030504020204" pitchFamily="34" charset="0"/>
                  <a:cs typeface="Open Sans" panose="020B0606030504020204" pitchFamily="34" charset="0"/>
                </a:rPr>
                <a:t>Keep it under 150 words and use a  friendly tone</a:t>
              </a:r>
            </a:p>
          </p:txBody>
        </p:sp>
      </p:grpSp>
      <p:grpSp>
        <p:nvGrpSpPr>
          <p:cNvPr id="9" name="Group 8">
            <a:extLst>
              <a:ext uri="{FF2B5EF4-FFF2-40B4-BE49-F238E27FC236}">
                <a16:creationId xmlns:a16="http://schemas.microsoft.com/office/drawing/2014/main" id="{1699DAD5-3ECA-2D60-CC22-4F236DCC743D}"/>
              </a:ext>
            </a:extLst>
          </p:cNvPr>
          <p:cNvGrpSpPr>
            <a:grpSpLocks/>
          </p:cNvGrpSpPr>
          <p:nvPr/>
        </p:nvGrpSpPr>
        <p:grpSpPr bwMode="auto">
          <a:xfrm>
            <a:off x="382588" y="3148013"/>
            <a:ext cx="2792412" cy="677862"/>
            <a:chOff x="382588" y="3148789"/>
            <a:chExt cx="2792412" cy="677863"/>
          </a:xfrm>
        </p:grpSpPr>
        <p:sp>
          <p:nvSpPr>
            <p:cNvPr id="11283" name="Rectangle 69">
              <a:extLst>
                <a:ext uri="{FF2B5EF4-FFF2-40B4-BE49-F238E27FC236}">
                  <a16:creationId xmlns:a16="http://schemas.microsoft.com/office/drawing/2014/main" id="{23D10922-BF80-8BCD-3B33-75576832FB6F}"/>
                </a:ext>
              </a:extLst>
            </p:cNvPr>
            <p:cNvSpPr>
              <a:spLocks noChangeArrowheads="1"/>
            </p:cNvSpPr>
            <p:nvPr/>
          </p:nvSpPr>
          <p:spPr bwMode="auto">
            <a:xfrm>
              <a:off x="382588" y="3151964"/>
              <a:ext cx="52578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3600" b="1" dirty="0">
                  <a:solidFill>
                    <a:schemeClr val="bg2"/>
                  </a:solidFill>
                  <a:latin typeface="Open Sans" panose="020B0606030504020204" pitchFamily="34" charset="0"/>
                </a:rPr>
                <a:t>03</a:t>
              </a:r>
              <a:endParaRPr lang="en-US" altLang="en-US" sz="1600" b="1" dirty="0">
                <a:solidFill>
                  <a:schemeClr val="bg2"/>
                </a:solidFill>
                <a:latin typeface="Arial" panose="020B0604020202020204" pitchFamily="34" charset="0"/>
              </a:endParaRPr>
            </a:p>
          </p:txBody>
        </p:sp>
        <p:sp>
          <p:nvSpPr>
            <p:cNvPr id="11284" name="Rectangle 70">
              <a:extLst>
                <a:ext uri="{FF2B5EF4-FFF2-40B4-BE49-F238E27FC236}">
                  <a16:creationId xmlns:a16="http://schemas.microsoft.com/office/drawing/2014/main" id="{318B090C-EAB7-8B03-C796-92587AACD6B0}"/>
                </a:ext>
              </a:extLst>
            </p:cNvPr>
            <p:cNvSpPr>
              <a:spLocks noChangeArrowheads="1"/>
            </p:cNvSpPr>
            <p:nvPr/>
          </p:nvSpPr>
          <p:spPr bwMode="auto">
            <a:xfrm>
              <a:off x="1128713" y="3148789"/>
              <a:ext cx="91255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700" b="1" dirty="0">
                  <a:solidFill>
                    <a:schemeClr val="bg2"/>
                  </a:solidFill>
                  <a:latin typeface="Open Sans" panose="020B0606030504020204" pitchFamily="34" charset="0"/>
                </a:rPr>
                <a:t>Context </a:t>
              </a:r>
              <a:endParaRPr lang="en-US" altLang="en-US" dirty="0">
                <a:solidFill>
                  <a:schemeClr val="bg2"/>
                </a:solidFill>
                <a:latin typeface="Arial" panose="020B0604020202020204" pitchFamily="34" charset="0"/>
              </a:endParaRPr>
            </a:p>
          </p:txBody>
        </p:sp>
        <p:sp>
          <p:nvSpPr>
            <p:cNvPr id="11285" name="Text Placeholder 33">
              <a:extLst>
                <a:ext uri="{FF2B5EF4-FFF2-40B4-BE49-F238E27FC236}">
                  <a16:creationId xmlns:a16="http://schemas.microsoft.com/office/drawing/2014/main" id="{86C1AECD-8E09-67E3-AE73-303A161CE95E}"/>
                </a:ext>
              </a:extLst>
            </p:cNvPr>
            <p:cNvSpPr txBox="1">
              <a:spLocks noChangeArrowheads="1"/>
            </p:cNvSpPr>
            <p:nvPr/>
          </p:nvSpPr>
          <p:spPr bwMode="auto">
            <a:xfrm>
              <a:off x="1022984" y="3391676"/>
              <a:ext cx="2152016" cy="434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buNone/>
              </a:pPr>
              <a:r>
                <a:rPr lang="en-US" altLang="en-US" sz="1400" dirty="0">
                  <a:solidFill>
                    <a:schemeClr val="bg2"/>
                  </a:solidFill>
                  <a:latin typeface="Open Sans" panose="020B0606030504020204" pitchFamily="34" charset="0"/>
                  <a:cs typeface="Open Sans" panose="020B0606030504020204" pitchFamily="34" charset="0"/>
                </a:rPr>
                <a:t>..</a:t>
              </a:r>
              <a:r>
                <a:rPr lang="en-US" sz="1400" dirty="0"/>
                <a:t> </a:t>
              </a:r>
              <a:r>
                <a:rPr lang="en-US" sz="1400" dirty="0">
                  <a:solidFill>
                    <a:srgbClr val="E8E8E8"/>
                  </a:solidFill>
                </a:rPr>
                <a:t>for a first-time visitor to Paris</a:t>
              </a:r>
              <a:endParaRPr lang="en-US" altLang="en-US" sz="1400" dirty="0">
                <a:solidFill>
                  <a:srgbClr val="E8E8E8"/>
                </a:solidFill>
                <a:latin typeface="Open Sans" panose="020B0606030504020204" pitchFamily="34" charset="0"/>
                <a:cs typeface="Open Sans" panose="020B0606030504020204" pitchFamily="34" charset="0"/>
              </a:endParaRPr>
            </a:p>
          </p:txBody>
        </p:sp>
      </p:grpSp>
      <p:grpSp>
        <p:nvGrpSpPr>
          <p:cNvPr id="8" name="Group 7">
            <a:extLst>
              <a:ext uri="{FF2B5EF4-FFF2-40B4-BE49-F238E27FC236}">
                <a16:creationId xmlns:a16="http://schemas.microsoft.com/office/drawing/2014/main" id="{FCDD6869-E87F-8FA5-3453-DD9243CADBFC}"/>
              </a:ext>
            </a:extLst>
          </p:cNvPr>
          <p:cNvGrpSpPr>
            <a:grpSpLocks/>
          </p:cNvGrpSpPr>
          <p:nvPr/>
        </p:nvGrpSpPr>
        <p:grpSpPr bwMode="auto">
          <a:xfrm>
            <a:off x="382588" y="2100263"/>
            <a:ext cx="2792412" cy="677862"/>
            <a:chOff x="382588" y="2100412"/>
            <a:chExt cx="2792412" cy="677862"/>
          </a:xfrm>
        </p:grpSpPr>
        <p:sp>
          <p:nvSpPr>
            <p:cNvPr id="11280" name="Rectangle 67">
              <a:extLst>
                <a:ext uri="{FF2B5EF4-FFF2-40B4-BE49-F238E27FC236}">
                  <a16:creationId xmlns:a16="http://schemas.microsoft.com/office/drawing/2014/main" id="{F2F59BCE-4F10-7A49-BD9E-B0EA5631639C}"/>
                </a:ext>
              </a:extLst>
            </p:cNvPr>
            <p:cNvSpPr>
              <a:spLocks noChangeArrowheads="1"/>
            </p:cNvSpPr>
            <p:nvPr/>
          </p:nvSpPr>
          <p:spPr bwMode="auto">
            <a:xfrm>
              <a:off x="382588" y="2108349"/>
              <a:ext cx="52578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3600" b="1">
                  <a:solidFill>
                    <a:schemeClr val="bg2"/>
                  </a:solidFill>
                  <a:latin typeface="Open Sans" panose="020B0606030504020204" pitchFamily="34" charset="0"/>
                </a:rPr>
                <a:t>02</a:t>
              </a:r>
              <a:endParaRPr lang="en-US" altLang="en-US" sz="1600" b="1">
                <a:solidFill>
                  <a:schemeClr val="bg2"/>
                </a:solidFill>
                <a:latin typeface="Arial" panose="020B0604020202020204" pitchFamily="34" charset="0"/>
              </a:endParaRPr>
            </a:p>
          </p:txBody>
        </p:sp>
        <p:sp>
          <p:nvSpPr>
            <p:cNvPr id="11281" name="Rectangle 68">
              <a:extLst>
                <a:ext uri="{FF2B5EF4-FFF2-40B4-BE49-F238E27FC236}">
                  <a16:creationId xmlns:a16="http://schemas.microsoft.com/office/drawing/2014/main" id="{CB96001A-8613-5B6C-B73A-B4D8581A1291}"/>
                </a:ext>
              </a:extLst>
            </p:cNvPr>
            <p:cNvSpPr>
              <a:spLocks noChangeArrowheads="1"/>
            </p:cNvSpPr>
            <p:nvPr/>
          </p:nvSpPr>
          <p:spPr bwMode="auto">
            <a:xfrm>
              <a:off x="1128713" y="2100412"/>
              <a:ext cx="48430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700" b="1" dirty="0">
                  <a:solidFill>
                    <a:schemeClr val="bg2"/>
                  </a:solidFill>
                  <a:latin typeface="Open Sans" panose="020B0606030504020204" pitchFamily="34" charset="0"/>
                </a:rPr>
                <a:t>Task</a:t>
              </a:r>
              <a:endParaRPr lang="en-US" altLang="en-US" dirty="0">
                <a:solidFill>
                  <a:schemeClr val="bg2"/>
                </a:solidFill>
                <a:latin typeface="Arial" panose="020B0604020202020204" pitchFamily="34" charset="0"/>
              </a:endParaRPr>
            </a:p>
          </p:txBody>
        </p:sp>
        <p:sp>
          <p:nvSpPr>
            <p:cNvPr id="11282" name="Text Placeholder 33">
              <a:extLst>
                <a:ext uri="{FF2B5EF4-FFF2-40B4-BE49-F238E27FC236}">
                  <a16:creationId xmlns:a16="http://schemas.microsoft.com/office/drawing/2014/main" id="{32B1B7D2-DA9F-8990-0466-1473B81E73A6}"/>
                </a:ext>
              </a:extLst>
            </p:cNvPr>
            <p:cNvSpPr txBox="1">
              <a:spLocks noChangeArrowheads="1"/>
            </p:cNvSpPr>
            <p:nvPr/>
          </p:nvSpPr>
          <p:spPr bwMode="auto">
            <a:xfrm>
              <a:off x="1022984" y="2343298"/>
              <a:ext cx="2152016" cy="434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buFont typeface="Arial" panose="020B0604020202020204" pitchFamily="34" charset="0"/>
                <a:buNone/>
              </a:pPr>
              <a:r>
                <a:rPr lang="en-US" altLang="en-US" sz="1400" dirty="0">
                  <a:solidFill>
                    <a:schemeClr val="bg2"/>
                  </a:solidFill>
                  <a:latin typeface="Open Sans" panose="020B0606030504020204" pitchFamily="34" charset="0"/>
                  <a:cs typeface="Open Sans" panose="020B0606030504020204" pitchFamily="34" charset="0"/>
                </a:rPr>
                <a:t>Write a city guide ..</a:t>
              </a:r>
            </a:p>
          </p:txBody>
        </p:sp>
      </p:grpSp>
      <p:grpSp>
        <p:nvGrpSpPr>
          <p:cNvPr id="7" name="Group 6">
            <a:extLst>
              <a:ext uri="{FF2B5EF4-FFF2-40B4-BE49-F238E27FC236}">
                <a16:creationId xmlns:a16="http://schemas.microsoft.com/office/drawing/2014/main" id="{CBCC1180-E41E-3002-3264-1865B7F3452C}"/>
              </a:ext>
            </a:extLst>
          </p:cNvPr>
          <p:cNvGrpSpPr>
            <a:grpSpLocks/>
          </p:cNvGrpSpPr>
          <p:nvPr/>
        </p:nvGrpSpPr>
        <p:grpSpPr bwMode="auto">
          <a:xfrm>
            <a:off x="382588" y="1076325"/>
            <a:ext cx="2792412" cy="665163"/>
            <a:chOff x="382588" y="1076473"/>
            <a:chExt cx="2792412" cy="665163"/>
          </a:xfrm>
        </p:grpSpPr>
        <p:sp>
          <p:nvSpPr>
            <p:cNvPr id="11277" name="Rectangle 65">
              <a:extLst>
                <a:ext uri="{FF2B5EF4-FFF2-40B4-BE49-F238E27FC236}">
                  <a16:creationId xmlns:a16="http://schemas.microsoft.com/office/drawing/2014/main" id="{BB6C878A-8871-F7DB-8CB3-3AEF02B0ADDD}"/>
                </a:ext>
              </a:extLst>
            </p:cNvPr>
            <p:cNvSpPr>
              <a:spLocks noChangeArrowheads="1"/>
            </p:cNvSpPr>
            <p:nvPr/>
          </p:nvSpPr>
          <p:spPr bwMode="auto">
            <a:xfrm>
              <a:off x="382588" y="1079648"/>
              <a:ext cx="52578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3600" b="1">
                  <a:solidFill>
                    <a:schemeClr val="bg2"/>
                  </a:solidFill>
                  <a:latin typeface="Open Sans" panose="020B0606030504020204" pitchFamily="34" charset="0"/>
                </a:rPr>
                <a:t>01</a:t>
              </a:r>
              <a:endParaRPr lang="en-US" altLang="en-US" sz="1600" b="1">
                <a:solidFill>
                  <a:schemeClr val="bg2"/>
                </a:solidFill>
                <a:latin typeface="Arial" panose="020B0604020202020204" pitchFamily="34" charset="0"/>
              </a:endParaRPr>
            </a:p>
          </p:txBody>
        </p:sp>
        <p:sp>
          <p:nvSpPr>
            <p:cNvPr id="11278" name="Rectangle 66">
              <a:extLst>
                <a:ext uri="{FF2B5EF4-FFF2-40B4-BE49-F238E27FC236}">
                  <a16:creationId xmlns:a16="http://schemas.microsoft.com/office/drawing/2014/main" id="{7AE6BE16-612D-23F5-9F02-C72C2AB031DE}"/>
                </a:ext>
              </a:extLst>
            </p:cNvPr>
            <p:cNvSpPr>
              <a:spLocks noChangeArrowheads="1"/>
            </p:cNvSpPr>
            <p:nvPr/>
          </p:nvSpPr>
          <p:spPr bwMode="auto">
            <a:xfrm>
              <a:off x="1128713" y="1076473"/>
              <a:ext cx="47448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1700" b="1" dirty="0">
                  <a:solidFill>
                    <a:schemeClr val="bg2"/>
                  </a:solidFill>
                  <a:latin typeface="Open Sans" panose="020B0606030504020204" pitchFamily="34" charset="0"/>
                </a:rPr>
                <a:t>Role</a:t>
              </a:r>
              <a:endParaRPr lang="en-US" altLang="en-US" dirty="0">
                <a:solidFill>
                  <a:schemeClr val="bg2"/>
                </a:solidFill>
                <a:latin typeface="Arial" panose="020B0604020202020204" pitchFamily="34" charset="0"/>
              </a:endParaRPr>
            </a:p>
          </p:txBody>
        </p:sp>
        <p:sp>
          <p:nvSpPr>
            <p:cNvPr id="11279" name="Text Placeholder 33">
              <a:extLst>
                <a:ext uri="{FF2B5EF4-FFF2-40B4-BE49-F238E27FC236}">
                  <a16:creationId xmlns:a16="http://schemas.microsoft.com/office/drawing/2014/main" id="{D73FE17F-2AF7-9E63-7F37-71379D3568FC}"/>
                </a:ext>
              </a:extLst>
            </p:cNvPr>
            <p:cNvSpPr txBox="1">
              <a:spLocks noChangeArrowheads="1"/>
            </p:cNvSpPr>
            <p:nvPr/>
          </p:nvSpPr>
          <p:spPr bwMode="auto">
            <a:xfrm>
              <a:off x="1022984" y="1306660"/>
              <a:ext cx="2152016" cy="434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buNone/>
              </a:pPr>
              <a:r>
                <a:rPr lang="en-US" sz="1600" dirty="0">
                  <a:solidFill>
                    <a:srgbClr val="E8E8E8"/>
                  </a:solidFill>
                </a:rPr>
                <a:t>Act as a travel blogger…</a:t>
              </a:r>
              <a:endParaRPr lang="en-US" altLang="en-US" sz="1600" dirty="0">
                <a:solidFill>
                  <a:srgbClr val="E8E8E8"/>
                </a:solidFill>
                <a:latin typeface="Open Sans" panose="020B0606030504020204" pitchFamily="34" charset="0"/>
                <a:cs typeface="Open Sans" panose="020B0606030504020204" pitchFamily="34" charset="0"/>
              </a:endParaRPr>
            </a:p>
          </p:txBody>
        </p:sp>
      </p:grpSp>
      <p:sp>
        <p:nvSpPr>
          <p:cNvPr id="13" name="AutoShape 2" descr="ChatGPT Logo PNG Vector (PDF) Free Download">
            <a:extLst>
              <a:ext uri="{FF2B5EF4-FFF2-40B4-BE49-F238E27FC236}">
                <a16:creationId xmlns:a16="http://schemas.microsoft.com/office/drawing/2014/main" id="{A50B5623-9D65-DFA4-F84D-DB8F25C3621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5" name="Picture 14">
            <a:extLst>
              <a:ext uri="{FF2B5EF4-FFF2-40B4-BE49-F238E27FC236}">
                <a16:creationId xmlns:a16="http://schemas.microsoft.com/office/drawing/2014/main" id="{3C9B47B7-5FF8-429B-03F7-3302D92969F7}"/>
              </a:ext>
            </a:extLst>
          </p:cNvPr>
          <p:cNvPicPr>
            <a:picLocks noChangeAspect="1"/>
          </p:cNvPicPr>
          <p:nvPr/>
        </p:nvPicPr>
        <p:blipFill>
          <a:blip r:embed="rId3">
            <a:extLst>
              <a:ext uri="{28A0092B-C50C-407E-A947-70E740481C1C}">
                <a14:useLocalDpi xmlns:a14="http://schemas.microsoft.com/office/drawing/2010/main" val="0"/>
              </a:ext>
            </a:extLst>
          </a:blip>
          <a:srcRect l="3712" t="6313" r="4732" b="9434"/>
          <a:stretch>
            <a:fillRect/>
          </a:stretch>
        </p:blipFill>
        <p:spPr>
          <a:xfrm>
            <a:off x="6326909" y="1967346"/>
            <a:ext cx="4294910" cy="3014230"/>
          </a:xfrm>
          <a:prstGeom prst="rect">
            <a:avLst/>
          </a:prstGeom>
        </p:spPr>
      </p:pic>
      <p:sp>
        <p:nvSpPr>
          <p:cNvPr id="16" name="TextBox 15">
            <a:extLst>
              <a:ext uri="{FF2B5EF4-FFF2-40B4-BE49-F238E27FC236}">
                <a16:creationId xmlns:a16="http://schemas.microsoft.com/office/drawing/2014/main" id="{71BC6E26-94E8-4B75-7A37-0B2F9F21D367}"/>
              </a:ext>
            </a:extLst>
          </p:cNvPr>
          <p:cNvSpPr txBox="1"/>
          <p:nvPr/>
        </p:nvSpPr>
        <p:spPr>
          <a:xfrm>
            <a:off x="6481482" y="2802778"/>
            <a:ext cx="3827929" cy="1077218"/>
          </a:xfrm>
          <a:prstGeom prst="rect">
            <a:avLst/>
          </a:prstGeom>
          <a:noFill/>
        </p:spPr>
        <p:txBody>
          <a:bodyPr wrap="square" rtlCol="0">
            <a:spAutoFit/>
          </a:bodyPr>
          <a:lstStyle/>
          <a:p>
            <a:r>
              <a:rPr lang="en-US" sz="800" dirty="0"/>
              <a:t>Hey everyone! Today I’m in Paris, the city of timeless beauty, cozy cafés, and effortless style. I started my morning with a croissant and coffee while wandering quiet streets, then made my way to the Eiffel Tower—seeing it in real life is truly unreal. Walking along the Seine, I soaked in the music, bookstalls, and picture-perfect corners that make Paris feel like a movie set. Of course, I couldn’t skip the food—every bite somehow tastes better here. As the sun set, the city glowed in the most magical way, reminding me why Paris is called the City of Love. I definitely left with tired feet, a full heart, and memories I’ll never forget. </a:t>
            </a:r>
            <a:r>
              <a:rPr lang="en-US" sz="800" dirty="0">
                <a:solidFill>
                  <a:schemeClr val="bg2"/>
                </a:solidFill>
              </a:rPr>
              <a:t>🇫🇷✨</a:t>
            </a:r>
          </a:p>
        </p:txBody>
      </p:sp>
      <p:sp>
        <p:nvSpPr>
          <p:cNvPr id="12" name="TextBox 11">
            <a:extLst>
              <a:ext uri="{FF2B5EF4-FFF2-40B4-BE49-F238E27FC236}">
                <a16:creationId xmlns:a16="http://schemas.microsoft.com/office/drawing/2014/main" id="{C14E2666-74F1-9A24-51A1-4EEED33E9B9E}"/>
              </a:ext>
            </a:extLst>
          </p:cNvPr>
          <p:cNvSpPr txBox="1"/>
          <p:nvPr/>
        </p:nvSpPr>
        <p:spPr>
          <a:xfrm>
            <a:off x="3796145" y="104378"/>
            <a:ext cx="4294910" cy="615553"/>
          </a:xfrm>
          <a:prstGeom prst="rect">
            <a:avLst/>
          </a:prstGeom>
          <a:solidFill>
            <a:schemeClr val="accent4">
              <a:lumMod val="5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IN" sz="3400" b="1" dirty="0"/>
              <a:t>Example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25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750"/>
                            </p:stCondLst>
                            <p:childTnLst>
                              <p:par>
                                <p:cTn id="9" presetID="1" presetClass="entr" presetSubtype="0" fill="hold" nodeType="afterEffect">
                                  <p:stCondLst>
                                    <p:cond delay="0"/>
                                  </p:stCondLst>
                                  <p:childTnLst>
                                    <p:set>
                                      <p:cBhvr>
                                        <p:cTn id="10" dur="1" fill="hold">
                                          <p:stCondLst>
                                            <p:cond delay="499"/>
                                          </p:stCondLst>
                                        </p:cTn>
                                        <p:tgtEl>
                                          <p:spTgt spid="7"/>
                                        </p:tgtEl>
                                        <p:attrNameLst>
                                          <p:attrName>style.visibility</p:attrName>
                                        </p:attrNameLst>
                                      </p:cBhvr>
                                      <p:to>
                                        <p:strVal val="visible"/>
                                      </p:to>
                                    </p:set>
                                  </p:childTnLst>
                                </p:cTn>
                              </p:par>
                            </p:childTnLst>
                          </p:cTn>
                        </p:par>
                        <p:par>
                          <p:cTn id="11" fill="hold">
                            <p:stCondLst>
                              <p:cond delay="1250"/>
                            </p:stCondLst>
                            <p:childTnLst>
                              <p:par>
                                <p:cTn id="12" presetID="22" presetClass="entr" presetSubtype="8"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left)">
                                      <p:cBhvr>
                                        <p:cTn id="14" dur="500"/>
                                        <p:tgtEl>
                                          <p:spTgt spid="5"/>
                                        </p:tgtEl>
                                      </p:cBhvr>
                                    </p:animEffect>
                                  </p:childTnLst>
                                </p:cTn>
                              </p:par>
                            </p:childTnLst>
                          </p:cTn>
                        </p:par>
                        <p:par>
                          <p:cTn id="15" fill="hold">
                            <p:stCondLst>
                              <p:cond delay="1750"/>
                            </p:stCondLst>
                            <p:childTnLst>
                              <p:par>
                                <p:cTn id="16" presetID="1" presetClass="entr" presetSubtype="0" fill="hold" nodeType="afterEffect">
                                  <p:stCondLst>
                                    <p:cond delay="0"/>
                                  </p:stCondLst>
                                  <p:childTnLst>
                                    <p:set>
                                      <p:cBhvr>
                                        <p:cTn id="17" dur="1" fill="hold">
                                          <p:stCondLst>
                                            <p:cond delay="499"/>
                                          </p:stCondLst>
                                        </p:cTn>
                                        <p:tgtEl>
                                          <p:spTgt spid="8"/>
                                        </p:tgtEl>
                                        <p:attrNameLst>
                                          <p:attrName>style.visibility</p:attrName>
                                        </p:attrNameLst>
                                      </p:cBhvr>
                                      <p:to>
                                        <p:strVal val="visible"/>
                                      </p:to>
                                    </p:set>
                                  </p:childTnLst>
                                </p:cTn>
                              </p:par>
                            </p:childTnLst>
                          </p:cTn>
                        </p:par>
                        <p:par>
                          <p:cTn id="18" fill="hold">
                            <p:stCondLst>
                              <p:cond delay="2250"/>
                            </p:stCondLst>
                            <p:childTnLst>
                              <p:par>
                                <p:cTn id="19" presetID="22" presetClass="entr" presetSubtype="8" fill="hold"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left)">
                                      <p:cBhvr>
                                        <p:cTn id="21" dur="500"/>
                                        <p:tgtEl>
                                          <p:spTgt spid="4"/>
                                        </p:tgtEl>
                                      </p:cBhvr>
                                    </p:animEffect>
                                  </p:childTnLst>
                                </p:cTn>
                              </p:par>
                            </p:childTnLst>
                          </p:cTn>
                        </p:par>
                        <p:par>
                          <p:cTn id="22" fill="hold">
                            <p:stCondLst>
                              <p:cond delay="2750"/>
                            </p:stCondLst>
                            <p:childTnLst>
                              <p:par>
                                <p:cTn id="23" presetID="1" presetClass="entr" presetSubtype="0" fill="hold" nodeType="afterEffect">
                                  <p:stCondLst>
                                    <p:cond delay="0"/>
                                  </p:stCondLst>
                                  <p:childTnLst>
                                    <p:set>
                                      <p:cBhvr>
                                        <p:cTn id="24" dur="1" fill="hold">
                                          <p:stCondLst>
                                            <p:cond delay="499"/>
                                          </p:stCondLst>
                                        </p:cTn>
                                        <p:tgtEl>
                                          <p:spTgt spid="9"/>
                                        </p:tgtEl>
                                        <p:attrNameLst>
                                          <p:attrName>style.visibility</p:attrName>
                                        </p:attrNameLst>
                                      </p:cBhvr>
                                      <p:to>
                                        <p:strVal val="visible"/>
                                      </p:to>
                                    </p:set>
                                  </p:childTnLst>
                                </p:cTn>
                              </p:par>
                            </p:childTnLst>
                          </p:cTn>
                        </p:par>
                        <p:par>
                          <p:cTn id="25" fill="hold">
                            <p:stCondLst>
                              <p:cond delay="3250"/>
                            </p:stCondLst>
                            <p:childTnLst>
                              <p:par>
                                <p:cTn id="26" presetID="22" presetClass="entr" presetSubtype="8" fill="hold" nodeType="after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left)">
                                      <p:cBhvr>
                                        <p:cTn id="28" dur="500"/>
                                        <p:tgtEl>
                                          <p:spTgt spid="3"/>
                                        </p:tgtEl>
                                      </p:cBhvr>
                                    </p:animEffect>
                                  </p:childTnLst>
                                </p:cTn>
                              </p:par>
                            </p:childTnLst>
                          </p:cTn>
                        </p:par>
                        <p:par>
                          <p:cTn id="29" fill="hold">
                            <p:stCondLst>
                              <p:cond delay="3750"/>
                            </p:stCondLst>
                            <p:childTnLst>
                              <p:par>
                                <p:cTn id="30" presetID="1" presetClass="entr" presetSubtype="0" fill="hold" nodeType="afterEffect">
                                  <p:stCondLst>
                                    <p:cond delay="0"/>
                                  </p:stCondLst>
                                  <p:childTnLst>
                                    <p:set>
                                      <p:cBhvr>
                                        <p:cTn id="31" dur="1" fill="hold">
                                          <p:stCondLst>
                                            <p:cond delay="499"/>
                                          </p:stCondLst>
                                        </p:cTn>
                                        <p:tgtEl>
                                          <p:spTgt spid="10"/>
                                        </p:tgtEl>
                                        <p:attrNameLst>
                                          <p:attrName>style.visibility</p:attrName>
                                        </p:attrNameLst>
                                      </p:cBhvr>
                                      <p:to>
                                        <p:strVal val="visible"/>
                                      </p:to>
                                    </p:set>
                                  </p:childTnLst>
                                </p:cTn>
                              </p:par>
                            </p:childTnLst>
                          </p:cTn>
                        </p:par>
                        <p:par>
                          <p:cTn id="32" fill="hold">
                            <p:stCondLst>
                              <p:cond delay="4250"/>
                            </p:stCondLst>
                            <p:childTnLst>
                              <p:par>
                                <p:cTn id="33" presetID="22" presetClass="entr" presetSubtype="8" fill="hold" nodeType="after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left)">
                                      <p:cBhvr>
                                        <p:cTn id="35" dur="500"/>
                                        <p:tgtEl>
                                          <p:spTgt spid="2"/>
                                        </p:tgtEl>
                                      </p:cBhvr>
                                    </p:animEffect>
                                  </p:childTnLst>
                                </p:cTn>
                              </p:par>
                            </p:childTnLst>
                          </p:cTn>
                        </p:par>
                        <p:par>
                          <p:cTn id="36" fill="hold">
                            <p:stCondLst>
                              <p:cond delay="4750"/>
                            </p:stCondLst>
                            <p:childTnLst>
                              <p:par>
                                <p:cTn id="37" presetID="1" presetClass="entr" presetSubtype="0" fill="hold" nodeType="afterEffect">
                                  <p:stCondLst>
                                    <p:cond delay="2000"/>
                                  </p:stCondLst>
                                  <p:childTnLst>
                                    <p:set>
                                      <p:cBhvr>
                                        <p:cTn id="38" dur="1" fill="hold">
                                          <p:stCondLst>
                                            <p:cond delay="499"/>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38" presetClass="entr" presetSubtype="0" accel="50000" fill="hold" grpId="0" nodeType="clickEffect">
                                  <p:stCondLst>
                                    <p:cond delay="0"/>
                                  </p:stCondLst>
                                  <p:iterate type="lt">
                                    <p:tmPct val="50000"/>
                                  </p:iterate>
                                  <p:childTnLst>
                                    <p:set>
                                      <p:cBhvr>
                                        <p:cTn id="42" dur="1" fill="hold">
                                          <p:stCondLst>
                                            <p:cond delay="0"/>
                                          </p:stCondLst>
                                        </p:cTn>
                                        <p:tgtEl>
                                          <p:spTgt spid="16"/>
                                        </p:tgtEl>
                                        <p:attrNameLst>
                                          <p:attrName>style.visibility</p:attrName>
                                        </p:attrNameLst>
                                      </p:cBhvr>
                                      <p:to>
                                        <p:strVal val="visible"/>
                                      </p:to>
                                    </p:set>
                                    <p:set>
                                      <p:cBhvr>
                                        <p:cTn id="43" dur="227" fill="hold">
                                          <p:stCondLst>
                                            <p:cond delay="0"/>
                                          </p:stCondLst>
                                        </p:cTn>
                                        <p:tgtEl>
                                          <p:spTgt spid="16"/>
                                        </p:tgtEl>
                                        <p:attrNameLst>
                                          <p:attrName>style.rotation</p:attrName>
                                        </p:attrNameLst>
                                      </p:cBhvr>
                                      <p:to>
                                        <p:strVal val="-45.0"/>
                                      </p:to>
                                    </p:set>
                                    <p:anim calcmode="lin" valueType="num">
                                      <p:cBhvr>
                                        <p:cTn id="44" dur="227" fill="hold">
                                          <p:stCondLst>
                                            <p:cond delay="227"/>
                                          </p:stCondLst>
                                        </p:cTn>
                                        <p:tgtEl>
                                          <p:spTgt spid="16"/>
                                        </p:tgtEl>
                                        <p:attrNameLst>
                                          <p:attrName>style.rotation</p:attrName>
                                        </p:attrNameLst>
                                      </p:cBhvr>
                                      <p:tavLst>
                                        <p:tav tm="0">
                                          <p:val>
                                            <p:fltVal val="-45"/>
                                          </p:val>
                                        </p:tav>
                                        <p:tav tm="69900">
                                          <p:val>
                                            <p:fltVal val="45"/>
                                          </p:val>
                                        </p:tav>
                                        <p:tav tm="100000">
                                          <p:val>
                                            <p:fltVal val="0"/>
                                          </p:val>
                                        </p:tav>
                                      </p:tavLst>
                                    </p:anim>
                                    <p:anim calcmode="lin" valueType="num">
                                      <p:cBhvr>
                                        <p:cTn id="45" dur="227" fill="hold">
                                          <p:stCondLst>
                                            <p:cond delay="0"/>
                                          </p:stCondLst>
                                        </p:cTn>
                                        <p:tgtEl>
                                          <p:spTgt spid="16"/>
                                        </p:tgtEl>
                                        <p:attrNameLst>
                                          <p:attrName>ppt_y</p:attrName>
                                        </p:attrNameLst>
                                      </p:cBhvr>
                                      <p:tavLst>
                                        <p:tav tm="0">
                                          <p:val>
                                            <p:strVal val="#ppt_y-1"/>
                                          </p:val>
                                        </p:tav>
                                        <p:tav tm="100000">
                                          <p:val>
                                            <p:strVal val="#ppt_y-(0.354*#ppt_w-0.172*#ppt_h)"/>
                                          </p:val>
                                        </p:tav>
                                      </p:tavLst>
                                    </p:anim>
                                    <p:anim calcmode="lin" valueType="num">
                                      <p:cBhvr>
                                        <p:cTn id="46" dur="78" decel="50000" autoRev="1" fill="hold">
                                          <p:stCondLst>
                                            <p:cond delay="227"/>
                                          </p:stCondLst>
                                        </p:cTn>
                                        <p:tgtEl>
                                          <p:spTgt spid="16"/>
                                        </p:tgtEl>
                                        <p:attrNameLst>
                                          <p:attrName>ppt_y</p:attrName>
                                        </p:attrNameLst>
                                      </p:cBhvr>
                                      <p:tavLst>
                                        <p:tav tm="0">
                                          <p:val>
                                            <p:strVal val="#ppt_y-(0.354*#ppt_w-0.172*#ppt_h)"/>
                                          </p:val>
                                        </p:tav>
                                        <p:tav tm="100000">
                                          <p:val>
                                            <p:strVal val="#ppt_y-(0.354*#ppt_w-0.172*#ppt_h)-#ppt_h/2"/>
                                          </p:val>
                                        </p:tav>
                                      </p:tavLst>
                                    </p:anim>
                                    <p:anim calcmode="lin" valueType="num">
                                      <p:cBhvr>
                                        <p:cTn id="47" dur="68" fill="hold">
                                          <p:stCondLst>
                                            <p:cond delay="432"/>
                                          </p:stCondLst>
                                        </p:cTn>
                                        <p:tgtEl>
                                          <p:spTgt spid="16"/>
                                        </p:tgtEl>
                                        <p:attrNameLst>
                                          <p:attrName>ppt_y</p:attrName>
                                        </p:attrNameLst>
                                      </p:cBhvr>
                                      <p:tavLst>
                                        <p:tav tm="0">
                                          <p:val>
                                            <p:strVal val="#ppt_y-(0.354*#ppt_w-0.172*#ppt_h)"/>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444710-AACD-B27F-088B-86306DB54EDD}"/>
              </a:ext>
            </a:extLst>
          </p:cNvPr>
          <p:cNvSpPr/>
          <p:nvPr/>
        </p:nvSpPr>
        <p:spPr>
          <a:xfrm>
            <a:off x="80920" y="357121"/>
            <a:ext cx="7210004" cy="606056"/>
          </a:xfrm>
          <a:prstGeom prst="rect">
            <a:avLst/>
          </a:prstGeom>
          <a:solidFill>
            <a:schemeClr val="accent4">
              <a:lumMod val="5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latinLnBrk="1"/>
            <a:r>
              <a:rPr lang="en-US" sz="2800" b="1" dirty="0"/>
              <a:t>What Happens When Structure Is Missing ?</a:t>
            </a:r>
          </a:p>
        </p:txBody>
      </p:sp>
      <p:sp>
        <p:nvSpPr>
          <p:cNvPr id="6" name="TextBox 5">
            <a:extLst>
              <a:ext uri="{FF2B5EF4-FFF2-40B4-BE49-F238E27FC236}">
                <a16:creationId xmlns:a16="http://schemas.microsoft.com/office/drawing/2014/main" id="{D869EC77-2F40-5CE7-CD9E-C0E592E37359}"/>
              </a:ext>
            </a:extLst>
          </p:cNvPr>
          <p:cNvSpPr txBox="1"/>
          <p:nvPr/>
        </p:nvSpPr>
        <p:spPr>
          <a:xfrm>
            <a:off x="2175118" y="1321518"/>
            <a:ext cx="7456082" cy="461665"/>
          </a:xfrm>
          <a:prstGeom prst="rect">
            <a:avLst/>
          </a:prstGeom>
          <a:noFill/>
        </p:spPr>
        <p:txBody>
          <a:bodyPr wrap="square">
            <a:spAutoFit/>
          </a:bodyPr>
          <a:lstStyle/>
          <a:p>
            <a:r>
              <a:rPr lang="en-US" sz="2400" b="1" dirty="0"/>
              <a:t>When structure is missing, AI is forced to guess</a:t>
            </a:r>
            <a:r>
              <a:rPr lang="en-US" sz="2400" dirty="0"/>
              <a:t>.</a:t>
            </a:r>
            <a:endParaRPr lang="en-US" dirty="0"/>
          </a:p>
        </p:txBody>
      </p:sp>
      <p:sp>
        <p:nvSpPr>
          <p:cNvPr id="7" name="Rectangle 6">
            <a:extLst>
              <a:ext uri="{FF2B5EF4-FFF2-40B4-BE49-F238E27FC236}">
                <a16:creationId xmlns:a16="http://schemas.microsoft.com/office/drawing/2014/main" id="{8B030783-5066-101A-DB37-C4DA6C0D69C1}"/>
              </a:ext>
            </a:extLst>
          </p:cNvPr>
          <p:cNvSpPr/>
          <p:nvPr/>
        </p:nvSpPr>
        <p:spPr>
          <a:xfrm>
            <a:off x="4153027" y="1893810"/>
            <a:ext cx="3885945" cy="1152027"/>
          </a:xfrm>
          <a:prstGeom prst="rect">
            <a:avLst/>
          </a:prstGeom>
          <a:solidFill>
            <a:srgbClr val="B6CC8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gn="ctr">
              <a:buAutoNum type="arabicPeriod"/>
            </a:pPr>
            <a:endParaRPr lang="en-US" b="1" dirty="0">
              <a:solidFill>
                <a:schemeClr val="bg1"/>
              </a:solidFill>
            </a:endParaRPr>
          </a:p>
          <a:p>
            <a:pPr marL="342900" indent="-342900" algn="ctr">
              <a:buAutoNum type="arabicPeriod"/>
            </a:pPr>
            <a:r>
              <a:rPr lang="en-US" sz="2000" b="1" dirty="0">
                <a:solidFill>
                  <a:schemeClr val="bg1"/>
                </a:solidFill>
              </a:rPr>
              <a:t>Generic responses</a:t>
            </a:r>
          </a:p>
          <a:p>
            <a:pPr algn="ctr"/>
            <a:r>
              <a:rPr lang="en-US" dirty="0">
                <a:solidFill>
                  <a:schemeClr val="bg1"/>
                </a:solidFill>
              </a:rPr>
              <a:t>AI plays it safe with broad, non-specific answers</a:t>
            </a:r>
          </a:p>
          <a:p>
            <a:pPr marL="342900" indent="-342900" algn="ctr">
              <a:buAutoNum type="arabicPeriod"/>
            </a:pPr>
            <a:endParaRPr lang="en-US" b="1" dirty="0">
              <a:solidFill>
                <a:schemeClr val="bg1"/>
              </a:solidFill>
            </a:endParaRPr>
          </a:p>
        </p:txBody>
      </p:sp>
      <p:sp>
        <p:nvSpPr>
          <p:cNvPr id="10" name="Rectangle 9">
            <a:extLst>
              <a:ext uri="{FF2B5EF4-FFF2-40B4-BE49-F238E27FC236}">
                <a16:creationId xmlns:a16="http://schemas.microsoft.com/office/drawing/2014/main" id="{6A8607F2-C3C2-FB4A-8754-28AFE61142D0}"/>
              </a:ext>
            </a:extLst>
          </p:cNvPr>
          <p:cNvSpPr/>
          <p:nvPr/>
        </p:nvSpPr>
        <p:spPr>
          <a:xfrm>
            <a:off x="4153027" y="3289652"/>
            <a:ext cx="3885945" cy="1152027"/>
          </a:xfrm>
          <a:prstGeom prst="rect">
            <a:avLst/>
          </a:prstGeom>
          <a:solidFill>
            <a:schemeClr val="accent2">
              <a:lumMod val="60000"/>
              <a:lumOff val="4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2. Output goes off-track</a:t>
            </a:r>
          </a:p>
          <a:p>
            <a:pPr algn="ctr"/>
            <a:r>
              <a:rPr lang="en-US" dirty="0">
                <a:solidFill>
                  <a:schemeClr val="bg1"/>
                </a:solidFill>
              </a:rPr>
              <a:t>The AI goes off-track from your actual intent</a:t>
            </a:r>
            <a:endParaRPr lang="en-US" b="1" dirty="0">
              <a:solidFill>
                <a:schemeClr val="bg1"/>
              </a:solidFill>
            </a:endParaRPr>
          </a:p>
        </p:txBody>
      </p:sp>
      <p:sp>
        <p:nvSpPr>
          <p:cNvPr id="13" name="Rectangle 12">
            <a:extLst>
              <a:ext uri="{FF2B5EF4-FFF2-40B4-BE49-F238E27FC236}">
                <a16:creationId xmlns:a16="http://schemas.microsoft.com/office/drawing/2014/main" id="{52C547DA-0A20-B6C4-2CCF-EF06AD5BCD85}"/>
              </a:ext>
            </a:extLst>
          </p:cNvPr>
          <p:cNvSpPr/>
          <p:nvPr/>
        </p:nvSpPr>
        <p:spPr>
          <a:xfrm>
            <a:off x="4153027" y="4726560"/>
            <a:ext cx="3885945" cy="1152027"/>
          </a:xfrm>
          <a:prstGeom prst="rect">
            <a:avLst/>
          </a:prstGeom>
          <a:solidFill>
            <a:srgbClr val="86C5ED"/>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endParaRPr>
          </a:p>
          <a:p>
            <a:pPr algn="ctr"/>
            <a:r>
              <a:rPr lang="en-US" b="1" dirty="0">
                <a:solidFill>
                  <a:schemeClr val="bg1"/>
                </a:solidFill>
              </a:rPr>
              <a:t>3. Wrong tone or format</a:t>
            </a:r>
          </a:p>
          <a:p>
            <a:pPr algn="ctr"/>
            <a:r>
              <a:rPr lang="en-US" dirty="0">
                <a:solidFill>
                  <a:schemeClr val="bg1"/>
                </a:solidFill>
              </a:rPr>
              <a:t>The output may sound too formal, too casual, or mismatched.</a:t>
            </a:r>
          </a:p>
          <a:p>
            <a:pPr algn="ctr"/>
            <a:endParaRPr lang="en-US" b="1" dirty="0">
              <a:solidFill>
                <a:schemeClr val="bg1"/>
              </a:solidFill>
            </a:endParaRPr>
          </a:p>
        </p:txBody>
      </p:sp>
      <p:sp>
        <p:nvSpPr>
          <p:cNvPr id="17" name="TextBox 16">
            <a:extLst>
              <a:ext uri="{FF2B5EF4-FFF2-40B4-BE49-F238E27FC236}">
                <a16:creationId xmlns:a16="http://schemas.microsoft.com/office/drawing/2014/main" id="{3F3208F6-77AE-4031-C022-0FB82D62BECA}"/>
              </a:ext>
            </a:extLst>
          </p:cNvPr>
          <p:cNvSpPr txBox="1"/>
          <p:nvPr/>
        </p:nvSpPr>
        <p:spPr>
          <a:xfrm>
            <a:off x="967562" y="6071659"/>
            <a:ext cx="10653824" cy="400110"/>
          </a:xfrm>
          <a:prstGeom prst="rect">
            <a:avLst/>
          </a:prstGeom>
          <a:solidFill>
            <a:schemeClr val="tx2">
              <a:lumMod val="25000"/>
              <a:lumOff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pPr algn="ctr"/>
            <a:r>
              <a:rPr lang="en-US" sz="2000" b="1" dirty="0">
                <a:solidFill>
                  <a:srgbClr val="0F1115"/>
                </a:solidFill>
                <a:effectLst/>
              </a:rPr>
              <a:t>People often think the content is the problem. Most of the time, it's just missing structure.</a:t>
            </a:r>
            <a:endParaRPr lang="en-US" sz="2000" b="1" dirty="0"/>
          </a:p>
        </p:txBody>
      </p:sp>
    </p:spTree>
    <p:extLst>
      <p:ext uri="{BB962C8B-B14F-4D97-AF65-F5344CB8AC3E}">
        <p14:creationId xmlns:p14="http://schemas.microsoft.com/office/powerpoint/2010/main" val="5226828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5C192-5B14-0A0E-C45A-801AE26F6E5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53FEBAB-EF42-7BE3-08DE-EC62BFF61148}"/>
              </a:ext>
            </a:extLst>
          </p:cNvPr>
          <p:cNvSpPr/>
          <p:nvPr/>
        </p:nvSpPr>
        <p:spPr>
          <a:xfrm>
            <a:off x="0" y="142393"/>
            <a:ext cx="12191999" cy="661553"/>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latinLnBrk="1"/>
            <a:r>
              <a:rPr lang="en-US" sz="4000" b="1" dirty="0"/>
              <a:t>3</a:t>
            </a:r>
            <a:r>
              <a:rPr lang="en-US" sz="3600" b="1" dirty="0"/>
              <a:t>-</a:t>
            </a:r>
            <a:r>
              <a:rPr lang="en-US" sz="4000" b="1" dirty="0"/>
              <a:t>R</a:t>
            </a:r>
            <a:r>
              <a:rPr lang="en-US" sz="3600" b="1" dirty="0"/>
              <a:t> </a:t>
            </a:r>
            <a:r>
              <a:rPr lang="en-US" sz="4000" b="1" dirty="0"/>
              <a:t>Method</a:t>
            </a:r>
            <a:endParaRPr lang="en-US" sz="3600" b="1" dirty="0"/>
          </a:p>
        </p:txBody>
      </p:sp>
      <p:sp>
        <p:nvSpPr>
          <p:cNvPr id="4" name="TextBox 3">
            <a:extLst>
              <a:ext uri="{FF2B5EF4-FFF2-40B4-BE49-F238E27FC236}">
                <a16:creationId xmlns:a16="http://schemas.microsoft.com/office/drawing/2014/main" id="{6DB108B5-F50A-975B-9D3B-84C6653CAD93}"/>
              </a:ext>
            </a:extLst>
          </p:cNvPr>
          <p:cNvSpPr txBox="1"/>
          <p:nvPr/>
        </p:nvSpPr>
        <p:spPr>
          <a:xfrm>
            <a:off x="1964697" y="1217794"/>
            <a:ext cx="8509339" cy="430887"/>
          </a:xfrm>
          <a:prstGeom prst="rect">
            <a:avLst/>
          </a:prstGeom>
          <a:noFill/>
        </p:spPr>
        <p:txBody>
          <a:bodyPr wrap="square">
            <a:spAutoFit/>
          </a:bodyPr>
          <a:lstStyle/>
          <a:p>
            <a:r>
              <a:rPr lang="en-US" sz="2000" b="1" dirty="0"/>
              <a:t>Three Ways to Improve an AI Response</a:t>
            </a:r>
            <a:r>
              <a:rPr lang="en-US" sz="2000" dirty="0"/>
              <a:t> </a:t>
            </a:r>
            <a:r>
              <a:rPr lang="en-US" sz="2200" b="1" dirty="0"/>
              <a:t>without starting over.</a:t>
            </a:r>
          </a:p>
        </p:txBody>
      </p:sp>
      <p:sp>
        <p:nvSpPr>
          <p:cNvPr id="6" name="Rectangle 5">
            <a:extLst>
              <a:ext uri="{FF2B5EF4-FFF2-40B4-BE49-F238E27FC236}">
                <a16:creationId xmlns:a16="http://schemas.microsoft.com/office/drawing/2014/main" id="{1B4FD121-BC39-5CD9-8155-9180F59654C0}"/>
              </a:ext>
            </a:extLst>
          </p:cNvPr>
          <p:cNvSpPr/>
          <p:nvPr/>
        </p:nvSpPr>
        <p:spPr>
          <a:xfrm>
            <a:off x="833384" y="2152188"/>
            <a:ext cx="3214914" cy="3409027"/>
          </a:xfrm>
          <a:prstGeom prst="rect">
            <a:avLst/>
          </a:prstGeom>
          <a:solidFill>
            <a:srgbClr val="FFFFFF"/>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en-US" sz="2800" b="1" u="sng" dirty="0">
                <a:solidFill>
                  <a:schemeClr val="tx1"/>
                </a:solidFill>
              </a:rPr>
              <a:t>Refine  </a:t>
            </a:r>
          </a:p>
          <a:p>
            <a:pPr algn="ctr">
              <a:lnSpc>
                <a:spcPct val="150000"/>
              </a:lnSpc>
            </a:pPr>
            <a:r>
              <a:rPr lang="en-US" sz="1600" dirty="0">
                <a:solidFill>
                  <a:schemeClr val="tx1"/>
                </a:solidFill>
              </a:rPr>
              <a:t>When the </a:t>
            </a:r>
            <a:r>
              <a:rPr lang="en-US" sz="1600" b="1" dirty="0">
                <a:solidFill>
                  <a:schemeClr val="tx1"/>
                </a:solidFill>
              </a:rPr>
              <a:t>structure or details</a:t>
            </a:r>
            <a:r>
              <a:rPr lang="en-US" sz="1600" dirty="0">
                <a:solidFill>
                  <a:schemeClr val="tx1"/>
                </a:solidFill>
              </a:rPr>
              <a:t> are good, but the </a:t>
            </a:r>
            <a:r>
              <a:rPr lang="en-US" sz="1600" b="1" dirty="0">
                <a:solidFill>
                  <a:schemeClr val="tx1"/>
                </a:solidFill>
              </a:rPr>
              <a:t>style, length, or clarity</a:t>
            </a:r>
            <a:r>
              <a:rPr lang="en-US" sz="1600" dirty="0">
                <a:solidFill>
                  <a:schemeClr val="tx1"/>
                </a:solidFill>
              </a:rPr>
              <a:t> needs adjustment.“</a:t>
            </a:r>
          </a:p>
          <a:p>
            <a:pPr algn="ctr">
              <a:lnSpc>
                <a:spcPct val="150000"/>
              </a:lnSpc>
            </a:pPr>
            <a:endParaRPr lang="en-US" altLang="en-US" sz="1600" dirty="0">
              <a:solidFill>
                <a:schemeClr val="tx1"/>
              </a:solidFill>
            </a:endParaRPr>
          </a:p>
          <a:p>
            <a:pPr algn="ctr">
              <a:lnSpc>
                <a:spcPct val="150000"/>
              </a:lnSpc>
            </a:pPr>
            <a:r>
              <a:rPr lang="en-US" altLang="en-US" sz="2000" b="1" dirty="0">
                <a:solidFill>
                  <a:schemeClr val="tx1"/>
                </a:solidFill>
              </a:rPr>
              <a:t>Example : </a:t>
            </a:r>
          </a:p>
          <a:p>
            <a:pPr algn="ctr">
              <a:lnSpc>
                <a:spcPct val="150000"/>
              </a:lnSpc>
            </a:pPr>
            <a:r>
              <a:rPr lang="en-US" sz="1600" dirty="0">
                <a:solidFill>
                  <a:schemeClr val="tx1"/>
                </a:solidFill>
              </a:rPr>
              <a:t>“Make this shorter and clearer.”</a:t>
            </a:r>
          </a:p>
        </p:txBody>
      </p:sp>
      <p:sp>
        <p:nvSpPr>
          <p:cNvPr id="7" name="Rectangle 6">
            <a:extLst>
              <a:ext uri="{FF2B5EF4-FFF2-40B4-BE49-F238E27FC236}">
                <a16:creationId xmlns:a16="http://schemas.microsoft.com/office/drawing/2014/main" id="{862D71F1-5863-F5FC-F275-DBC03316D7EB}"/>
              </a:ext>
            </a:extLst>
          </p:cNvPr>
          <p:cNvSpPr/>
          <p:nvPr/>
        </p:nvSpPr>
        <p:spPr>
          <a:xfrm>
            <a:off x="8277252" y="2152188"/>
            <a:ext cx="3113321" cy="3409025"/>
          </a:xfrm>
          <a:prstGeom prst="rect">
            <a:avLst/>
          </a:prstGeom>
          <a:solidFill>
            <a:srgbClr val="FFFFFF"/>
          </a:solid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en-US" sz="2400" b="1" u="sng" dirty="0">
                <a:solidFill>
                  <a:schemeClr val="tx1"/>
                </a:solidFill>
              </a:rPr>
              <a:t>Redirect</a:t>
            </a:r>
            <a:br>
              <a:rPr lang="en-US" altLang="en-US" dirty="0">
                <a:solidFill>
                  <a:schemeClr val="tx1"/>
                </a:solidFill>
              </a:rPr>
            </a:br>
            <a:r>
              <a:rPr lang="en-US" sz="1600" dirty="0"/>
              <a:t>"</a:t>
            </a:r>
            <a:r>
              <a:rPr lang="en-US" sz="1600" dirty="0">
                <a:solidFill>
                  <a:schemeClr val="tx1"/>
                </a:solidFill>
              </a:rPr>
              <a:t>When the </a:t>
            </a:r>
            <a:r>
              <a:rPr lang="en-US" sz="1600" b="1" dirty="0">
                <a:solidFill>
                  <a:schemeClr val="tx1"/>
                </a:solidFill>
              </a:rPr>
              <a:t>fundamental approach or format</a:t>
            </a:r>
            <a:r>
              <a:rPr lang="en-US" sz="1600" dirty="0">
                <a:solidFill>
                  <a:schemeClr val="tx1"/>
                </a:solidFill>
              </a:rPr>
              <a:t> is wrong for your goal.“</a:t>
            </a:r>
          </a:p>
          <a:p>
            <a:pPr algn="ctr">
              <a:lnSpc>
                <a:spcPct val="150000"/>
              </a:lnSpc>
            </a:pPr>
            <a:endParaRPr lang="en-US" altLang="en-US" sz="2000" dirty="0">
              <a:solidFill>
                <a:schemeClr val="tx1"/>
              </a:solidFill>
            </a:endParaRPr>
          </a:p>
          <a:p>
            <a:pPr algn="ctr">
              <a:lnSpc>
                <a:spcPct val="150000"/>
              </a:lnSpc>
            </a:pPr>
            <a:r>
              <a:rPr lang="en-US" altLang="en-US" sz="2000" b="1" dirty="0">
                <a:solidFill>
                  <a:schemeClr val="tx1"/>
                </a:solidFill>
              </a:rPr>
              <a:t>Example :</a:t>
            </a:r>
          </a:p>
          <a:p>
            <a:pPr algn="ctr">
              <a:lnSpc>
                <a:spcPct val="150000"/>
              </a:lnSpc>
            </a:pPr>
            <a:r>
              <a:rPr lang="en-US" sz="1600" dirty="0">
                <a:solidFill>
                  <a:schemeClr val="tx1"/>
                </a:solidFill>
              </a:rPr>
              <a:t>“Don’t explain — give step-by-step instructions.”</a:t>
            </a:r>
            <a:endParaRPr lang="en-US" altLang="en-US" sz="1600" dirty="0">
              <a:solidFill>
                <a:schemeClr val="tx1"/>
              </a:solidFill>
            </a:endParaRPr>
          </a:p>
        </p:txBody>
      </p:sp>
      <p:sp>
        <p:nvSpPr>
          <p:cNvPr id="20" name="TextBox 19">
            <a:extLst>
              <a:ext uri="{FF2B5EF4-FFF2-40B4-BE49-F238E27FC236}">
                <a16:creationId xmlns:a16="http://schemas.microsoft.com/office/drawing/2014/main" id="{A86A0640-95C3-5189-6418-2BD6D833A35E}"/>
              </a:ext>
            </a:extLst>
          </p:cNvPr>
          <p:cNvSpPr txBox="1"/>
          <p:nvPr/>
        </p:nvSpPr>
        <p:spPr>
          <a:xfrm>
            <a:off x="1964697" y="5975061"/>
            <a:ext cx="7534044" cy="400110"/>
          </a:xfrm>
          <a:prstGeom prst="rect">
            <a:avLst/>
          </a:prstGeom>
          <a:noFill/>
        </p:spPr>
        <p:txBody>
          <a:bodyPr wrap="square">
            <a:spAutoFit/>
          </a:bodyPr>
          <a:lstStyle/>
          <a:p>
            <a:pPr algn="ctr"/>
            <a:r>
              <a:rPr lang="en-US" sz="2000" b="1" dirty="0"/>
              <a:t>Most bad answers don’t need a restart — they need the right fix.</a:t>
            </a:r>
          </a:p>
        </p:txBody>
      </p:sp>
      <p:sp>
        <p:nvSpPr>
          <p:cNvPr id="3" name="Rectangle 2">
            <a:extLst>
              <a:ext uri="{FF2B5EF4-FFF2-40B4-BE49-F238E27FC236}">
                <a16:creationId xmlns:a16="http://schemas.microsoft.com/office/drawing/2014/main" id="{8844A6E9-4033-6B26-8433-98E43D8F10C4}"/>
              </a:ext>
            </a:extLst>
          </p:cNvPr>
          <p:cNvSpPr/>
          <p:nvPr/>
        </p:nvSpPr>
        <p:spPr>
          <a:xfrm>
            <a:off x="4571297" y="2152189"/>
            <a:ext cx="3113321" cy="3409026"/>
          </a:xfrm>
          <a:prstGeom prst="rect">
            <a:avLst/>
          </a:prstGeom>
          <a:solidFill>
            <a:srgbClr val="FFFFFF"/>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en-US" sz="2800" b="1" u="sng" dirty="0">
                <a:solidFill>
                  <a:schemeClr val="tx1"/>
                </a:solidFill>
              </a:rPr>
              <a:t>Rewrite</a:t>
            </a:r>
            <a:endParaRPr lang="en-US" sz="1600" u="sng" dirty="0">
              <a:solidFill>
                <a:schemeClr val="tx1"/>
              </a:solidFill>
            </a:endParaRPr>
          </a:p>
          <a:p>
            <a:pPr algn="ctr">
              <a:lnSpc>
                <a:spcPct val="150000"/>
              </a:lnSpc>
            </a:pPr>
            <a:r>
              <a:rPr lang="en-US" sz="1600" dirty="0">
                <a:solidFill>
                  <a:schemeClr val="tx1"/>
                </a:solidFill>
              </a:rPr>
              <a:t>"When the </a:t>
            </a:r>
            <a:r>
              <a:rPr lang="en-US" sz="1600" b="1" dirty="0">
                <a:solidFill>
                  <a:schemeClr val="tx1"/>
                </a:solidFill>
              </a:rPr>
              <a:t>core idea is off-target, too complex, or for the wrong audience.</a:t>
            </a:r>
            <a:r>
              <a:rPr lang="en-US" sz="1600" dirty="0">
                <a:solidFill>
                  <a:schemeClr val="tx1"/>
                </a:solidFill>
              </a:rPr>
              <a:t>“</a:t>
            </a:r>
          </a:p>
          <a:p>
            <a:pPr algn="ctr">
              <a:lnSpc>
                <a:spcPct val="150000"/>
              </a:lnSpc>
            </a:pPr>
            <a:endParaRPr lang="en-US" altLang="en-US" sz="1600" dirty="0">
              <a:solidFill>
                <a:schemeClr val="tx1"/>
              </a:solidFill>
            </a:endParaRPr>
          </a:p>
          <a:p>
            <a:pPr algn="ctr">
              <a:lnSpc>
                <a:spcPct val="150000"/>
              </a:lnSpc>
            </a:pPr>
            <a:r>
              <a:rPr lang="en-US" sz="2000" b="1" dirty="0">
                <a:solidFill>
                  <a:schemeClr val="tx1"/>
                </a:solidFill>
              </a:rPr>
              <a:t>Example:</a:t>
            </a:r>
          </a:p>
          <a:p>
            <a:pPr algn="ctr">
              <a:lnSpc>
                <a:spcPct val="150000"/>
              </a:lnSpc>
            </a:pPr>
            <a:r>
              <a:rPr lang="en-US" sz="1600" dirty="0">
                <a:solidFill>
                  <a:schemeClr val="tx1"/>
                </a:solidFill>
              </a:rPr>
              <a:t>“Rewrite this for beginners from scratch.”</a:t>
            </a:r>
          </a:p>
        </p:txBody>
      </p:sp>
      <p:pic>
        <p:nvPicPr>
          <p:cNvPr id="13" name="Picture 12">
            <a:extLst>
              <a:ext uri="{FF2B5EF4-FFF2-40B4-BE49-F238E27FC236}">
                <a16:creationId xmlns:a16="http://schemas.microsoft.com/office/drawing/2014/main" id="{03AE7FD4-E30E-1C76-15BD-BE57B816A6FF}"/>
              </a:ext>
            </a:extLst>
          </p:cNvPr>
          <p:cNvPicPr>
            <a:picLocks noChangeAspect="1"/>
          </p:cNvPicPr>
          <p:nvPr/>
        </p:nvPicPr>
        <p:blipFill>
          <a:blip r:embed="rId3"/>
          <a:stretch>
            <a:fillRect/>
          </a:stretch>
        </p:blipFill>
        <p:spPr>
          <a:xfrm>
            <a:off x="10474036" y="2308001"/>
            <a:ext cx="474633" cy="474633"/>
          </a:xfrm>
          <a:prstGeom prst="rect">
            <a:avLst/>
          </a:prstGeom>
        </p:spPr>
      </p:pic>
      <p:pic>
        <p:nvPicPr>
          <p:cNvPr id="17" name="Picture 16">
            <a:extLst>
              <a:ext uri="{FF2B5EF4-FFF2-40B4-BE49-F238E27FC236}">
                <a16:creationId xmlns:a16="http://schemas.microsoft.com/office/drawing/2014/main" id="{972FADAC-68FF-AAED-BD9F-536718B116AC}"/>
              </a:ext>
            </a:extLst>
          </p:cNvPr>
          <p:cNvPicPr>
            <a:picLocks noChangeAspect="1"/>
          </p:cNvPicPr>
          <p:nvPr/>
        </p:nvPicPr>
        <p:blipFill>
          <a:blip r:embed="rId4"/>
          <a:stretch>
            <a:fillRect/>
          </a:stretch>
        </p:blipFill>
        <p:spPr>
          <a:xfrm>
            <a:off x="6788855" y="2229579"/>
            <a:ext cx="631479" cy="631479"/>
          </a:xfrm>
          <a:prstGeom prst="rect">
            <a:avLst/>
          </a:prstGeom>
        </p:spPr>
      </p:pic>
      <p:pic>
        <p:nvPicPr>
          <p:cNvPr id="19" name="Picture 18">
            <a:extLst>
              <a:ext uri="{FF2B5EF4-FFF2-40B4-BE49-F238E27FC236}">
                <a16:creationId xmlns:a16="http://schemas.microsoft.com/office/drawing/2014/main" id="{58031261-03CD-22B5-7346-05D97F483CD5}"/>
              </a:ext>
            </a:extLst>
          </p:cNvPr>
          <p:cNvPicPr>
            <a:picLocks noChangeAspect="1"/>
          </p:cNvPicPr>
          <p:nvPr/>
        </p:nvPicPr>
        <p:blipFill>
          <a:blip r:embed="rId5"/>
          <a:stretch>
            <a:fillRect/>
          </a:stretch>
        </p:blipFill>
        <p:spPr>
          <a:xfrm>
            <a:off x="3188111" y="2305582"/>
            <a:ext cx="661553" cy="661553"/>
          </a:xfrm>
          <a:prstGeom prst="rect">
            <a:avLst/>
          </a:prstGeom>
        </p:spPr>
      </p:pic>
    </p:spTree>
    <p:extLst>
      <p:ext uri="{BB962C8B-B14F-4D97-AF65-F5344CB8AC3E}">
        <p14:creationId xmlns:p14="http://schemas.microsoft.com/office/powerpoint/2010/main" val="17885884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lowchart: Alternate Process 7">
            <a:extLst>
              <a:ext uri="{FF2B5EF4-FFF2-40B4-BE49-F238E27FC236}">
                <a16:creationId xmlns:a16="http://schemas.microsoft.com/office/drawing/2014/main" id="{01A2402A-730D-7CC2-77D0-9644F1D8BF28}"/>
              </a:ext>
            </a:extLst>
          </p:cNvPr>
          <p:cNvSpPr/>
          <p:nvPr/>
        </p:nvSpPr>
        <p:spPr>
          <a:xfrm>
            <a:off x="4662054" y="787537"/>
            <a:ext cx="2867891" cy="581891"/>
          </a:xfrm>
          <a:prstGeom prst="flowChartAlternateProcess">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t>Received an AI Response</a:t>
            </a:r>
            <a:endParaRPr lang="en-US" dirty="0"/>
          </a:p>
        </p:txBody>
      </p:sp>
      <p:sp>
        <p:nvSpPr>
          <p:cNvPr id="10" name="Flowchart: Alternate Process 9">
            <a:extLst>
              <a:ext uri="{FF2B5EF4-FFF2-40B4-BE49-F238E27FC236}">
                <a16:creationId xmlns:a16="http://schemas.microsoft.com/office/drawing/2014/main" id="{60056010-12AC-4B85-63A9-CBFC6D9A8A9F}"/>
              </a:ext>
            </a:extLst>
          </p:cNvPr>
          <p:cNvSpPr/>
          <p:nvPr/>
        </p:nvSpPr>
        <p:spPr>
          <a:xfrm>
            <a:off x="3785063" y="2117573"/>
            <a:ext cx="4621875" cy="532855"/>
          </a:xfrm>
          <a:prstGeom prst="flowChartAlternateProcess">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 Is the core content and direction correct?</a:t>
            </a:r>
          </a:p>
        </p:txBody>
      </p:sp>
      <p:sp>
        <p:nvSpPr>
          <p:cNvPr id="11" name="Flowchart: Alternate Process 10">
            <a:extLst>
              <a:ext uri="{FF2B5EF4-FFF2-40B4-BE49-F238E27FC236}">
                <a16:creationId xmlns:a16="http://schemas.microsoft.com/office/drawing/2014/main" id="{D1196E60-013F-0FD3-15C8-A36FD963D2C1}"/>
              </a:ext>
            </a:extLst>
          </p:cNvPr>
          <p:cNvSpPr/>
          <p:nvPr/>
        </p:nvSpPr>
        <p:spPr>
          <a:xfrm>
            <a:off x="3834940" y="3514113"/>
            <a:ext cx="1005840" cy="313828"/>
          </a:xfrm>
          <a:prstGeom prst="flowChartAlternateProcess">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Yes</a:t>
            </a:r>
          </a:p>
        </p:txBody>
      </p:sp>
      <p:sp>
        <p:nvSpPr>
          <p:cNvPr id="12" name="Flowchart: Alternate Process 11">
            <a:extLst>
              <a:ext uri="{FF2B5EF4-FFF2-40B4-BE49-F238E27FC236}">
                <a16:creationId xmlns:a16="http://schemas.microsoft.com/office/drawing/2014/main" id="{9E01B727-8928-8288-D1D2-35B90830C9CA}"/>
              </a:ext>
            </a:extLst>
          </p:cNvPr>
          <p:cNvSpPr/>
          <p:nvPr/>
        </p:nvSpPr>
        <p:spPr>
          <a:xfrm>
            <a:off x="7294421" y="3441354"/>
            <a:ext cx="1005840" cy="313828"/>
          </a:xfrm>
          <a:prstGeom prst="flowChartAlternateProcess">
            <a:avLst/>
          </a:prstGeom>
          <a:solidFill>
            <a:srgbClr val="F836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No</a:t>
            </a:r>
          </a:p>
        </p:txBody>
      </p:sp>
      <p:sp>
        <p:nvSpPr>
          <p:cNvPr id="13" name="Flowchart: Alternate Process 12">
            <a:extLst>
              <a:ext uri="{FF2B5EF4-FFF2-40B4-BE49-F238E27FC236}">
                <a16:creationId xmlns:a16="http://schemas.microsoft.com/office/drawing/2014/main" id="{2665DC03-DED3-692D-136F-4AD293A8441C}"/>
              </a:ext>
            </a:extLst>
          </p:cNvPr>
          <p:cNvSpPr/>
          <p:nvPr/>
        </p:nvSpPr>
        <p:spPr>
          <a:xfrm>
            <a:off x="3024449" y="4382792"/>
            <a:ext cx="2626822" cy="532856"/>
          </a:xfrm>
          <a:prstGeom prst="flowChartAlternateProcess">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Needs Polishing</a:t>
            </a:r>
          </a:p>
        </p:txBody>
      </p:sp>
      <p:sp>
        <p:nvSpPr>
          <p:cNvPr id="14" name="Flowchart: Alternate Process 13">
            <a:extLst>
              <a:ext uri="{FF2B5EF4-FFF2-40B4-BE49-F238E27FC236}">
                <a16:creationId xmlns:a16="http://schemas.microsoft.com/office/drawing/2014/main" id="{2A6B2C23-F97F-FF8B-50B1-6FEC4A2E411D}"/>
              </a:ext>
            </a:extLst>
          </p:cNvPr>
          <p:cNvSpPr/>
          <p:nvPr/>
        </p:nvSpPr>
        <p:spPr>
          <a:xfrm>
            <a:off x="6593381" y="4304242"/>
            <a:ext cx="2407919" cy="581891"/>
          </a:xfrm>
          <a:prstGeom prst="flowChartAlternateProcess">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Wrong approach?</a:t>
            </a:r>
          </a:p>
        </p:txBody>
      </p:sp>
      <p:sp>
        <p:nvSpPr>
          <p:cNvPr id="17" name="Flowchart: Alternate Process 16">
            <a:extLst>
              <a:ext uri="{FF2B5EF4-FFF2-40B4-BE49-F238E27FC236}">
                <a16:creationId xmlns:a16="http://schemas.microsoft.com/office/drawing/2014/main" id="{7EEDC163-8409-EF6F-0D03-64C72B586CEC}"/>
              </a:ext>
            </a:extLst>
          </p:cNvPr>
          <p:cNvSpPr/>
          <p:nvPr/>
        </p:nvSpPr>
        <p:spPr>
          <a:xfrm>
            <a:off x="1440876" y="5534104"/>
            <a:ext cx="2092035" cy="581891"/>
          </a:xfrm>
          <a:prstGeom prst="flowChartAlternateProcess">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Refine</a:t>
            </a:r>
          </a:p>
        </p:txBody>
      </p:sp>
      <p:sp>
        <p:nvSpPr>
          <p:cNvPr id="18" name="Flowchart: Alternate Process 17">
            <a:extLst>
              <a:ext uri="{FF2B5EF4-FFF2-40B4-BE49-F238E27FC236}">
                <a16:creationId xmlns:a16="http://schemas.microsoft.com/office/drawing/2014/main" id="{497BC38B-0EF3-40D0-B551-06A6AA814E93}"/>
              </a:ext>
            </a:extLst>
          </p:cNvPr>
          <p:cNvSpPr/>
          <p:nvPr/>
        </p:nvSpPr>
        <p:spPr>
          <a:xfrm>
            <a:off x="4569233" y="5529949"/>
            <a:ext cx="2092035" cy="581891"/>
          </a:xfrm>
          <a:prstGeom prst="flowChartAlternateProcess">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Rewrite</a:t>
            </a:r>
          </a:p>
        </p:txBody>
      </p:sp>
      <p:sp>
        <p:nvSpPr>
          <p:cNvPr id="19" name="Flowchart: Alternate Process 18">
            <a:extLst>
              <a:ext uri="{FF2B5EF4-FFF2-40B4-BE49-F238E27FC236}">
                <a16:creationId xmlns:a16="http://schemas.microsoft.com/office/drawing/2014/main" id="{15552131-23FA-4223-C4A1-8E9993C1AD59}"/>
              </a:ext>
            </a:extLst>
          </p:cNvPr>
          <p:cNvSpPr/>
          <p:nvPr/>
        </p:nvSpPr>
        <p:spPr>
          <a:xfrm>
            <a:off x="7254243" y="5517899"/>
            <a:ext cx="2092035" cy="581891"/>
          </a:xfrm>
          <a:prstGeom prst="flowChartAlternateProcess">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Redirect</a:t>
            </a:r>
          </a:p>
        </p:txBody>
      </p:sp>
      <p:cxnSp>
        <p:nvCxnSpPr>
          <p:cNvPr id="21" name="Straight Connector 20">
            <a:extLst>
              <a:ext uri="{FF2B5EF4-FFF2-40B4-BE49-F238E27FC236}">
                <a16:creationId xmlns:a16="http://schemas.microsoft.com/office/drawing/2014/main" id="{63875FE6-9868-F6E0-F937-9F6E3E05185F}"/>
              </a:ext>
            </a:extLst>
          </p:cNvPr>
          <p:cNvCxnSpPr>
            <a:stCxn id="8" idx="2"/>
            <a:endCxn id="10" idx="0"/>
          </p:cNvCxnSpPr>
          <p:nvPr/>
        </p:nvCxnSpPr>
        <p:spPr>
          <a:xfrm>
            <a:off x="6096000" y="1369428"/>
            <a:ext cx="1" cy="748145"/>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7B579273-6A3A-6A38-A224-EC3986AC5291}"/>
              </a:ext>
            </a:extLst>
          </p:cNvPr>
          <p:cNvCxnSpPr>
            <a:cxnSpLocks/>
            <a:stCxn id="10" idx="2"/>
            <a:endCxn id="11" idx="0"/>
          </p:cNvCxnSpPr>
          <p:nvPr/>
        </p:nvCxnSpPr>
        <p:spPr>
          <a:xfrm flipH="1">
            <a:off x="4337860" y="2650428"/>
            <a:ext cx="1758141" cy="863685"/>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76AD0E89-A572-1448-CA04-7A1E557E672B}"/>
              </a:ext>
            </a:extLst>
          </p:cNvPr>
          <p:cNvCxnSpPr>
            <a:cxnSpLocks/>
            <a:stCxn id="12" idx="0"/>
            <a:endCxn id="10" idx="2"/>
          </p:cNvCxnSpPr>
          <p:nvPr/>
        </p:nvCxnSpPr>
        <p:spPr>
          <a:xfrm flipH="1" flipV="1">
            <a:off x="6096001" y="2650428"/>
            <a:ext cx="1701340" cy="790926"/>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09986193-949D-540E-202B-9031C6FE10AB}"/>
              </a:ext>
            </a:extLst>
          </p:cNvPr>
          <p:cNvCxnSpPr>
            <a:cxnSpLocks/>
            <a:stCxn id="11" idx="2"/>
            <a:endCxn id="13" idx="0"/>
          </p:cNvCxnSpPr>
          <p:nvPr/>
        </p:nvCxnSpPr>
        <p:spPr>
          <a:xfrm>
            <a:off x="4337860" y="3827941"/>
            <a:ext cx="0" cy="554851"/>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317E1EEF-72FA-195A-4E11-9C114DC18A0A}"/>
              </a:ext>
            </a:extLst>
          </p:cNvPr>
          <p:cNvCxnSpPr>
            <a:cxnSpLocks/>
            <a:stCxn id="12" idx="2"/>
            <a:endCxn id="14" idx="0"/>
          </p:cNvCxnSpPr>
          <p:nvPr/>
        </p:nvCxnSpPr>
        <p:spPr>
          <a:xfrm>
            <a:off x="7797341" y="3755182"/>
            <a:ext cx="0" cy="549060"/>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C9E795B6-8863-0B52-4CF1-3C3A73A2492F}"/>
              </a:ext>
            </a:extLst>
          </p:cNvPr>
          <p:cNvCxnSpPr>
            <a:cxnSpLocks/>
            <a:stCxn id="13" idx="2"/>
          </p:cNvCxnSpPr>
          <p:nvPr/>
        </p:nvCxnSpPr>
        <p:spPr>
          <a:xfrm flipH="1">
            <a:off x="2607427" y="4915648"/>
            <a:ext cx="1730433" cy="614301"/>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0D133C5D-6755-87CB-64AB-7894E75BED68}"/>
              </a:ext>
            </a:extLst>
          </p:cNvPr>
          <p:cNvCxnSpPr>
            <a:cxnSpLocks/>
            <a:stCxn id="18" idx="0"/>
            <a:endCxn id="13" idx="2"/>
          </p:cNvCxnSpPr>
          <p:nvPr/>
        </p:nvCxnSpPr>
        <p:spPr>
          <a:xfrm flipH="1" flipV="1">
            <a:off x="4337860" y="4915648"/>
            <a:ext cx="1277391" cy="614301"/>
          </a:xfrm>
          <a:prstGeom prst="line">
            <a:avLst/>
          </a:prstGeom>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4893F021-24AC-89BE-2B2A-7CFF6BA4D02A}"/>
              </a:ext>
            </a:extLst>
          </p:cNvPr>
          <p:cNvCxnSpPr>
            <a:cxnSpLocks/>
            <a:stCxn id="14" idx="2"/>
            <a:endCxn id="19" idx="0"/>
          </p:cNvCxnSpPr>
          <p:nvPr/>
        </p:nvCxnSpPr>
        <p:spPr>
          <a:xfrm>
            <a:off x="7797341" y="4886133"/>
            <a:ext cx="502920" cy="631766"/>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687252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052CC-21B3-D73C-7C3D-877332C303C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0D3FB56-4B84-5179-F010-265199122675}"/>
              </a:ext>
            </a:extLst>
          </p:cNvPr>
          <p:cNvSpPr/>
          <p:nvPr/>
        </p:nvSpPr>
        <p:spPr>
          <a:xfrm>
            <a:off x="23720" y="213647"/>
            <a:ext cx="9144000" cy="583494"/>
          </a:xfrm>
          <a:prstGeom prst="rect">
            <a:avLst/>
          </a:prstGeom>
          <a:solidFill>
            <a:srgbClr val="0B5C7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latinLnBrk="1"/>
            <a:r>
              <a:rPr lang="en-US" sz="2800" b="1" dirty="0"/>
              <a:t>Rewrite vs Refine vs Redirect - Choosing the Right Move</a:t>
            </a:r>
          </a:p>
        </p:txBody>
      </p:sp>
      <p:sp>
        <p:nvSpPr>
          <p:cNvPr id="4" name="TextBox 3">
            <a:extLst>
              <a:ext uri="{FF2B5EF4-FFF2-40B4-BE49-F238E27FC236}">
                <a16:creationId xmlns:a16="http://schemas.microsoft.com/office/drawing/2014/main" id="{A767508A-C56D-23A3-F704-07D35E711A08}"/>
              </a:ext>
            </a:extLst>
          </p:cNvPr>
          <p:cNvSpPr txBox="1"/>
          <p:nvPr/>
        </p:nvSpPr>
        <p:spPr>
          <a:xfrm>
            <a:off x="1753776" y="1026201"/>
            <a:ext cx="6094140" cy="430887"/>
          </a:xfrm>
          <a:prstGeom prst="rect">
            <a:avLst/>
          </a:prstGeom>
          <a:noFill/>
        </p:spPr>
        <p:txBody>
          <a:bodyPr wrap="square">
            <a:spAutoFit/>
          </a:bodyPr>
          <a:lstStyle/>
          <a:p>
            <a:r>
              <a:rPr lang="en-US" sz="2200" b="1" dirty="0"/>
              <a:t>Not every bad answer needs the same fix</a:t>
            </a:r>
            <a:r>
              <a:rPr lang="en-US" dirty="0"/>
              <a:t>.</a:t>
            </a:r>
          </a:p>
        </p:txBody>
      </p:sp>
      <p:sp>
        <p:nvSpPr>
          <p:cNvPr id="5" name="Rectangle 4">
            <a:extLst>
              <a:ext uri="{FF2B5EF4-FFF2-40B4-BE49-F238E27FC236}">
                <a16:creationId xmlns:a16="http://schemas.microsoft.com/office/drawing/2014/main" id="{AF0AAD1A-F3FD-B46F-E479-5BF858C95D3E}"/>
              </a:ext>
            </a:extLst>
          </p:cNvPr>
          <p:cNvSpPr/>
          <p:nvPr/>
        </p:nvSpPr>
        <p:spPr>
          <a:xfrm>
            <a:off x="4281228" y="1572427"/>
            <a:ext cx="3048202" cy="451625"/>
          </a:xfrm>
          <a:prstGeom prst="rect">
            <a:avLst/>
          </a:prstGeom>
          <a:solidFill>
            <a:schemeClr val="accent2">
              <a:lumMod val="60000"/>
              <a:lumOff val="40000"/>
            </a:schemeClr>
          </a:solidFill>
          <a:ln>
            <a:solidFill>
              <a:srgbClr val="D1D5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1F2933"/>
                </a:solidFill>
              </a:rPr>
              <a:t>AI Answer Feels Wrong</a:t>
            </a:r>
          </a:p>
        </p:txBody>
      </p:sp>
      <p:cxnSp>
        <p:nvCxnSpPr>
          <p:cNvPr id="7" name="Straight Arrow Connector 6">
            <a:extLst>
              <a:ext uri="{FF2B5EF4-FFF2-40B4-BE49-F238E27FC236}">
                <a16:creationId xmlns:a16="http://schemas.microsoft.com/office/drawing/2014/main" id="{BA803B57-CCAB-02C4-3DB4-2991CEB2F29E}"/>
              </a:ext>
            </a:extLst>
          </p:cNvPr>
          <p:cNvCxnSpPr>
            <a:stCxn id="5" idx="2"/>
          </p:cNvCxnSpPr>
          <p:nvPr/>
        </p:nvCxnSpPr>
        <p:spPr>
          <a:xfrm>
            <a:off x="5805329" y="2024052"/>
            <a:ext cx="0" cy="4346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DED934D8-4FF5-3BF6-4828-67B418365094}"/>
              </a:ext>
            </a:extLst>
          </p:cNvPr>
          <p:cNvSpPr/>
          <p:nvPr/>
        </p:nvSpPr>
        <p:spPr>
          <a:xfrm>
            <a:off x="4595720" y="2482173"/>
            <a:ext cx="2419219" cy="434673"/>
          </a:xfrm>
          <a:prstGeom prst="rect">
            <a:avLst/>
          </a:prstGeom>
          <a:solidFill>
            <a:srgbClr val="CBDC4C"/>
          </a:solidFill>
          <a:ln>
            <a:solidFill>
              <a:srgbClr val="D1D5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1F2933"/>
                </a:solidFill>
              </a:rPr>
              <a:t>Decision</a:t>
            </a:r>
          </a:p>
        </p:txBody>
      </p:sp>
      <p:sp>
        <p:nvSpPr>
          <p:cNvPr id="9" name="Rectangle 8">
            <a:extLst>
              <a:ext uri="{FF2B5EF4-FFF2-40B4-BE49-F238E27FC236}">
                <a16:creationId xmlns:a16="http://schemas.microsoft.com/office/drawing/2014/main" id="{2AE2689A-01FD-56E4-18D5-1A23E95A178B}"/>
              </a:ext>
            </a:extLst>
          </p:cNvPr>
          <p:cNvSpPr/>
          <p:nvPr/>
        </p:nvSpPr>
        <p:spPr>
          <a:xfrm>
            <a:off x="2032558" y="3374967"/>
            <a:ext cx="8055381" cy="2626112"/>
          </a:xfrm>
          <a:prstGeom prst="rect">
            <a:avLst/>
          </a:prstGeom>
          <a:solidFill>
            <a:srgbClr val="F9FAFB"/>
          </a:solidFill>
          <a:ln>
            <a:solidFill>
              <a:srgbClr val="D1D5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rgbClr val="1F2933"/>
              </a:solidFill>
            </a:endParaRPr>
          </a:p>
        </p:txBody>
      </p:sp>
      <p:sp>
        <p:nvSpPr>
          <p:cNvPr id="10" name="Rectangle 9">
            <a:extLst>
              <a:ext uri="{FF2B5EF4-FFF2-40B4-BE49-F238E27FC236}">
                <a16:creationId xmlns:a16="http://schemas.microsoft.com/office/drawing/2014/main" id="{92D54F02-259F-409A-63D9-240C7E74D5AB}"/>
              </a:ext>
            </a:extLst>
          </p:cNvPr>
          <p:cNvSpPr/>
          <p:nvPr/>
        </p:nvSpPr>
        <p:spPr>
          <a:xfrm>
            <a:off x="2424751" y="3719589"/>
            <a:ext cx="2111398" cy="1913500"/>
          </a:xfrm>
          <a:prstGeom prst="rect">
            <a:avLst/>
          </a:prstGeom>
          <a:solidFill>
            <a:schemeClr val="accent1">
              <a:lumMod val="20000"/>
              <a:lumOff val="80000"/>
            </a:schemeClr>
          </a:solidFill>
          <a:ln>
            <a:solidFill>
              <a:srgbClr val="D1D5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1F2933"/>
                </a:solidFill>
              </a:rPr>
              <a:t>REWRITE</a:t>
            </a:r>
          </a:p>
          <a:p>
            <a:pPr algn="ctr"/>
            <a:endParaRPr lang="en-US" b="1" dirty="0">
              <a:solidFill>
                <a:srgbClr val="1F2933"/>
              </a:solidFill>
            </a:endParaRPr>
          </a:p>
          <a:p>
            <a:pPr algn="ctr"/>
            <a:r>
              <a:rPr lang="en-US" dirty="0">
                <a:solidFill>
                  <a:srgbClr val="1F2933"/>
                </a:solidFill>
              </a:rPr>
              <a:t>Goal unclear?</a:t>
            </a:r>
          </a:p>
          <a:p>
            <a:pPr algn="ctr"/>
            <a:endParaRPr lang="en-US" dirty="0">
              <a:solidFill>
                <a:srgbClr val="1F2933"/>
              </a:solidFill>
            </a:endParaRPr>
          </a:p>
          <a:p>
            <a:pPr algn="ctr"/>
            <a:r>
              <a:rPr lang="en-US" dirty="0">
                <a:solidFill>
                  <a:srgbClr val="1F2933"/>
                </a:solidFill>
              </a:rPr>
              <a:t>Start fresh</a:t>
            </a:r>
          </a:p>
        </p:txBody>
      </p:sp>
      <p:sp>
        <p:nvSpPr>
          <p:cNvPr id="11" name="Rectangle 10">
            <a:extLst>
              <a:ext uri="{FF2B5EF4-FFF2-40B4-BE49-F238E27FC236}">
                <a16:creationId xmlns:a16="http://schemas.microsoft.com/office/drawing/2014/main" id="{77C585DD-521D-6577-B80C-0000F8EF7D09}"/>
              </a:ext>
            </a:extLst>
          </p:cNvPr>
          <p:cNvSpPr/>
          <p:nvPr/>
        </p:nvSpPr>
        <p:spPr>
          <a:xfrm>
            <a:off x="5004549" y="3711224"/>
            <a:ext cx="2111398" cy="1913500"/>
          </a:xfrm>
          <a:prstGeom prst="rect">
            <a:avLst/>
          </a:prstGeom>
          <a:solidFill>
            <a:schemeClr val="accent2">
              <a:lumMod val="20000"/>
              <a:lumOff val="80000"/>
            </a:schemeClr>
          </a:solidFill>
          <a:ln>
            <a:solidFill>
              <a:srgbClr val="D1D5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1F2933"/>
                </a:solidFill>
              </a:rPr>
              <a:t>REFINE</a:t>
            </a:r>
          </a:p>
          <a:p>
            <a:pPr algn="ctr"/>
            <a:endParaRPr lang="en-US" b="1" dirty="0">
              <a:solidFill>
                <a:srgbClr val="1F2933"/>
              </a:solidFill>
            </a:endParaRPr>
          </a:p>
          <a:p>
            <a:pPr algn="ctr"/>
            <a:r>
              <a:rPr lang="en-US" dirty="0">
                <a:solidFill>
                  <a:srgbClr val="1F2933"/>
                </a:solidFill>
              </a:rPr>
              <a:t>Mostly right?</a:t>
            </a:r>
          </a:p>
          <a:p>
            <a:pPr algn="ctr"/>
            <a:endParaRPr lang="en-US" dirty="0">
              <a:solidFill>
                <a:srgbClr val="1F2933"/>
              </a:solidFill>
            </a:endParaRPr>
          </a:p>
          <a:p>
            <a:pPr algn="ctr"/>
            <a:r>
              <a:rPr lang="en-US" dirty="0">
                <a:solidFill>
                  <a:srgbClr val="1F2933"/>
                </a:solidFill>
              </a:rPr>
              <a:t>Improve it</a:t>
            </a:r>
          </a:p>
        </p:txBody>
      </p:sp>
      <p:sp>
        <p:nvSpPr>
          <p:cNvPr id="12" name="Rectangle 11">
            <a:extLst>
              <a:ext uri="{FF2B5EF4-FFF2-40B4-BE49-F238E27FC236}">
                <a16:creationId xmlns:a16="http://schemas.microsoft.com/office/drawing/2014/main" id="{E9D3E487-3B8A-F2E4-06CB-D01DC317D938}"/>
              </a:ext>
            </a:extLst>
          </p:cNvPr>
          <p:cNvSpPr/>
          <p:nvPr/>
        </p:nvSpPr>
        <p:spPr>
          <a:xfrm>
            <a:off x="7546244" y="3722376"/>
            <a:ext cx="2111398" cy="1902348"/>
          </a:xfrm>
          <a:prstGeom prst="rect">
            <a:avLst/>
          </a:prstGeom>
          <a:solidFill>
            <a:schemeClr val="accent3">
              <a:lumMod val="20000"/>
              <a:lumOff val="80000"/>
            </a:schemeClr>
          </a:solidFill>
          <a:ln>
            <a:solidFill>
              <a:srgbClr val="D1D5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1F2933"/>
                </a:solidFill>
              </a:rPr>
              <a:t>REDIRECT</a:t>
            </a:r>
          </a:p>
          <a:p>
            <a:pPr algn="ctr"/>
            <a:endParaRPr lang="en-US" b="1" dirty="0">
              <a:solidFill>
                <a:srgbClr val="1F2933"/>
              </a:solidFill>
            </a:endParaRPr>
          </a:p>
          <a:p>
            <a:pPr algn="ctr"/>
            <a:r>
              <a:rPr lang="en-US" dirty="0">
                <a:solidFill>
                  <a:srgbClr val="1F2933"/>
                </a:solidFill>
              </a:rPr>
              <a:t>Focus wrong?</a:t>
            </a:r>
          </a:p>
          <a:p>
            <a:pPr algn="ctr"/>
            <a:endParaRPr lang="en-US" dirty="0">
              <a:solidFill>
                <a:srgbClr val="1F2933"/>
              </a:solidFill>
            </a:endParaRPr>
          </a:p>
          <a:p>
            <a:pPr algn="ctr"/>
            <a:r>
              <a:rPr lang="en-US" dirty="0">
                <a:solidFill>
                  <a:srgbClr val="1F2933"/>
                </a:solidFill>
              </a:rPr>
              <a:t>Change path</a:t>
            </a:r>
          </a:p>
        </p:txBody>
      </p:sp>
      <p:cxnSp>
        <p:nvCxnSpPr>
          <p:cNvPr id="13" name="Straight Arrow Connector 12">
            <a:extLst>
              <a:ext uri="{FF2B5EF4-FFF2-40B4-BE49-F238E27FC236}">
                <a16:creationId xmlns:a16="http://schemas.microsoft.com/office/drawing/2014/main" id="{21AF6BAC-7A3C-E04B-453C-9E006ABEF7C0}"/>
              </a:ext>
            </a:extLst>
          </p:cNvPr>
          <p:cNvCxnSpPr/>
          <p:nvPr/>
        </p:nvCxnSpPr>
        <p:spPr>
          <a:xfrm>
            <a:off x="5805330" y="2916846"/>
            <a:ext cx="0" cy="4346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6F703EF0-3014-C8B6-7D94-2D98A562819D}"/>
              </a:ext>
            </a:extLst>
          </p:cNvPr>
          <p:cNvSpPr txBox="1"/>
          <p:nvPr/>
        </p:nvSpPr>
        <p:spPr>
          <a:xfrm>
            <a:off x="2801744" y="6059090"/>
            <a:ext cx="7431160" cy="400110"/>
          </a:xfrm>
          <a:prstGeom prst="rect">
            <a:avLst/>
          </a:prstGeom>
          <a:noFill/>
        </p:spPr>
        <p:txBody>
          <a:bodyPr wrap="square">
            <a:spAutoFit/>
          </a:bodyPr>
          <a:lstStyle/>
          <a:p>
            <a:r>
              <a:rPr lang="en-US" sz="2000" b="1" dirty="0">
                <a:solidFill>
                  <a:srgbClr val="4B5563"/>
                </a:solidFill>
              </a:rPr>
              <a:t>The fix depends on what went wrong — not on guessing.</a:t>
            </a:r>
          </a:p>
        </p:txBody>
      </p:sp>
    </p:spTree>
    <p:extLst>
      <p:ext uri="{BB962C8B-B14F-4D97-AF65-F5344CB8AC3E}">
        <p14:creationId xmlns:p14="http://schemas.microsoft.com/office/powerpoint/2010/main" val="9489086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A2EA9-2B1C-4E04-BC43-E993555A6D9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E8830E1-1C0C-FDFD-6646-64C82D8CEF0A}"/>
              </a:ext>
            </a:extLst>
          </p:cNvPr>
          <p:cNvSpPr txBox="1"/>
          <p:nvPr/>
        </p:nvSpPr>
        <p:spPr>
          <a:xfrm>
            <a:off x="847899" y="139293"/>
            <a:ext cx="6550430" cy="461665"/>
          </a:xfrm>
          <a:prstGeom prst="rect">
            <a:avLst/>
          </a:prstGeom>
          <a:noFill/>
        </p:spPr>
        <p:txBody>
          <a:bodyPr wrap="square" rtlCol="0">
            <a:spAutoFit/>
          </a:bodyPr>
          <a:lstStyle/>
          <a:p>
            <a:r>
              <a:rPr lang="en-US" sz="2400" b="1" u="sng" dirty="0"/>
              <a:t>Example: Using the 3-R Decision Framework</a:t>
            </a:r>
          </a:p>
        </p:txBody>
      </p:sp>
      <p:sp>
        <p:nvSpPr>
          <p:cNvPr id="3" name="Rectangle: Diagonal Corners Rounded 2">
            <a:extLst>
              <a:ext uri="{FF2B5EF4-FFF2-40B4-BE49-F238E27FC236}">
                <a16:creationId xmlns:a16="http://schemas.microsoft.com/office/drawing/2014/main" id="{9E747ACB-2DA0-D7EA-BB8C-D18527CA969B}"/>
              </a:ext>
            </a:extLst>
          </p:cNvPr>
          <p:cNvSpPr/>
          <p:nvPr/>
        </p:nvSpPr>
        <p:spPr>
          <a:xfrm>
            <a:off x="1662546" y="1343604"/>
            <a:ext cx="4073236" cy="831273"/>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User asked:</a:t>
            </a:r>
            <a:endParaRPr lang="en-US" dirty="0"/>
          </a:p>
          <a:p>
            <a:r>
              <a:rPr lang="en-US" sz="1600" dirty="0"/>
              <a:t>Give me a step-by-step checklist to prepare for a data analyst interview</a:t>
            </a:r>
            <a:r>
              <a:rPr lang="en-US" dirty="0"/>
              <a:t>.</a:t>
            </a:r>
          </a:p>
        </p:txBody>
      </p:sp>
      <p:sp>
        <p:nvSpPr>
          <p:cNvPr id="4" name="Rectangle: Diagonal Corners Rounded 3">
            <a:extLst>
              <a:ext uri="{FF2B5EF4-FFF2-40B4-BE49-F238E27FC236}">
                <a16:creationId xmlns:a16="http://schemas.microsoft.com/office/drawing/2014/main" id="{5661E4BA-712F-6ED0-CE87-F97D1F99E7A7}"/>
              </a:ext>
            </a:extLst>
          </p:cNvPr>
          <p:cNvSpPr/>
          <p:nvPr/>
        </p:nvSpPr>
        <p:spPr>
          <a:xfrm>
            <a:off x="6616931" y="1343603"/>
            <a:ext cx="4547061" cy="831273"/>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t>AI responded:</a:t>
            </a:r>
            <a:endParaRPr lang="en-US" sz="1600" dirty="0"/>
          </a:p>
          <a:p>
            <a:r>
              <a:rPr lang="en-US" sz="1600" dirty="0"/>
              <a:t>A long explanation about what data analysts do, required skills, and career paths</a:t>
            </a:r>
            <a:r>
              <a:rPr lang="en-US" dirty="0"/>
              <a:t>.</a:t>
            </a:r>
          </a:p>
        </p:txBody>
      </p:sp>
      <p:cxnSp>
        <p:nvCxnSpPr>
          <p:cNvPr id="6" name="Straight Arrow Connector 5">
            <a:extLst>
              <a:ext uri="{FF2B5EF4-FFF2-40B4-BE49-F238E27FC236}">
                <a16:creationId xmlns:a16="http://schemas.microsoft.com/office/drawing/2014/main" id="{3090542D-5C45-1A4A-15EC-B56E95EB6946}"/>
              </a:ext>
            </a:extLst>
          </p:cNvPr>
          <p:cNvCxnSpPr>
            <a:cxnSpLocks/>
            <a:stCxn id="3" idx="0"/>
            <a:endCxn id="4" idx="2"/>
          </p:cNvCxnSpPr>
          <p:nvPr/>
        </p:nvCxnSpPr>
        <p:spPr>
          <a:xfrm flipV="1">
            <a:off x="5735782" y="1759240"/>
            <a:ext cx="881149"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E030628C-4F37-F1EE-7683-7339EAAE493D}"/>
              </a:ext>
            </a:extLst>
          </p:cNvPr>
          <p:cNvSpPr txBox="1"/>
          <p:nvPr/>
        </p:nvSpPr>
        <p:spPr>
          <a:xfrm>
            <a:off x="5320146" y="641490"/>
            <a:ext cx="1769226" cy="615553"/>
          </a:xfrm>
          <a:prstGeom prst="rect">
            <a:avLst/>
          </a:prstGeom>
          <a:solidFill>
            <a:schemeClr val="accent2">
              <a:lumMod val="40000"/>
              <a:lumOff val="60000"/>
            </a:schemeClr>
          </a:solidFill>
          <a:ln w="19050">
            <a:solidFill>
              <a:schemeClr val="tx1"/>
            </a:solidFill>
          </a:ln>
        </p:spPr>
        <p:txBody>
          <a:bodyPr wrap="square" rtlCol="0">
            <a:spAutoFit/>
          </a:bodyPr>
          <a:lstStyle/>
          <a:p>
            <a:pPr algn="ctr"/>
            <a:r>
              <a:rPr lang="en-US" b="1" dirty="0"/>
              <a:t>Step-1</a:t>
            </a:r>
          </a:p>
          <a:p>
            <a:pPr algn="ctr"/>
            <a:r>
              <a:rPr lang="en-US" sz="1600" b="1" dirty="0"/>
              <a:t>Scenario</a:t>
            </a:r>
          </a:p>
        </p:txBody>
      </p:sp>
      <p:sp>
        <p:nvSpPr>
          <p:cNvPr id="22" name="TextBox 21">
            <a:extLst>
              <a:ext uri="{FF2B5EF4-FFF2-40B4-BE49-F238E27FC236}">
                <a16:creationId xmlns:a16="http://schemas.microsoft.com/office/drawing/2014/main" id="{62BC47EE-E77E-A890-66CC-FFB3EFCABD57}"/>
              </a:ext>
            </a:extLst>
          </p:cNvPr>
          <p:cNvSpPr txBox="1"/>
          <p:nvPr/>
        </p:nvSpPr>
        <p:spPr>
          <a:xfrm>
            <a:off x="4644045" y="2361794"/>
            <a:ext cx="2515984" cy="584775"/>
          </a:xfrm>
          <a:prstGeom prst="rect">
            <a:avLst/>
          </a:prstGeom>
          <a:solidFill>
            <a:schemeClr val="accent2">
              <a:lumMod val="40000"/>
              <a:lumOff val="60000"/>
            </a:schemeClr>
          </a:solidFill>
          <a:ln w="19050">
            <a:solidFill>
              <a:schemeClr val="tx1"/>
            </a:solidFill>
          </a:ln>
        </p:spPr>
        <p:txBody>
          <a:bodyPr wrap="square" rtlCol="0">
            <a:spAutoFit/>
          </a:bodyPr>
          <a:lstStyle/>
          <a:p>
            <a:pPr algn="ctr"/>
            <a:r>
              <a:rPr lang="en-US" sz="1600" b="1" dirty="0"/>
              <a:t>Step-2</a:t>
            </a:r>
          </a:p>
          <a:p>
            <a:pPr algn="ctr"/>
            <a:r>
              <a:rPr lang="en-US" sz="1600" b="1" dirty="0"/>
              <a:t>Diagnose the Problem</a:t>
            </a:r>
          </a:p>
        </p:txBody>
      </p:sp>
      <p:sp>
        <p:nvSpPr>
          <p:cNvPr id="27" name="Rectangle: Diagonal Corners Rounded 26">
            <a:extLst>
              <a:ext uri="{FF2B5EF4-FFF2-40B4-BE49-F238E27FC236}">
                <a16:creationId xmlns:a16="http://schemas.microsoft.com/office/drawing/2014/main" id="{011CFAAA-0B92-DF3B-A278-6E40C0FA55A6}"/>
              </a:ext>
            </a:extLst>
          </p:cNvPr>
          <p:cNvSpPr/>
          <p:nvPr/>
        </p:nvSpPr>
        <p:spPr>
          <a:xfrm>
            <a:off x="2845724" y="3168230"/>
            <a:ext cx="3056313" cy="831273"/>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t>Is the core topic correct?</a:t>
            </a:r>
            <a:br>
              <a:rPr lang="en-US" sz="1600" dirty="0"/>
            </a:br>
            <a:r>
              <a:rPr lang="en-US" sz="1600" dirty="0"/>
              <a:t>Yes — data analyst interviews</a:t>
            </a:r>
          </a:p>
        </p:txBody>
      </p:sp>
      <p:sp>
        <p:nvSpPr>
          <p:cNvPr id="28" name="Rectangle: Diagonal Corners Rounded 27">
            <a:extLst>
              <a:ext uri="{FF2B5EF4-FFF2-40B4-BE49-F238E27FC236}">
                <a16:creationId xmlns:a16="http://schemas.microsoft.com/office/drawing/2014/main" id="{7FEB5A4E-4E6F-20F2-FE5D-5F3AEAA978B7}"/>
              </a:ext>
            </a:extLst>
          </p:cNvPr>
          <p:cNvSpPr/>
          <p:nvPr/>
        </p:nvSpPr>
        <p:spPr>
          <a:xfrm>
            <a:off x="6168043" y="3168229"/>
            <a:ext cx="3056313" cy="831273"/>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t>Is the direction correct?</a:t>
            </a:r>
            <a:br>
              <a:rPr lang="en-US" sz="1600" dirty="0"/>
            </a:br>
            <a:r>
              <a:rPr lang="en-US" sz="1600" dirty="0"/>
              <a:t>✖ No — explanation instead of steps</a:t>
            </a:r>
            <a:endParaRPr lang="en-US" sz="1600" b="1" dirty="0"/>
          </a:p>
        </p:txBody>
      </p:sp>
      <p:sp>
        <p:nvSpPr>
          <p:cNvPr id="29" name="TextBox 28">
            <a:extLst>
              <a:ext uri="{FF2B5EF4-FFF2-40B4-BE49-F238E27FC236}">
                <a16:creationId xmlns:a16="http://schemas.microsoft.com/office/drawing/2014/main" id="{E031927A-58BA-CF61-AAC8-03F26AF18FBE}"/>
              </a:ext>
            </a:extLst>
          </p:cNvPr>
          <p:cNvSpPr txBox="1"/>
          <p:nvPr/>
        </p:nvSpPr>
        <p:spPr>
          <a:xfrm>
            <a:off x="1706883" y="4094388"/>
            <a:ext cx="2515984" cy="615553"/>
          </a:xfrm>
          <a:prstGeom prst="rect">
            <a:avLst/>
          </a:prstGeom>
          <a:solidFill>
            <a:schemeClr val="accent2">
              <a:lumMod val="40000"/>
              <a:lumOff val="60000"/>
            </a:schemeClr>
          </a:solidFill>
          <a:ln w="19050">
            <a:solidFill>
              <a:schemeClr val="tx1"/>
            </a:solidFill>
          </a:ln>
        </p:spPr>
        <p:txBody>
          <a:bodyPr wrap="square" rtlCol="0">
            <a:spAutoFit/>
          </a:bodyPr>
          <a:lstStyle/>
          <a:p>
            <a:pPr algn="ctr"/>
            <a:r>
              <a:rPr lang="en-US" b="1" dirty="0"/>
              <a:t>Step-3</a:t>
            </a:r>
          </a:p>
          <a:p>
            <a:pPr algn="ctr"/>
            <a:r>
              <a:rPr lang="en-US" sz="1600" b="1" dirty="0"/>
              <a:t>Decision</a:t>
            </a:r>
          </a:p>
        </p:txBody>
      </p:sp>
      <p:sp>
        <p:nvSpPr>
          <p:cNvPr id="30" name="Rectangle: Diagonal Corners Rounded 29">
            <a:extLst>
              <a:ext uri="{FF2B5EF4-FFF2-40B4-BE49-F238E27FC236}">
                <a16:creationId xmlns:a16="http://schemas.microsoft.com/office/drawing/2014/main" id="{F998222F-0C6D-FF3E-EA51-28F92F37A6D6}"/>
              </a:ext>
            </a:extLst>
          </p:cNvPr>
          <p:cNvSpPr/>
          <p:nvPr/>
        </p:nvSpPr>
        <p:spPr>
          <a:xfrm>
            <a:off x="719053" y="4804827"/>
            <a:ext cx="2094806" cy="831273"/>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t>What went wrong?</a:t>
            </a:r>
            <a:br>
              <a:rPr lang="en-US" sz="1600" dirty="0"/>
            </a:br>
            <a:r>
              <a:rPr lang="en-US" sz="1600" dirty="0"/>
              <a:t>Focus is wrong</a:t>
            </a:r>
          </a:p>
        </p:txBody>
      </p:sp>
      <p:sp>
        <p:nvSpPr>
          <p:cNvPr id="32" name="Rectangle: Diagonal Corners Rounded 31">
            <a:extLst>
              <a:ext uri="{FF2B5EF4-FFF2-40B4-BE49-F238E27FC236}">
                <a16:creationId xmlns:a16="http://schemas.microsoft.com/office/drawing/2014/main" id="{78C634C7-477E-C92F-34F5-3117965A527A}"/>
              </a:ext>
            </a:extLst>
          </p:cNvPr>
          <p:cNvSpPr/>
          <p:nvPr/>
        </p:nvSpPr>
        <p:spPr>
          <a:xfrm>
            <a:off x="3175464" y="4804827"/>
            <a:ext cx="2094806" cy="831273"/>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a:t>Correct fix:</a:t>
            </a:r>
            <a:endParaRPr lang="en-US" sz="1600"/>
          </a:p>
          <a:p>
            <a:r>
              <a:rPr lang="en-US" sz="1600" b="1"/>
              <a:t>🔁 Redirect</a:t>
            </a:r>
          </a:p>
        </p:txBody>
      </p:sp>
      <p:sp>
        <p:nvSpPr>
          <p:cNvPr id="33" name="TextBox 32">
            <a:extLst>
              <a:ext uri="{FF2B5EF4-FFF2-40B4-BE49-F238E27FC236}">
                <a16:creationId xmlns:a16="http://schemas.microsoft.com/office/drawing/2014/main" id="{0C850EA2-4FDB-3D16-462B-5294D7F994AD}"/>
              </a:ext>
            </a:extLst>
          </p:cNvPr>
          <p:cNvSpPr txBox="1"/>
          <p:nvPr/>
        </p:nvSpPr>
        <p:spPr>
          <a:xfrm>
            <a:off x="7293036" y="4094387"/>
            <a:ext cx="2515984" cy="615553"/>
          </a:xfrm>
          <a:prstGeom prst="rect">
            <a:avLst/>
          </a:prstGeom>
          <a:solidFill>
            <a:schemeClr val="accent2">
              <a:lumMod val="40000"/>
              <a:lumOff val="60000"/>
            </a:schemeClr>
          </a:solidFill>
          <a:ln w="19050">
            <a:solidFill>
              <a:schemeClr val="tx1"/>
            </a:solidFill>
          </a:ln>
        </p:spPr>
        <p:txBody>
          <a:bodyPr wrap="square" rtlCol="0">
            <a:spAutoFit/>
          </a:bodyPr>
          <a:lstStyle/>
          <a:p>
            <a:pPr algn="ctr"/>
            <a:r>
              <a:rPr lang="en-US" b="1" dirty="0"/>
              <a:t>Step-4</a:t>
            </a:r>
          </a:p>
          <a:p>
            <a:pPr algn="ctr"/>
            <a:r>
              <a:rPr lang="en-US" sz="1600" b="1" dirty="0"/>
              <a:t>Apply the Fix</a:t>
            </a:r>
          </a:p>
        </p:txBody>
      </p:sp>
      <p:sp>
        <p:nvSpPr>
          <p:cNvPr id="36" name="Rectangle: Diagonal Corners Rounded 35">
            <a:extLst>
              <a:ext uri="{FF2B5EF4-FFF2-40B4-BE49-F238E27FC236}">
                <a16:creationId xmlns:a16="http://schemas.microsoft.com/office/drawing/2014/main" id="{03C1A14D-D644-4923-934B-6A1341CA3AD1}"/>
              </a:ext>
            </a:extLst>
          </p:cNvPr>
          <p:cNvSpPr/>
          <p:nvPr/>
        </p:nvSpPr>
        <p:spPr>
          <a:xfrm>
            <a:off x="6500553" y="4804825"/>
            <a:ext cx="4547061" cy="1080929"/>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b="1" dirty="0"/>
          </a:p>
          <a:p>
            <a:r>
              <a:rPr lang="en-US" b="1" dirty="0"/>
              <a:t>Follow-up prompt:</a:t>
            </a:r>
            <a:endParaRPr lang="en-US" dirty="0"/>
          </a:p>
          <a:p>
            <a:r>
              <a:rPr lang="en-US" sz="1600" dirty="0"/>
              <a:t>Don’t explain. Give a clear, step-by-step checklist for preparing for a data analyst interview.</a:t>
            </a:r>
          </a:p>
          <a:p>
            <a:endParaRPr lang="en-US" dirty="0"/>
          </a:p>
        </p:txBody>
      </p:sp>
      <p:sp>
        <p:nvSpPr>
          <p:cNvPr id="38" name="TextBox 37">
            <a:extLst>
              <a:ext uri="{FF2B5EF4-FFF2-40B4-BE49-F238E27FC236}">
                <a16:creationId xmlns:a16="http://schemas.microsoft.com/office/drawing/2014/main" id="{E85F2E71-CE2E-E0F8-AD38-DE5D4717D2A5}"/>
              </a:ext>
            </a:extLst>
          </p:cNvPr>
          <p:cNvSpPr txBox="1"/>
          <p:nvPr/>
        </p:nvSpPr>
        <p:spPr>
          <a:xfrm>
            <a:off x="2111433" y="6125878"/>
            <a:ext cx="8387540" cy="369332"/>
          </a:xfrm>
          <a:prstGeom prst="rect">
            <a:avLst/>
          </a:prstGeom>
          <a:noFill/>
        </p:spPr>
        <p:txBody>
          <a:bodyPr wrap="square">
            <a:spAutoFit/>
          </a:bodyPr>
          <a:lstStyle/>
          <a:p>
            <a:r>
              <a:rPr lang="en-US" b="1" dirty="0"/>
              <a:t>When the content is right but the output is wrong, redirect instead of restarting.</a:t>
            </a:r>
          </a:p>
        </p:txBody>
      </p:sp>
    </p:spTree>
    <p:extLst>
      <p:ext uri="{BB962C8B-B14F-4D97-AF65-F5344CB8AC3E}">
        <p14:creationId xmlns:p14="http://schemas.microsoft.com/office/powerpoint/2010/main" val="11024623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077BF-F08D-F857-4F93-E6390CE36C8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B99F3D9-5F37-3548-425A-A96468BD0C46}"/>
              </a:ext>
            </a:extLst>
          </p:cNvPr>
          <p:cNvSpPr txBox="1"/>
          <p:nvPr/>
        </p:nvSpPr>
        <p:spPr>
          <a:xfrm>
            <a:off x="1146289" y="890609"/>
            <a:ext cx="9700953" cy="646331"/>
          </a:xfrm>
          <a:prstGeom prst="rect">
            <a:avLst/>
          </a:prstGeom>
          <a:noFill/>
        </p:spPr>
        <p:txBody>
          <a:bodyPr wrap="square" rtlCol="0">
            <a:spAutoFit/>
          </a:bodyPr>
          <a:lstStyle/>
          <a:p>
            <a:r>
              <a:rPr lang="en-US" dirty="0"/>
              <a:t>Custom Instructions act as a persistent control layer for AI, defining who you are and how the assistant should behave across every conversation. </a:t>
            </a:r>
          </a:p>
        </p:txBody>
      </p:sp>
      <p:sp>
        <p:nvSpPr>
          <p:cNvPr id="5" name="TextBox 4">
            <a:extLst>
              <a:ext uri="{FF2B5EF4-FFF2-40B4-BE49-F238E27FC236}">
                <a16:creationId xmlns:a16="http://schemas.microsoft.com/office/drawing/2014/main" id="{05BCE68B-306A-EEA5-5237-5711E8F175CF}"/>
              </a:ext>
            </a:extLst>
          </p:cNvPr>
          <p:cNvSpPr txBox="1"/>
          <p:nvPr/>
        </p:nvSpPr>
        <p:spPr>
          <a:xfrm>
            <a:off x="1122289" y="1618349"/>
            <a:ext cx="9700953" cy="646331"/>
          </a:xfrm>
          <a:prstGeom prst="rect">
            <a:avLst/>
          </a:prstGeom>
          <a:noFill/>
        </p:spPr>
        <p:txBody>
          <a:bodyPr wrap="square" rtlCol="0">
            <a:spAutoFit/>
          </a:bodyPr>
          <a:lstStyle/>
          <a:p>
            <a:r>
              <a:rPr lang="en-US" dirty="0"/>
              <a:t>Instead of repeating preferences in every prompt, these settings ensure the AI is always aligned with your specific professional goals and style.</a:t>
            </a:r>
          </a:p>
        </p:txBody>
      </p:sp>
      <p:sp>
        <p:nvSpPr>
          <p:cNvPr id="6" name="TextBox 5">
            <a:extLst>
              <a:ext uri="{FF2B5EF4-FFF2-40B4-BE49-F238E27FC236}">
                <a16:creationId xmlns:a16="http://schemas.microsoft.com/office/drawing/2014/main" id="{328300B6-4108-3F52-D363-82F16494C665}"/>
              </a:ext>
            </a:extLst>
          </p:cNvPr>
          <p:cNvSpPr txBox="1"/>
          <p:nvPr/>
        </p:nvSpPr>
        <p:spPr>
          <a:xfrm>
            <a:off x="1363287" y="2364277"/>
            <a:ext cx="4732713" cy="400110"/>
          </a:xfrm>
          <a:prstGeom prst="rect">
            <a:avLst/>
          </a:prstGeom>
          <a:noFill/>
        </p:spPr>
        <p:txBody>
          <a:bodyPr wrap="square" rtlCol="0">
            <a:spAutoFit/>
          </a:bodyPr>
          <a:lstStyle/>
          <a:p>
            <a:r>
              <a:rPr lang="en-US" sz="2000" b="1" u="sng" dirty="0">
                <a:solidFill>
                  <a:schemeClr val="accent4">
                    <a:lumMod val="50000"/>
                  </a:schemeClr>
                </a:solidFill>
              </a:rPr>
              <a:t>The Three Pillars of Alignment</a:t>
            </a:r>
          </a:p>
        </p:txBody>
      </p:sp>
      <p:sp>
        <p:nvSpPr>
          <p:cNvPr id="7" name="Rectangle: Rounded Corners 6">
            <a:extLst>
              <a:ext uri="{FF2B5EF4-FFF2-40B4-BE49-F238E27FC236}">
                <a16:creationId xmlns:a16="http://schemas.microsoft.com/office/drawing/2014/main" id="{B27A9C8D-D4DB-AFCF-F51B-02C3A6271B2F}"/>
              </a:ext>
            </a:extLst>
          </p:cNvPr>
          <p:cNvSpPr/>
          <p:nvPr/>
        </p:nvSpPr>
        <p:spPr>
          <a:xfrm>
            <a:off x="1645211" y="2863984"/>
            <a:ext cx="2011680" cy="1679171"/>
          </a:xfrm>
          <a:prstGeom prst="round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endParaRPr lang="en-US" dirty="0"/>
          </a:p>
          <a:p>
            <a:pPr algn="ctr"/>
            <a:r>
              <a:rPr lang="en-US" sz="1600" b="1" dirty="0">
                <a:solidFill>
                  <a:schemeClr val="tx1"/>
                </a:solidFill>
              </a:rPr>
              <a:t>User identity &amp; Long-Term Goals</a:t>
            </a:r>
          </a:p>
        </p:txBody>
      </p:sp>
      <p:sp>
        <p:nvSpPr>
          <p:cNvPr id="8" name="Rectangle: Rounded Corners 7">
            <a:extLst>
              <a:ext uri="{FF2B5EF4-FFF2-40B4-BE49-F238E27FC236}">
                <a16:creationId xmlns:a16="http://schemas.microsoft.com/office/drawing/2014/main" id="{30111310-7D60-B52F-517B-54D15EC7602F}"/>
              </a:ext>
            </a:extLst>
          </p:cNvPr>
          <p:cNvSpPr/>
          <p:nvPr/>
        </p:nvSpPr>
        <p:spPr>
          <a:xfrm>
            <a:off x="5211890" y="2863984"/>
            <a:ext cx="1862051" cy="1679171"/>
          </a:xfrm>
          <a:prstGeom prst="roundRect">
            <a:avLst/>
          </a:prstGeom>
          <a:solidFill>
            <a:srgbClr val="48C1B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sz="1600" b="1" dirty="0">
              <a:solidFill>
                <a:schemeClr val="tx1"/>
              </a:solidFill>
            </a:endParaRPr>
          </a:p>
          <a:p>
            <a:pPr algn="ctr"/>
            <a:endParaRPr lang="en-US" sz="1600" b="1" dirty="0">
              <a:solidFill>
                <a:schemeClr val="tx1"/>
              </a:solidFill>
            </a:endParaRPr>
          </a:p>
          <a:p>
            <a:pPr algn="ctr"/>
            <a:r>
              <a:rPr lang="en-US" sz="1600" b="1" dirty="0">
                <a:solidFill>
                  <a:schemeClr val="tx1"/>
                </a:solidFill>
              </a:rPr>
              <a:t>Desired Response Style</a:t>
            </a:r>
          </a:p>
        </p:txBody>
      </p:sp>
      <p:sp>
        <p:nvSpPr>
          <p:cNvPr id="9" name="Rectangle: Rounded Corners 8">
            <a:extLst>
              <a:ext uri="{FF2B5EF4-FFF2-40B4-BE49-F238E27FC236}">
                <a16:creationId xmlns:a16="http://schemas.microsoft.com/office/drawing/2014/main" id="{F94CCE69-57BC-9386-E847-6EC20051B022}"/>
              </a:ext>
            </a:extLst>
          </p:cNvPr>
          <p:cNvSpPr/>
          <p:nvPr/>
        </p:nvSpPr>
        <p:spPr>
          <a:xfrm>
            <a:off x="8657295" y="2880944"/>
            <a:ext cx="1862051" cy="1679171"/>
          </a:xfrm>
          <a:prstGeom prst="roundRect">
            <a:avLst/>
          </a:prstGeom>
          <a:solidFill>
            <a:srgbClr val="ECB9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endParaRPr lang="en-US" dirty="0"/>
          </a:p>
          <a:p>
            <a:pPr algn="ctr"/>
            <a:r>
              <a:rPr lang="en-US" sz="1600" b="1" dirty="0">
                <a:solidFill>
                  <a:schemeClr val="tx1"/>
                </a:solidFill>
              </a:rPr>
              <a:t>The Persistent Guidebook</a:t>
            </a:r>
          </a:p>
        </p:txBody>
      </p:sp>
      <p:pic>
        <p:nvPicPr>
          <p:cNvPr id="11" name="Picture 10">
            <a:extLst>
              <a:ext uri="{FF2B5EF4-FFF2-40B4-BE49-F238E27FC236}">
                <a16:creationId xmlns:a16="http://schemas.microsoft.com/office/drawing/2014/main" id="{BE024DA4-233A-9E13-1F88-CF179F2BD470}"/>
              </a:ext>
            </a:extLst>
          </p:cNvPr>
          <p:cNvPicPr>
            <a:picLocks noChangeAspect="1"/>
          </p:cNvPicPr>
          <p:nvPr/>
        </p:nvPicPr>
        <p:blipFill>
          <a:blip r:embed="rId2"/>
          <a:stretch>
            <a:fillRect/>
          </a:stretch>
        </p:blipFill>
        <p:spPr>
          <a:xfrm>
            <a:off x="2308542" y="3103647"/>
            <a:ext cx="685018" cy="685018"/>
          </a:xfrm>
          <a:prstGeom prst="rect">
            <a:avLst/>
          </a:prstGeom>
        </p:spPr>
      </p:pic>
      <p:grpSp>
        <p:nvGrpSpPr>
          <p:cNvPr id="16" name="Group 15">
            <a:extLst>
              <a:ext uri="{FF2B5EF4-FFF2-40B4-BE49-F238E27FC236}">
                <a16:creationId xmlns:a16="http://schemas.microsoft.com/office/drawing/2014/main" id="{94474619-AC19-9C3A-43A2-AEBB5290CF98}"/>
              </a:ext>
            </a:extLst>
          </p:cNvPr>
          <p:cNvGrpSpPr/>
          <p:nvPr/>
        </p:nvGrpSpPr>
        <p:grpSpPr>
          <a:xfrm>
            <a:off x="5771993" y="2943231"/>
            <a:ext cx="648013" cy="904082"/>
            <a:chOff x="5544970" y="3429000"/>
            <a:chExt cx="648013" cy="904082"/>
          </a:xfrm>
        </p:grpSpPr>
        <p:pic>
          <p:nvPicPr>
            <p:cNvPr id="13" name="Picture 12">
              <a:extLst>
                <a:ext uri="{FF2B5EF4-FFF2-40B4-BE49-F238E27FC236}">
                  <a16:creationId xmlns:a16="http://schemas.microsoft.com/office/drawing/2014/main" id="{D6B82412-856F-ED31-65D9-4F4ED964A58E}"/>
                </a:ext>
              </a:extLst>
            </p:cNvPr>
            <p:cNvPicPr>
              <a:picLocks noChangeAspect="1"/>
            </p:cNvPicPr>
            <p:nvPr/>
          </p:nvPicPr>
          <p:blipFill>
            <a:blip r:embed="rId3"/>
            <a:stretch>
              <a:fillRect/>
            </a:stretch>
          </p:blipFill>
          <p:spPr>
            <a:xfrm>
              <a:off x="5571777" y="3429000"/>
              <a:ext cx="621206" cy="621206"/>
            </a:xfrm>
            <a:prstGeom prst="rect">
              <a:avLst/>
            </a:prstGeom>
          </p:spPr>
        </p:pic>
        <p:pic>
          <p:nvPicPr>
            <p:cNvPr id="15" name="Picture 14">
              <a:extLst>
                <a:ext uri="{FF2B5EF4-FFF2-40B4-BE49-F238E27FC236}">
                  <a16:creationId xmlns:a16="http://schemas.microsoft.com/office/drawing/2014/main" id="{B46BE6CD-0255-137D-C48B-A2D88B05EBC7}"/>
                </a:ext>
              </a:extLst>
            </p:cNvPr>
            <p:cNvPicPr>
              <a:picLocks noChangeAspect="1"/>
            </p:cNvPicPr>
            <p:nvPr/>
          </p:nvPicPr>
          <p:blipFill>
            <a:blip r:embed="rId4"/>
            <a:stretch>
              <a:fillRect/>
            </a:stretch>
          </p:blipFill>
          <p:spPr>
            <a:xfrm>
              <a:off x="5544970" y="3907263"/>
              <a:ext cx="648013" cy="425819"/>
            </a:xfrm>
            <a:prstGeom prst="rect">
              <a:avLst/>
            </a:prstGeom>
          </p:spPr>
        </p:pic>
      </p:grpSp>
      <p:grpSp>
        <p:nvGrpSpPr>
          <p:cNvPr id="27" name="Group 26">
            <a:extLst>
              <a:ext uri="{FF2B5EF4-FFF2-40B4-BE49-F238E27FC236}">
                <a16:creationId xmlns:a16="http://schemas.microsoft.com/office/drawing/2014/main" id="{946A5DCD-5CD7-71F3-9BAC-8F5EF76020A8}"/>
              </a:ext>
            </a:extLst>
          </p:cNvPr>
          <p:cNvGrpSpPr/>
          <p:nvPr/>
        </p:nvGrpSpPr>
        <p:grpSpPr>
          <a:xfrm>
            <a:off x="9206114" y="3029594"/>
            <a:ext cx="764411" cy="817719"/>
            <a:chOff x="9085811" y="3429000"/>
            <a:chExt cx="764411" cy="817719"/>
          </a:xfrm>
        </p:grpSpPr>
        <p:pic>
          <p:nvPicPr>
            <p:cNvPr id="20" name="Picture 19">
              <a:extLst>
                <a:ext uri="{FF2B5EF4-FFF2-40B4-BE49-F238E27FC236}">
                  <a16:creationId xmlns:a16="http://schemas.microsoft.com/office/drawing/2014/main" id="{40849F9A-2144-F505-E7AF-BAF7F1AF3B40}"/>
                </a:ext>
              </a:extLst>
            </p:cNvPr>
            <p:cNvPicPr>
              <a:picLocks noChangeAspect="1"/>
            </p:cNvPicPr>
            <p:nvPr/>
          </p:nvPicPr>
          <p:blipFill>
            <a:blip r:embed="rId5"/>
            <a:stretch>
              <a:fillRect/>
            </a:stretch>
          </p:blipFill>
          <p:spPr>
            <a:xfrm>
              <a:off x="9085811" y="3515199"/>
              <a:ext cx="731520" cy="731520"/>
            </a:xfrm>
            <a:prstGeom prst="rect">
              <a:avLst/>
            </a:prstGeom>
          </p:spPr>
        </p:pic>
        <p:pic>
          <p:nvPicPr>
            <p:cNvPr id="24" name="Picture 23">
              <a:extLst>
                <a:ext uri="{FF2B5EF4-FFF2-40B4-BE49-F238E27FC236}">
                  <a16:creationId xmlns:a16="http://schemas.microsoft.com/office/drawing/2014/main" id="{02B84C81-52C8-EA56-188C-BD5332F11B44}"/>
                </a:ext>
              </a:extLst>
            </p:cNvPr>
            <p:cNvPicPr>
              <a:picLocks noChangeAspect="1"/>
            </p:cNvPicPr>
            <p:nvPr/>
          </p:nvPicPr>
          <p:blipFill>
            <a:blip r:embed="rId6"/>
            <a:stretch>
              <a:fillRect/>
            </a:stretch>
          </p:blipFill>
          <p:spPr>
            <a:xfrm>
              <a:off x="9567229" y="3880959"/>
              <a:ext cx="282993" cy="282993"/>
            </a:xfrm>
            <a:prstGeom prst="rect">
              <a:avLst/>
            </a:prstGeom>
          </p:spPr>
        </p:pic>
        <p:pic>
          <p:nvPicPr>
            <p:cNvPr id="26" name="Picture 25">
              <a:extLst>
                <a:ext uri="{FF2B5EF4-FFF2-40B4-BE49-F238E27FC236}">
                  <a16:creationId xmlns:a16="http://schemas.microsoft.com/office/drawing/2014/main" id="{67322F27-BD48-20FD-5D30-E58E411A8215}"/>
                </a:ext>
              </a:extLst>
            </p:cNvPr>
            <p:cNvPicPr>
              <a:picLocks noChangeAspect="1"/>
            </p:cNvPicPr>
            <p:nvPr/>
          </p:nvPicPr>
          <p:blipFill>
            <a:blip r:embed="rId7"/>
            <a:stretch>
              <a:fillRect/>
            </a:stretch>
          </p:blipFill>
          <p:spPr>
            <a:xfrm>
              <a:off x="9501085" y="3429000"/>
              <a:ext cx="349137" cy="349137"/>
            </a:xfrm>
            <a:prstGeom prst="rect">
              <a:avLst/>
            </a:prstGeom>
          </p:spPr>
        </p:pic>
      </p:grpSp>
      <p:sp>
        <p:nvSpPr>
          <p:cNvPr id="28" name="TextBox 27">
            <a:extLst>
              <a:ext uri="{FF2B5EF4-FFF2-40B4-BE49-F238E27FC236}">
                <a16:creationId xmlns:a16="http://schemas.microsoft.com/office/drawing/2014/main" id="{8CC78E28-6506-2F63-9F13-18D5B6FD39D2}"/>
              </a:ext>
            </a:extLst>
          </p:cNvPr>
          <p:cNvSpPr txBox="1"/>
          <p:nvPr/>
        </p:nvSpPr>
        <p:spPr>
          <a:xfrm>
            <a:off x="1046955" y="4736239"/>
            <a:ext cx="2866204" cy="1200329"/>
          </a:xfrm>
          <a:prstGeom prst="rect">
            <a:avLst/>
          </a:prstGeom>
          <a:noFill/>
          <a:ln w="19050">
            <a:solidFill>
              <a:srgbClr val="F28167"/>
            </a:solidFill>
          </a:ln>
        </p:spPr>
        <p:txBody>
          <a:bodyPr wrap="square" rtlCol="0">
            <a:spAutoFit/>
          </a:bodyPr>
          <a:lstStyle/>
          <a:p>
            <a:r>
              <a:rPr lang="en-US" dirty="0"/>
              <a:t>Define who you are and your long-term goals so the AI frames every response correctly.</a:t>
            </a:r>
          </a:p>
        </p:txBody>
      </p:sp>
      <p:sp>
        <p:nvSpPr>
          <p:cNvPr id="29" name="TextBox 28">
            <a:extLst>
              <a:ext uri="{FF2B5EF4-FFF2-40B4-BE49-F238E27FC236}">
                <a16:creationId xmlns:a16="http://schemas.microsoft.com/office/drawing/2014/main" id="{931AB704-AEF3-F8D9-84B7-1C53CD956AE3}"/>
              </a:ext>
            </a:extLst>
          </p:cNvPr>
          <p:cNvSpPr txBox="1"/>
          <p:nvPr/>
        </p:nvSpPr>
        <p:spPr>
          <a:xfrm>
            <a:off x="4491372" y="4736239"/>
            <a:ext cx="3209255" cy="1200329"/>
          </a:xfrm>
          <a:prstGeom prst="rect">
            <a:avLst/>
          </a:prstGeom>
          <a:noFill/>
          <a:ln w="19050">
            <a:solidFill>
              <a:srgbClr val="48C1B6"/>
            </a:solidFill>
          </a:ln>
        </p:spPr>
        <p:txBody>
          <a:bodyPr wrap="square" rtlCol="0">
            <a:spAutoFit/>
          </a:bodyPr>
          <a:lstStyle/>
          <a:p>
            <a:r>
              <a:rPr lang="en-US" dirty="0"/>
              <a:t>Establish consistent tone, depth, and structure (e.g., beginner-friendly or step-by-step) for every answer.</a:t>
            </a:r>
          </a:p>
        </p:txBody>
      </p:sp>
      <p:sp>
        <p:nvSpPr>
          <p:cNvPr id="30" name="TextBox 29">
            <a:extLst>
              <a:ext uri="{FF2B5EF4-FFF2-40B4-BE49-F238E27FC236}">
                <a16:creationId xmlns:a16="http://schemas.microsoft.com/office/drawing/2014/main" id="{09EB37A0-EB74-0F88-DEE0-936C5D41D773}"/>
              </a:ext>
            </a:extLst>
          </p:cNvPr>
          <p:cNvSpPr txBox="1"/>
          <p:nvPr/>
        </p:nvSpPr>
        <p:spPr>
          <a:xfrm>
            <a:off x="8082904" y="4767062"/>
            <a:ext cx="3209255" cy="1200329"/>
          </a:xfrm>
          <a:prstGeom prst="rect">
            <a:avLst/>
          </a:prstGeom>
          <a:noFill/>
          <a:ln w="19050">
            <a:solidFill>
              <a:srgbClr val="ECB94A"/>
            </a:solidFill>
          </a:ln>
        </p:spPr>
        <p:txBody>
          <a:bodyPr wrap="square" rtlCol="0">
            <a:spAutoFit/>
          </a:bodyPr>
          <a:lstStyle/>
          <a:p>
            <a:r>
              <a:rPr lang="en-US" dirty="0"/>
              <a:t>Set non-negotiable rules, like “always explain reasoning first” or “avoid hype,” to prevent style drift.</a:t>
            </a:r>
          </a:p>
        </p:txBody>
      </p:sp>
      <p:sp>
        <p:nvSpPr>
          <p:cNvPr id="31" name="TextBox 30">
            <a:extLst>
              <a:ext uri="{FF2B5EF4-FFF2-40B4-BE49-F238E27FC236}">
                <a16:creationId xmlns:a16="http://schemas.microsoft.com/office/drawing/2014/main" id="{2667CE7E-14D7-D03B-84B5-F4774D978029}"/>
              </a:ext>
            </a:extLst>
          </p:cNvPr>
          <p:cNvSpPr txBox="1"/>
          <p:nvPr/>
        </p:nvSpPr>
        <p:spPr>
          <a:xfrm>
            <a:off x="1" y="121149"/>
            <a:ext cx="12192000" cy="646331"/>
          </a:xfrm>
          <a:prstGeom prst="rect">
            <a:avLst/>
          </a:prstGeom>
          <a:solidFill>
            <a:schemeClr val="accent2">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US" sz="3600" b="1" dirty="0"/>
              <a:t>Custom Instructions</a:t>
            </a:r>
          </a:p>
        </p:txBody>
      </p:sp>
      <p:sp>
        <p:nvSpPr>
          <p:cNvPr id="33" name="TextBox 32">
            <a:extLst>
              <a:ext uri="{FF2B5EF4-FFF2-40B4-BE49-F238E27FC236}">
                <a16:creationId xmlns:a16="http://schemas.microsoft.com/office/drawing/2014/main" id="{59343D49-40D7-0477-0200-472E2A4C043B}"/>
              </a:ext>
            </a:extLst>
          </p:cNvPr>
          <p:cNvSpPr txBox="1"/>
          <p:nvPr/>
        </p:nvSpPr>
        <p:spPr>
          <a:xfrm>
            <a:off x="1531518" y="6174338"/>
            <a:ext cx="9128961" cy="369332"/>
          </a:xfrm>
          <a:prstGeom prst="rect">
            <a:avLst/>
          </a:prstGeom>
          <a:noFill/>
          <a:ln w="28575">
            <a:solidFill>
              <a:schemeClr val="accent3">
                <a:lumMod val="60000"/>
                <a:lumOff val="40000"/>
              </a:schemeClr>
            </a:solidFill>
          </a:ln>
        </p:spPr>
        <p:txBody>
          <a:bodyPr wrap="square">
            <a:spAutoFit/>
          </a:bodyPr>
          <a:lstStyle/>
          <a:p>
            <a:pPr algn="ctr"/>
            <a:r>
              <a:rPr lang="en-US" b="1" dirty="0"/>
              <a:t>Custom instructions don’t control one task — they control behavior across all tasks.</a:t>
            </a:r>
          </a:p>
        </p:txBody>
      </p:sp>
    </p:spTree>
    <p:extLst>
      <p:ext uri="{BB962C8B-B14F-4D97-AF65-F5344CB8AC3E}">
        <p14:creationId xmlns:p14="http://schemas.microsoft.com/office/powerpoint/2010/main" val="42660753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ECD30-3836-AFFC-E520-5B9D9D972132}"/>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DEC5B911-1E28-F7E7-FEFF-FA50BE307FA0}"/>
              </a:ext>
            </a:extLst>
          </p:cNvPr>
          <p:cNvSpPr/>
          <p:nvPr/>
        </p:nvSpPr>
        <p:spPr>
          <a:xfrm>
            <a:off x="1371599" y="1479223"/>
            <a:ext cx="2917768" cy="598516"/>
          </a:xfrm>
          <a:prstGeom prst="roundRect">
            <a:avLst/>
          </a:prstGeom>
          <a:solidFill>
            <a:srgbClr val="5188C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Step 1: Start Without Custom Instructions</a:t>
            </a:r>
          </a:p>
        </p:txBody>
      </p:sp>
      <p:sp>
        <p:nvSpPr>
          <p:cNvPr id="4" name="TextBox 3">
            <a:extLst>
              <a:ext uri="{FF2B5EF4-FFF2-40B4-BE49-F238E27FC236}">
                <a16:creationId xmlns:a16="http://schemas.microsoft.com/office/drawing/2014/main" id="{33E30076-BA1B-73F5-D525-D48591E0633B}"/>
              </a:ext>
            </a:extLst>
          </p:cNvPr>
          <p:cNvSpPr txBox="1"/>
          <p:nvPr/>
        </p:nvSpPr>
        <p:spPr>
          <a:xfrm>
            <a:off x="5976850" y="810273"/>
            <a:ext cx="4081549" cy="2642198"/>
          </a:xfrm>
          <a:prstGeom prst="rect">
            <a:avLst/>
          </a:prstGeom>
          <a:noFill/>
          <a:ln w="19050">
            <a:solidFill>
              <a:schemeClr val="tx1"/>
            </a:solidFill>
          </a:ln>
        </p:spPr>
        <p:txBody>
          <a:bodyPr wrap="square" rtlCol="0">
            <a:spAutoFit/>
          </a:bodyPr>
          <a:lstStyle/>
          <a:p>
            <a:pPr>
              <a:lnSpc>
                <a:spcPct val="150000"/>
              </a:lnSpc>
            </a:pPr>
            <a:r>
              <a:rPr lang="en-US" sz="1600" b="1" dirty="0"/>
              <a:t>Situation: </a:t>
            </a:r>
            <a:r>
              <a:rPr lang="en-US" sz="1600" dirty="0"/>
              <a:t>The user has </a:t>
            </a:r>
            <a:r>
              <a:rPr lang="en-US" sz="1600" b="1" dirty="0"/>
              <a:t>not set any custom instructions</a:t>
            </a:r>
            <a:r>
              <a:rPr lang="en-US" sz="1600" dirty="0"/>
              <a:t>.</a:t>
            </a:r>
          </a:p>
          <a:p>
            <a:pPr>
              <a:lnSpc>
                <a:spcPct val="150000"/>
              </a:lnSpc>
            </a:pPr>
            <a:r>
              <a:rPr lang="en-US" sz="1600" b="1" dirty="0"/>
              <a:t>What the AI knows:</a:t>
            </a:r>
            <a:endParaRPr lang="en-US" sz="1600" dirty="0"/>
          </a:p>
          <a:p>
            <a:pPr marL="285750" indent="-285750">
              <a:lnSpc>
                <a:spcPct val="150000"/>
              </a:lnSpc>
              <a:buFont typeface="Arial" panose="020B0604020202020204" pitchFamily="34" charset="0"/>
              <a:buChar char="•"/>
            </a:pPr>
            <a:r>
              <a:rPr lang="en-US" sz="1600" dirty="0"/>
              <a:t>Nothing about the user’s background</a:t>
            </a:r>
          </a:p>
          <a:p>
            <a:pPr marL="285750" indent="-285750">
              <a:lnSpc>
                <a:spcPct val="150000"/>
              </a:lnSpc>
              <a:buFont typeface="Arial" panose="020B0604020202020204" pitchFamily="34" charset="0"/>
              <a:buChar char="•"/>
            </a:pPr>
            <a:r>
              <a:rPr lang="en-US" sz="1600" dirty="0"/>
              <a:t>Nothing about long-term goals</a:t>
            </a:r>
          </a:p>
          <a:p>
            <a:pPr marL="285750" indent="-285750">
              <a:lnSpc>
                <a:spcPct val="150000"/>
              </a:lnSpc>
              <a:buFont typeface="Arial" panose="020B0604020202020204" pitchFamily="34" charset="0"/>
              <a:buChar char="•"/>
            </a:pPr>
            <a:r>
              <a:rPr lang="en-US" sz="1600" dirty="0"/>
              <a:t>Nothing about preferred style</a:t>
            </a:r>
          </a:p>
          <a:p>
            <a:pPr>
              <a:lnSpc>
                <a:spcPct val="150000"/>
              </a:lnSpc>
            </a:pPr>
            <a:r>
              <a:rPr lang="en-US" sz="1600" dirty="0"/>
              <a:t>So the AI must </a:t>
            </a:r>
            <a:r>
              <a:rPr lang="en-US" sz="1600" b="1" dirty="0"/>
              <a:t>guess</a:t>
            </a:r>
            <a:r>
              <a:rPr lang="en-US" sz="1600" dirty="0"/>
              <a:t>.</a:t>
            </a:r>
          </a:p>
        </p:txBody>
      </p:sp>
      <p:sp>
        <p:nvSpPr>
          <p:cNvPr id="12" name="TextBox 11">
            <a:extLst>
              <a:ext uri="{FF2B5EF4-FFF2-40B4-BE49-F238E27FC236}">
                <a16:creationId xmlns:a16="http://schemas.microsoft.com/office/drawing/2014/main" id="{E1640810-6641-538D-77F6-0C894B8C4A3E}"/>
              </a:ext>
            </a:extLst>
          </p:cNvPr>
          <p:cNvSpPr txBox="1"/>
          <p:nvPr/>
        </p:nvSpPr>
        <p:spPr>
          <a:xfrm>
            <a:off x="1147156" y="209831"/>
            <a:ext cx="8686800" cy="400110"/>
          </a:xfrm>
          <a:prstGeom prst="rect">
            <a:avLst/>
          </a:prstGeom>
          <a:noFill/>
        </p:spPr>
        <p:txBody>
          <a:bodyPr wrap="square">
            <a:spAutoFit/>
          </a:bodyPr>
          <a:lstStyle/>
          <a:p>
            <a:r>
              <a:rPr lang="en-US" sz="2000" b="1" u="sng" dirty="0">
                <a:solidFill>
                  <a:schemeClr val="accent6">
                    <a:lumMod val="50000"/>
                  </a:schemeClr>
                </a:solidFill>
              </a:rPr>
              <a:t>Example: How Custom Instructions Shape AI Behavior</a:t>
            </a:r>
          </a:p>
        </p:txBody>
      </p:sp>
      <p:sp>
        <p:nvSpPr>
          <p:cNvPr id="13" name="Rectangle: Rounded Corners 12">
            <a:extLst>
              <a:ext uri="{FF2B5EF4-FFF2-40B4-BE49-F238E27FC236}">
                <a16:creationId xmlns:a16="http://schemas.microsoft.com/office/drawing/2014/main" id="{AC1FDBC0-CA58-C4C1-EE8F-329E0E226384}"/>
              </a:ext>
            </a:extLst>
          </p:cNvPr>
          <p:cNvSpPr/>
          <p:nvPr/>
        </p:nvSpPr>
        <p:spPr>
          <a:xfrm>
            <a:off x="1354974" y="4481004"/>
            <a:ext cx="2917768" cy="598516"/>
          </a:xfrm>
          <a:prstGeom prst="roundRect">
            <a:avLst/>
          </a:prstGeom>
          <a:solidFill>
            <a:srgbClr val="008C8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Step 2: User Asks a Simple Prompt</a:t>
            </a:r>
          </a:p>
        </p:txBody>
      </p:sp>
      <p:sp>
        <p:nvSpPr>
          <p:cNvPr id="14" name="TextBox 13">
            <a:extLst>
              <a:ext uri="{FF2B5EF4-FFF2-40B4-BE49-F238E27FC236}">
                <a16:creationId xmlns:a16="http://schemas.microsoft.com/office/drawing/2014/main" id="{1FD5BFB0-9D04-71E6-CFD2-4E9EF906CB13}"/>
              </a:ext>
            </a:extLst>
          </p:cNvPr>
          <p:cNvSpPr txBox="1"/>
          <p:nvPr/>
        </p:nvSpPr>
        <p:spPr>
          <a:xfrm>
            <a:off x="5960225" y="3813496"/>
            <a:ext cx="4081549" cy="1903534"/>
          </a:xfrm>
          <a:prstGeom prst="rect">
            <a:avLst/>
          </a:prstGeom>
          <a:noFill/>
          <a:ln w="19050">
            <a:solidFill>
              <a:schemeClr val="tx1"/>
            </a:solidFill>
          </a:ln>
        </p:spPr>
        <p:txBody>
          <a:bodyPr wrap="square" rtlCol="0">
            <a:spAutoFit/>
          </a:bodyPr>
          <a:lstStyle/>
          <a:p>
            <a:pPr>
              <a:lnSpc>
                <a:spcPct val="150000"/>
              </a:lnSpc>
            </a:pPr>
            <a:r>
              <a:rPr lang="en-US" sz="1600" b="1" dirty="0"/>
              <a:t>User prompt: </a:t>
            </a:r>
            <a:r>
              <a:rPr lang="en-US" sz="1600" dirty="0"/>
              <a:t>Explain prompt chaining.</a:t>
            </a:r>
          </a:p>
          <a:p>
            <a:pPr>
              <a:lnSpc>
                <a:spcPct val="150000"/>
              </a:lnSpc>
            </a:pPr>
            <a:r>
              <a:rPr lang="en-US" sz="1600" dirty="0"/>
              <a:t>This prompt is valid, but it’s </a:t>
            </a:r>
            <a:r>
              <a:rPr lang="en-US" sz="1600" b="1" dirty="0"/>
              <a:t>underspecified</a:t>
            </a:r>
            <a:r>
              <a:rPr lang="en-US" sz="1600" dirty="0"/>
              <a:t>:</a:t>
            </a:r>
          </a:p>
          <a:p>
            <a:pPr marL="285750" indent="-285750">
              <a:lnSpc>
                <a:spcPct val="150000"/>
              </a:lnSpc>
              <a:buFont typeface="Arial" panose="020B0604020202020204" pitchFamily="34" charset="0"/>
              <a:buChar char="•"/>
            </a:pPr>
            <a:r>
              <a:rPr lang="en-US" sz="1600" dirty="0"/>
              <a:t>No audience level</a:t>
            </a:r>
          </a:p>
          <a:p>
            <a:pPr marL="285750" indent="-285750">
              <a:lnSpc>
                <a:spcPct val="150000"/>
              </a:lnSpc>
              <a:buFont typeface="Arial" panose="020B0604020202020204" pitchFamily="34" charset="0"/>
              <a:buChar char="•"/>
            </a:pPr>
            <a:r>
              <a:rPr lang="en-US" sz="1600" dirty="0"/>
              <a:t>No structure request</a:t>
            </a:r>
          </a:p>
          <a:p>
            <a:pPr marL="285750" indent="-285750">
              <a:lnSpc>
                <a:spcPct val="150000"/>
              </a:lnSpc>
              <a:buFont typeface="Arial" panose="020B0604020202020204" pitchFamily="34" charset="0"/>
              <a:buChar char="•"/>
            </a:pPr>
            <a:r>
              <a:rPr lang="en-US" sz="1600" dirty="0"/>
              <a:t>No style guidance</a:t>
            </a:r>
          </a:p>
        </p:txBody>
      </p:sp>
      <p:sp>
        <p:nvSpPr>
          <p:cNvPr id="15" name="Arrow: Right 14">
            <a:extLst>
              <a:ext uri="{FF2B5EF4-FFF2-40B4-BE49-F238E27FC236}">
                <a16:creationId xmlns:a16="http://schemas.microsoft.com/office/drawing/2014/main" id="{7BA64AC0-CFB2-7FFD-9D98-81FC5A6EFF66}"/>
              </a:ext>
            </a:extLst>
          </p:cNvPr>
          <p:cNvSpPr/>
          <p:nvPr/>
        </p:nvSpPr>
        <p:spPr>
          <a:xfrm>
            <a:off x="4289367" y="1629885"/>
            <a:ext cx="1670858" cy="2971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19FFABE7-82F6-853D-F338-7A3E60C03274}"/>
              </a:ext>
            </a:extLst>
          </p:cNvPr>
          <p:cNvSpPr/>
          <p:nvPr/>
        </p:nvSpPr>
        <p:spPr>
          <a:xfrm>
            <a:off x="4289367" y="4616667"/>
            <a:ext cx="1670858" cy="2971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70009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27252-3DF5-DE69-2A21-586A8019318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0003768-E62E-9708-DED5-E2D80C2540C7}"/>
              </a:ext>
            </a:extLst>
          </p:cNvPr>
          <p:cNvSpPr txBox="1"/>
          <p:nvPr/>
        </p:nvSpPr>
        <p:spPr>
          <a:xfrm>
            <a:off x="5428211" y="179954"/>
            <a:ext cx="4987636" cy="3380862"/>
          </a:xfrm>
          <a:prstGeom prst="rect">
            <a:avLst/>
          </a:prstGeom>
          <a:noFill/>
          <a:ln w="19050">
            <a:solidFill>
              <a:schemeClr val="tx1"/>
            </a:solidFill>
          </a:ln>
        </p:spPr>
        <p:txBody>
          <a:bodyPr wrap="square" rtlCol="0">
            <a:spAutoFit/>
          </a:bodyPr>
          <a:lstStyle/>
          <a:p>
            <a:pPr>
              <a:lnSpc>
                <a:spcPct val="150000"/>
              </a:lnSpc>
            </a:pPr>
            <a:r>
              <a:rPr lang="en-US" sz="1600" b="1" dirty="0"/>
              <a:t>AI behavior:</a:t>
            </a:r>
            <a:endParaRPr lang="en-US" sz="1600" dirty="0"/>
          </a:p>
          <a:p>
            <a:pPr marL="285750" indent="-285750">
              <a:lnSpc>
                <a:spcPct val="150000"/>
              </a:lnSpc>
              <a:buFont typeface="Arial" panose="020B0604020202020204" pitchFamily="34" charset="0"/>
              <a:buChar char="•"/>
            </a:pPr>
            <a:r>
              <a:rPr lang="en-US" sz="1600" dirty="0"/>
              <a:t>Chooses a neutral tone</a:t>
            </a:r>
          </a:p>
          <a:p>
            <a:pPr marL="285750" indent="-285750">
              <a:lnSpc>
                <a:spcPct val="150000"/>
              </a:lnSpc>
              <a:buFont typeface="Arial" panose="020B0604020202020204" pitchFamily="34" charset="0"/>
              <a:buChar char="•"/>
            </a:pPr>
            <a:r>
              <a:rPr lang="en-US" sz="1600" dirty="0"/>
              <a:t>Mixes beginner and advanced concepts</a:t>
            </a:r>
          </a:p>
          <a:p>
            <a:pPr marL="285750" indent="-285750">
              <a:lnSpc>
                <a:spcPct val="150000"/>
              </a:lnSpc>
              <a:buFont typeface="Arial" panose="020B0604020202020204" pitchFamily="34" charset="0"/>
              <a:buChar char="•"/>
            </a:pPr>
            <a:r>
              <a:rPr lang="en-US" sz="1600" dirty="0"/>
              <a:t>Uses abstract language</a:t>
            </a:r>
          </a:p>
          <a:p>
            <a:pPr marL="285750" indent="-285750">
              <a:lnSpc>
                <a:spcPct val="150000"/>
              </a:lnSpc>
              <a:buFont typeface="Arial" panose="020B0604020202020204" pitchFamily="34" charset="0"/>
              <a:buChar char="•"/>
            </a:pPr>
            <a:r>
              <a:rPr lang="en-US" sz="1600" dirty="0"/>
              <a:t>No clear teaching structure</a:t>
            </a:r>
          </a:p>
          <a:p>
            <a:pPr>
              <a:lnSpc>
                <a:spcPct val="150000"/>
              </a:lnSpc>
            </a:pPr>
            <a:r>
              <a:rPr lang="en-US" sz="1600" b="1" dirty="0"/>
              <a:t>Why this happens:</a:t>
            </a:r>
            <a:br>
              <a:rPr lang="en-US" sz="1600" dirty="0"/>
            </a:br>
            <a:r>
              <a:rPr lang="en-US" sz="1600" dirty="0"/>
              <a:t>Because the AI doesn’t remember who you are or how you’ll use the answer, it gives a general response that’s useful for most people.</a:t>
            </a:r>
          </a:p>
        </p:txBody>
      </p:sp>
      <p:sp>
        <p:nvSpPr>
          <p:cNvPr id="15" name="Rectangle: Rounded Corners 14">
            <a:extLst>
              <a:ext uri="{FF2B5EF4-FFF2-40B4-BE49-F238E27FC236}">
                <a16:creationId xmlns:a16="http://schemas.microsoft.com/office/drawing/2014/main" id="{7B68E3CD-7F47-7EF1-0D20-876588C02B66}"/>
              </a:ext>
            </a:extLst>
          </p:cNvPr>
          <p:cNvSpPr/>
          <p:nvPr/>
        </p:nvSpPr>
        <p:spPr>
          <a:xfrm>
            <a:off x="839585" y="1493778"/>
            <a:ext cx="2917768" cy="598516"/>
          </a:xfrm>
          <a:prstGeom prst="roundRect">
            <a:avLst/>
          </a:prstGeom>
          <a:solidFill>
            <a:srgbClr val="FEC66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Step 3: AI Generates a Generic Response</a:t>
            </a:r>
          </a:p>
        </p:txBody>
      </p:sp>
      <p:sp>
        <p:nvSpPr>
          <p:cNvPr id="3" name="Arrow: Right 2">
            <a:extLst>
              <a:ext uri="{FF2B5EF4-FFF2-40B4-BE49-F238E27FC236}">
                <a16:creationId xmlns:a16="http://schemas.microsoft.com/office/drawing/2014/main" id="{A93FC5FB-13B9-38F9-0A75-9BE37DEE2957}"/>
              </a:ext>
            </a:extLst>
          </p:cNvPr>
          <p:cNvSpPr/>
          <p:nvPr/>
        </p:nvSpPr>
        <p:spPr>
          <a:xfrm>
            <a:off x="3757353" y="4887235"/>
            <a:ext cx="1670858" cy="2971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034D6C59-29C7-9909-7060-477F3A2068D0}"/>
              </a:ext>
            </a:extLst>
          </p:cNvPr>
          <p:cNvSpPr/>
          <p:nvPr/>
        </p:nvSpPr>
        <p:spPr>
          <a:xfrm>
            <a:off x="839585" y="4736573"/>
            <a:ext cx="2917768" cy="598516"/>
          </a:xfrm>
          <a:prstGeom prst="roundRect">
            <a:avLst/>
          </a:prstGeom>
          <a:solidFill>
            <a:srgbClr val="DED88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Step 4: User Sets Custom Instructions (Once)</a:t>
            </a:r>
          </a:p>
        </p:txBody>
      </p:sp>
      <p:sp>
        <p:nvSpPr>
          <p:cNvPr id="14" name="TextBox 13">
            <a:extLst>
              <a:ext uri="{FF2B5EF4-FFF2-40B4-BE49-F238E27FC236}">
                <a16:creationId xmlns:a16="http://schemas.microsoft.com/office/drawing/2014/main" id="{10E9289A-03BD-2E59-71EA-66309486632E}"/>
              </a:ext>
            </a:extLst>
          </p:cNvPr>
          <p:cNvSpPr txBox="1"/>
          <p:nvPr/>
        </p:nvSpPr>
        <p:spPr>
          <a:xfrm>
            <a:off x="5428211" y="3864111"/>
            <a:ext cx="4987636" cy="2554545"/>
          </a:xfrm>
          <a:prstGeom prst="rect">
            <a:avLst/>
          </a:prstGeom>
          <a:noFill/>
          <a:ln w="19050">
            <a:solidFill>
              <a:schemeClr val="tx1"/>
            </a:solidFill>
          </a:ln>
        </p:spPr>
        <p:txBody>
          <a:bodyPr wrap="square" rtlCol="0">
            <a:spAutoFit/>
          </a:bodyPr>
          <a:lstStyle/>
          <a:p>
            <a:r>
              <a:rPr lang="en-US" sz="1600" b="1" dirty="0"/>
              <a:t>User Identity &amp; Goal</a:t>
            </a:r>
            <a:endParaRPr lang="en-US" sz="1600" dirty="0"/>
          </a:p>
          <a:p>
            <a:pPr marL="285750" indent="-285750">
              <a:buFont typeface="Arial" panose="020B0604020202020204" pitchFamily="34" charset="0"/>
              <a:buChar char="•"/>
            </a:pPr>
            <a:r>
              <a:rPr lang="en-US" sz="1600" dirty="0"/>
              <a:t>“I’m learning prompt engineering to build a professional course.”</a:t>
            </a:r>
          </a:p>
          <a:p>
            <a:r>
              <a:rPr lang="en-US" sz="1600" b="1" dirty="0"/>
              <a:t>Desired Response Style</a:t>
            </a:r>
            <a:endParaRPr lang="en-US" sz="1600" dirty="0"/>
          </a:p>
          <a:p>
            <a:pPr marL="285750" indent="-285750">
              <a:buFont typeface="Arial" panose="020B0604020202020204" pitchFamily="34" charset="0"/>
              <a:buChar char="•"/>
            </a:pPr>
            <a:r>
              <a:rPr lang="en-US" sz="1600" dirty="0"/>
              <a:t>“Explain concepts step by step.”</a:t>
            </a:r>
          </a:p>
          <a:p>
            <a:pPr marL="285750" indent="-285750">
              <a:buFont typeface="Arial" panose="020B0604020202020204" pitchFamily="34" charset="0"/>
              <a:buChar char="•"/>
            </a:pPr>
            <a:r>
              <a:rPr lang="en-US" sz="1600" dirty="0"/>
              <a:t>“Use simple language and practical examples.”</a:t>
            </a:r>
          </a:p>
          <a:p>
            <a:r>
              <a:rPr lang="en-US" sz="1600" b="1" dirty="0"/>
              <a:t>Persistent Guidebook</a:t>
            </a:r>
            <a:endParaRPr lang="en-US" sz="1600" dirty="0"/>
          </a:p>
          <a:p>
            <a:pPr marL="285750" indent="-285750">
              <a:buFont typeface="Arial" panose="020B0604020202020204" pitchFamily="34" charset="0"/>
              <a:buChar char="•"/>
            </a:pPr>
            <a:r>
              <a:rPr lang="en-US" sz="1600" dirty="0"/>
              <a:t>“Avoid hype or buzzwords.”</a:t>
            </a:r>
          </a:p>
          <a:p>
            <a:pPr marL="285750" indent="-285750">
              <a:buFont typeface="Arial" panose="020B0604020202020204" pitchFamily="34" charset="0"/>
              <a:buChar char="•"/>
            </a:pPr>
            <a:r>
              <a:rPr lang="en-US" sz="1600" dirty="0"/>
              <a:t>“Explain reasoning before conclusions.”</a:t>
            </a:r>
          </a:p>
          <a:p>
            <a:r>
              <a:rPr lang="en-US" sz="1600" dirty="0"/>
              <a:t>These instructions are now </a:t>
            </a:r>
            <a:r>
              <a:rPr lang="en-US" sz="1600" b="1" dirty="0"/>
              <a:t>stored persistently</a:t>
            </a:r>
            <a:r>
              <a:rPr lang="en-US" sz="1600" dirty="0"/>
              <a:t>.</a:t>
            </a:r>
          </a:p>
        </p:txBody>
      </p:sp>
      <p:sp>
        <p:nvSpPr>
          <p:cNvPr id="4" name="Arrow: Right 3">
            <a:extLst>
              <a:ext uri="{FF2B5EF4-FFF2-40B4-BE49-F238E27FC236}">
                <a16:creationId xmlns:a16="http://schemas.microsoft.com/office/drawing/2014/main" id="{B992AC06-6DBB-A48F-CD06-2EFFBE8F3E91}"/>
              </a:ext>
            </a:extLst>
          </p:cNvPr>
          <p:cNvSpPr/>
          <p:nvPr/>
        </p:nvSpPr>
        <p:spPr>
          <a:xfrm>
            <a:off x="3757353" y="1673573"/>
            <a:ext cx="1670858" cy="2971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242683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14BFE-72CD-A6E2-4C76-4FF6AFE5A008}"/>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8A447944-BBBC-A7F9-5AB9-CA859F5DBD4C}"/>
              </a:ext>
            </a:extLst>
          </p:cNvPr>
          <p:cNvSpPr/>
          <p:nvPr/>
        </p:nvSpPr>
        <p:spPr>
          <a:xfrm>
            <a:off x="1554480" y="1827493"/>
            <a:ext cx="2917768" cy="598516"/>
          </a:xfrm>
          <a:prstGeom prst="roundRect">
            <a:avLst/>
          </a:prstGeom>
          <a:solidFill>
            <a:srgbClr val="8367B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Step 5: Same Prompt Is Asked Again</a:t>
            </a:r>
          </a:p>
        </p:txBody>
      </p:sp>
      <p:sp>
        <p:nvSpPr>
          <p:cNvPr id="4" name="TextBox 3">
            <a:extLst>
              <a:ext uri="{FF2B5EF4-FFF2-40B4-BE49-F238E27FC236}">
                <a16:creationId xmlns:a16="http://schemas.microsoft.com/office/drawing/2014/main" id="{47BD2E3E-0AE5-3BC7-3D55-A874F96A92CF}"/>
              </a:ext>
            </a:extLst>
          </p:cNvPr>
          <p:cNvSpPr txBox="1"/>
          <p:nvPr/>
        </p:nvSpPr>
        <p:spPr>
          <a:xfrm>
            <a:off x="6143106" y="1190710"/>
            <a:ext cx="4081549" cy="1903534"/>
          </a:xfrm>
          <a:prstGeom prst="rect">
            <a:avLst/>
          </a:prstGeom>
          <a:noFill/>
          <a:ln w="19050">
            <a:solidFill>
              <a:schemeClr val="tx1"/>
            </a:solidFill>
          </a:ln>
        </p:spPr>
        <p:txBody>
          <a:bodyPr wrap="square" rtlCol="0">
            <a:spAutoFit/>
          </a:bodyPr>
          <a:lstStyle/>
          <a:p>
            <a:pPr>
              <a:lnSpc>
                <a:spcPct val="150000"/>
              </a:lnSpc>
            </a:pPr>
            <a:r>
              <a:rPr lang="en-US" sz="1600" b="1" dirty="0"/>
              <a:t>User prompt (unchanged):</a:t>
            </a:r>
            <a:endParaRPr lang="en-US" sz="1600" dirty="0"/>
          </a:p>
          <a:p>
            <a:pPr>
              <a:lnSpc>
                <a:spcPct val="150000"/>
              </a:lnSpc>
            </a:pPr>
            <a:r>
              <a:rPr lang="en-US" sz="1600" dirty="0"/>
              <a:t>Explain prompt chaining.</a:t>
            </a:r>
          </a:p>
          <a:p>
            <a:pPr>
              <a:lnSpc>
                <a:spcPct val="150000"/>
              </a:lnSpc>
            </a:pPr>
            <a:r>
              <a:rPr lang="en-US" sz="1600" b="1" dirty="0"/>
              <a:t>Important:</a:t>
            </a:r>
            <a:br>
              <a:rPr lang="en-US" sz="1600" dirty="0"/>
            </a:br>
            <a:r>
              <a:rPr lang="en-US" sz="1600" dirty="0"/>
              <a:t>The user did </a:t>
            </a:r>
            <a:r>
              <a:rPr lang="en-US" sz="1600" b="1" dirty="0"/>
              <a:t>not</a:t>
            </a:r>
            <a:r>
              <a:rPr lang="en-US" sz="1600" dirty="0"/>
              <a:t> improve the prompt.</a:t>
            </a:r>
          </a:p>
          <a:p>
            <a:pPr>
              <a:lnSpc>
                <a:spcPct val="150000"/>
              </a:lnSpc>
            </a:pPr>
            <a:r>
              <a:rPr lang="en-US" sz="1600" dirty="0"/>
              <a:t>Only the </a:t>
            </a:r>
            <a:r>
              <a:rPr lang="en-US" sz="1600" b="1" dirty="0"/>
              <a:t>context layer changed</a:t>
            </a:r>
            <a:r>
              <a:rPr lang="en-US" sz="1600" dirty="0"/>
              <a:t>.</a:t>
            </a:r>
          </a:p>
        </p:txBody>
      </p:sp>
      <p:sp>
        <p:nvSpPr>
          <p:cNvPr id="5" name="Rectangle: Rounded Corners 4">
            <a:extLst>
              <a:ext uri="{FF2B5EF4-FFF2-40B4-BE49-F238E27FC236}">
                <a16:creationId xmlns:a16="http://schemas.microsoft.com/office/drawing/2014/main" id="{FE56AF2E-40DA-E52C-DADA-699904255CF1}"/>
              </a:ext>
            </a:extLst>
          </p:cNvPr>
          <p:cNvSpPr/>
          <p:nvPr/>
        </p:nvSpPr>
        <p:spPr>
          <a:xfrm>
            <a:off x="931026" y="4357177"/>
            <a:ext cx="3541222" cy="598516"/>
          </a:xfrm>
          <a:prstGeom prst="roundRect">
            <a:avLst/>
          </a:prstGeom>
          <a:solidFill>
            <a:srgbClr val="FF716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Step 6: AI Applies Custom Instructions Automatically</a:t>
            </a:r>
          </a:p>
        </p:txBody>
      </p:sp>
      <p:sp>
        <p:nvSpPr>
          <p:cNvPr id="6" name="TextBox 5">
            <a:extLst>
              <a:ext uri="{FF2B5EF4-FFF2-40B4-BE49-F238E27FC236}">
                <a16:creationId xmlns:a16="http://schemas.microsoft.com/office/drawing/2014/main" id="{089318E8-755B-4161-6B6F-33EE2B52BCFA}"/>
              </a:ext>
            </a:extLst>
          </p:cNvPr>
          <p:cNvSpPr txBox="1"/>
          <p:nvPr/>
        </p:nvSpPr>
        <p:spPr>
          <a:xfrm>
            <a:off x="6143106" y="3954732"/>
            <a:ext cx="4081549" cy="1569660"/>
          </a:xfrm>
          <a:prstGeom prst="rect">
            <a:avLst/>
          </a:prstGeom>
          <a:noFill/>
          <a:ln w="19050">
            <a:solidFill>
              <a:schemeClr val="tx1"/>
            </a:solidFill>
          </a:ln>
        </p:spPr>
        <p:txBody>
          <a:bodyPr wrap="square" rtlCol="0">
            <a:spAutoFit/>
          </a:bodyPr>
          <a:lstStyle/>
          <a:p>
            <a:r>
              <a:rPr lang="en-US" sz="1600" dirty="0"/>
              <a:t>Before answering, the AI now:</a:t>
            </a:r>
          </a:p>
          <a:p>
            <a:pPr marL="285750" indent="-285750">
              <a:buFont typeface="Arial" panose="020B0604020202020204" pitchFamily="34" charset="0"/>
              <a:buChar char="•"/>
            </a:pPr>
            <a:r>
              <a:rPr lang="en-US" sz="1600" dirty="0"/>
              <a:t>Adjusts depth to beginner level</a:t>
            </a:r>
          </a:p>
          <a:p>
            <a:pPr marL="285750" indent="-285750">
              <a:buFont typeface="Arial" panose="020B0604020202020204" pitchFamily="34" charset="0"/>
              <a:buChar char="•"/>
            </a:pPr>
            <a:r>
              <a:rPr lang="en-US" sz="1600" dirty="0"/>
              <a:t>Chooses a teaching-friendly structure</a:t>
            </a:r>
          </a:p>
          <a:p>
            <a:pPr marL="285750" indent="-285750">
              <a:buFont typeface="Arial" panose="020B0604020202020204" pitchFamily="34" charset="0"/>
              <a:buChar char="•"/>
            </a:pPr>
            <a:r>
              <a:rPr lang="en-US" sz="1600" dirty="0"/>
              <a:t>Avoids abstract jargon</a:t>
            </a:r>
          </a:p>
          <a:p>
            <a:pPr marL="285750" indent="-285750">
              <a:buFont typeface="Arial" panose="020B0604020202020204" pitchFamily="34" charset="0"/>
              <a:buChar char="•"/>
            </a:pPr>
            <a:r>
              <a:rPr lang="en-US" sz="1600" dirty="0"/>
              <a:t>Explains logic step by step</a:t>
            </a:r>
          </a:p>
          <a:p>
            <a:r>
              <a:rPr lang="en-US" sz="1600" dirty="0"/>
              <a:t>This happens </a:t>
            </a:r>
            <a:r>
              <a:rPr lang="en-US" sz="1600" b="1" dirty="0"/>
              <a:t>without being asked again</a:t>
            </a:r>
            <a:r>
              <a:rPr lang="en-US" sz="1600" dirty="0"/>
              <a:t>.</a:t>
            </a:r>
          </a:p>
        </p:txBody>
      </p:sp>
      <p:sp>
        <p:nvSpPr>
          <p:cNvPr id="17" name="Arrow: Right 16">
            <a:extLst>
              <a:ext uri="{FF2B5EF4-FFF2-40B4-BE49-F238E27FC236}">
                <a16:creationId xmlns:a16="http://schemas.microsoft.com/office/drawing/2014/main" id="{135DE1BC-7DA8-1B67-EC02-910914CFDAF0}"/>
              </a:ext>
            </a:extLst>
          </p:cNvPr>
          <p:cNvSpPr/>
          <p:nvPr/>
        </p:nvSpPr>
        <p:spPr>
          <a:xfrm>
            <a:off x="4472248" y="1978154"/>
            <a:ext cx="1670858" cy="2971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201A1427-431D-507C-A0DB-0BC5EB9E9B1C}"/>
              </a:ext>
            </a:extLst>
          </p:cNvPr>
          <p:cNvSpPr/>
          <p:nvPr/>
        </p:nvSpPr>
        <p:spPr>
          <a:xfrm>
            <a:off x="4472248" y="4514845"/>
            <a:ext cx="1670858" cy="2971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29940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D7C92-8F07-4E8B-9EDF-A3ACDA0D1CCD}"/>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6CCFBC82-E207-9935-4825-6E4AC2BCA687}"/>
              </a:ext>
            </a:extLst>
          </p:cNvPr>
          <p:cNvSpPr/>
          <p:nvPr/>
        </p:nvSpPr>
        <p:spPr>
          <a:xfrm>
            <a:off x="1634836" y="1512917"/>
            <a:ext cx="2917768" cy="598516"/>
          </a:xfrm>
          <a:prstGeom prst="roundRect">
            <a:avLst/>
          </a:prstGeom>
          <a:solidFill>
            <a:srgbClr val="CD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Step 7: AI Produces an Aligned Response</a:t>
            </a:r>
          </a:p>
        </p:txBody>
      </p:sp>
      <p:sp>
        <p:nvSpPr>
          <p:cNvPr id="3" name="TextBox 2">
            <a:extLst>
              <a:ext uri="{FF2B5EF4-FFF2-40B4-BE49-F238E27FC236}">
                <a16:creationId xmlns:a16="http://schemas.microsoft.com/office/drawing/2014/main" id="{98F28F11-12CD-DAED-1DE4-7C9EDC665B78}"/>
              </a:ext>
            </a:extLst>
          </p:cNvPr>
          <p:cNvSpPr txBox="1"/>
          <p:nvPr/>
        </p:nvSpPr>
        <p:spPr>
          <a:xfrm>
            <a:off x="6223462" y="145948"/>
            <a:ext cx="4347557" cy="3380862"/>
          </a:xfrm>
          <a:prstGeom prst="rect">
            <a:avLst/>
          </a:prstGeom>
          <a:noFill/>
          <a:ln w="19050">
            <a:solidFill>
              <a:schemeClr val="tx1"/>
            </a:solidFill>
          </a:ln>
        </p:spPr>
        <p:txBody>
          <a:bodyPr wrap="square" rtlCol="0">
            <a:spAutoFit/>
          </a:bodyPr>
          <a:lstStyle/>
          <a:p>
            <a:pPr>
              <a:lnSpc>
                <a:spcPct val="150000"/>
              </a:lnSpc>
            </a:pPr>
            <a:r>
              <a:rPr lang="en-US" sz="1600" b="1" dirty="0"/>
              <a:t>AI response now includes:</a:t>
            </a:r>
            <a:endParaRPr lang="en-US" sz="1600" dirty="0"/>
          </a:p>
          <a:p>
            <a:pPr marL="285750" indent="-285750">
              <a:lnSpc>
                <a:spcPct val="150000"/>
              </a:lnSpc>
              <a:buFont typeface="Arial" panose="020B0604020202020204" pitchFamily="34" charset="0"/>
              <a:buChar char="•"/>
            </a:pPr>
            <a:r>
              <a:rPr lang="en-US" sz="1600" dirty="0"/>
              <a:t>Clear definition</a:t>
            </a:r>
          </a:p>
          <a:p>
            <a:pPr marL="285750" indent="-285750">
              <a:lnSpc>
                <a:spcPct val="150000"/>
              </a:lnSpc>
              <a:buFont typeface="Arial" panose="020B0604020202020204" pitchFamily="34" charset="0"/>
              <a:buChar char="•"/>
            </a:pPr>
            <a:r>
              <a:rPr lang="en-US" sz="1600" dirty="0"/>
              <a:t>Step-by-step explanation</a:t>
            </a:r>
          </a:p>
          <a:p>
            <a:pPr marL="285750" indent="-285750">
              <a:lnSpc>
                <a:spcPct val="150000"/>
              </a:lnSpc>
              <a:buFont typeface="Arial" panose="020B0604020202020204" pitchFamily="34" charset="0"/>
              <a:buChar char="•"/>
            </a:pPr>
            <a:r>
              <a:rPr lang="en-US" sz="1600" dirty="0"/>
              <a:t>Practical example</a:t>
            </a:r>
          </a:p>
          <a:p>
            <a:pPr marL="285750" indent="-285750">
              <a:lnSpc>
                <a:spcPct val="150000"/>
              </a:lnSpc>
              <a:buFont typeface="Arial" panose="020B0604020202020204" pitchFamily="34" charset="0"/>
              <a:buChar char="•"/>
            </a:pPr>
            <a:r>
              <a:rPr lang="en-US" sz="1600" dirty="0"/>
              <a:t>Structured sections</a:t>
            </a:r>
          </a:p>
          <a:p>
            <a:pPr marL="285750" indent="-285750">
              <a:lnSpc>
                <a:spcPct val="150000"/>
              </a:lnSpc>
              <a:buFont typeface="Arial" panose="020B0604020202020204" pitchFamily="34" charset="0"/>
              <a:buChar char="•"/>
            </a:pPr>
            <a:r>
              <a:rPr lang="en-US" sz="1600" dirty="0"/>
              <a:t>Calm, instructional tone</a:t>
            </a:r>
          </a:p>
          <a:p>
            <a:pPr>
              <a:lnSpc>
                <a:spcPct val="150000"/>
              </a:lnSpc>
            </a:pPr>
            <a:r>
              <a:rPr lang="en-US" sz="1600" b="1" dirty="0"/>
              <a:t>Why the output improved:</a:t>
            </a:r>
            <a:br>
              <a:rPr lang="en-US" sz="1600" dirty="0"/>
            </a:br>
            <a:r>
              <a:rPr lang="en-US" sz="1600" dirty="0"/>
              <a:t>Not because the prompt was better,</a:t>
            </a:r>
            <a:br>
              <a:rPr lang="en-US" sz="1600" dirty="0"/>
            </a:br>
            <a:r>
              <a:rPr lang="en-US" sz="1600" dirty="0"/>
              <a:t>but because the </a:t>
            </a:r>
            <a:r>
              <a:rPr lang="en-US" sz="1600" b="1" dirty="0"/>
              <a:t>behavior rules were clearer</a:t>
            </a:r>
            <a:r>
              <a:rPr lang="en-US" sz="1600" dirty="0"/>
              <a:t>.</a:t>
            </a:r>
          </a:p>
        </p:txBody>
      </p:sp>
      <p:sp>
        <p:nvSpPr>
          <p:cNvPr id="9" name="Rectangle: Rounded Corners 8">
            <a:extLst>
              <a:ext uri="{FF2B5EF4-FFF2-40B4-BE49-F238E27FC236}">
                <a16:creationId xmlns:a16="http://schemas.microsoft.com/office/drawing/2014/main" id="{2190102C-0313-9695-F455-6412F192BDA1}"/>
              </a:ext>
            </a:extLst>
          </p:cNvPr>
          <p:cNvSpPr/>
          <p:nvPr/>
        </p:nvSpPr>
        <p:spPr>
          <a:xfrm>
            <a:off x="1634836" y="4569909"/>
            <a:ext cx="2917768" cy="598516"/>
          </a:xfrm>
          <a:prstGeom prst="roundRect">
            <a:avLst/>
          </a:prstGeom>
          <a:solidFill>
            <a:srgbClr val="B1E4E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Step 8: Long-Term Effect</a:t>
            </a:r>
          </a:p>
        </p:txBody>
      </p:sp>
      <p:sp>
        <p:nvSpPr>
          <p:cNvPr id="10" name="TextBox 9">
            <a:extLst>
              <a:ext uri="{FF2B5EF4-FFF2-40B4-BE49-F238E27FC236}">
                <a16:creationId xmlns:a16="http://schemas.microsoft.com/office/drawing/2014/main" id="{E419B801-7BE6-498C-E708-F6774334836C}"/>
              </a:ext>
            </a:extLst>
          </p:cNvPr>
          <p:cNvSpPr txBox="1"/>
          <p:nvPr/>
        </p:nvSpPr>
        <p:spPr>
          <a:xfrm>
            <a:off x="6223462" y="3606365"/>
            <a:ext cx="4347557" cy="2642198"/>
          </a:xfrm>
          <a:prstGeom prst="rect">
            <a:avLst/>
          </a:prstGeom>
          <a:noFill/>
          <a:ln w="19050">
            <a:solidFill>
              <a:schemeClr val="tx1"/>
            </a:solidFill>
          </a:ln>
        </p:spPr>
        <p:txBody>
          <a:bodyPr wrap="square" rtlCol="0">
            <a:spAutoFit/>
          </a:bodyPr>
          <a:lstStyle/>
          <a:p>
            <a:pPr>
              <a:lnSpc>
                <a:spcPct val="150000"/>
              </a:lnSpc>
            </a:pPr>
            <a:r>
              <a:rPr lang="en-US" sz="1600" dirty="0"/>
              <a:t>From this point onward:</a:t>
            </a:r>
          </a:p>
          <a:p>
            <a:pPr marL="285750" indent="-285750">
              <a:lnSpc>
                <a:spcPct val="150000"/>
              </a:lnSpc>
              <a:buFont typeface="Arial" panose="020B0604020202020204" pitchFamily="34" charset="0"/>
              <a:buChar char="•"/>
            </a:pPr>
            <a:r>
              <a:rPr lang="en-US" sz="1600" dirty="0"/>
              <a:t>Every explanation follows the same style</a:t>
            </a:r>
          </a:p>
          <a:p>
            <a:pPr marL="285750" indent="-285750">
              <a:lnSpc>
                <a:spcPct val="150000"/>
              </a:lnSpc>
              <a:buFont typeface="Arial" panose="020B0604020202020204" pitchFamily="34" charset="0"/>
              <a:buChar char="•"/>
            </a:pPr>
            <a:r>
              <a:rPr lang="en-US" sz="1600" dirty="0"/>
              <a:t>The user doesn’t repeat preferences</a:t>
            </a:r>
          </a:p>
          <a:p>
            <a:pPr marL="285750" indent="-285750">
              <a:lnSpc>
                <a:spcPct val="150000"/>
              </a:lnSpc>
              <a:buFont typeface="Arial" panose="020B0604020202020204" pitchFamily="34" charset="0"/>
              <a:buChar char="•"/>
            </a:pPr>
            <a:r>
              <a:rPr lang="en-US" sz="1600" dirty="0"/>
              <a:t>Outputs are consistently reusable for teaching</a:t>
            </a:r>
          </a:p>
          <a:p>
            <a:pPr>
              <a:lnSpc>
                <a:spcPct val="150000"/>
              </a:lnSpc>
            </a:pPr>
            <a:r>
              <a:rPr lang="en-US" sz="1600" dirty="0"/>
              <a:t>Custom instructions continue to guide </a:t>
            </a:r>
            <a:r>
              <a:rPr lang="en-US" sz="1600" b="1" dirty="0"/>
              <a:t>all future prompts</a:t>
            </a:r>
            <a:r>
              <a:rPr lang="en-US" sz="1600" dirty="0"/>
              <a:t>.</a:t>
            </a:r>
          </a:p>
        </p:txBody>
      </p:sp>
      <p:sp>
        <p:nvSpPr>
          <p:cNvPr id="12" name="TextBox 11">
            <a:extLst>
              <a:ext uri="{FF2B5EF4-FFF2-40B4-BE49-F238E27FC236}">
                <a16:creationId xmlns:a16="http://schemas.microsoft.com/office/drawing/2014/main" id="{31244E81-9D84-6A83-1B2E-F33046B8BA47}"/>
              </a:ext>
            </a:extLst>
          </p:cNvPr>
          <p:cNvSpPr txBox="1"/>
          <p:nvPr/>
        </p:nvSpPr>
        <p:spPr>
          <a:xfrm>
            <a:off x="1058487" y="6380697"/>
            <a:ext cx="10075025" cy="369332"/>
          </a:xfrm>
          <a:prstGeom prst="rect">
            <a:avLst/>
          </a:prstGeom>
          <a:noFill/>
          <a:ln w="19050">
            <a:solidFill>
              <a:schemeClr val="tx1"/>
            </a:solidFill>
          </a:ln>
        </p:spPr>
        <p:txBody>
          <a:bodyPr wrap="square">
            <a:spAutoFit/>
          </a:bodyPr>
          <a:lstStyle/>
          <a:p>
            <a:pPr algn="ctr"/>
            <a:r>
              <a:rPr lang="en-US" b="1" dirty="0"/>
              <a:t>Custom instructions don’t improve one answer - they improve how the AI answers everything.</a:t>
            </a:r>
          </a:p>
        </p:txBody>
      </p:sp>
      <p:sp>
        <p:nvSpPr>
          <p:cNvPr id="4" name="Arrow: Right 3">
            <a:extLst>
              <a:ext uri="{FF2B5EF4-FFF2-40B4-BE49-F238E27FC236}">
                <a16:creationId xmlns:a16="http://schemas.microsoft.com/office/drawing/2014/main" id="{2D30DD75-CCA9-0AD0-8853-ABEC7933C3CF}"/>
              </a:ext>
            </a:extLst>
          </p:cNvPr>
          <p:cNvSpPr/>
          <p:nvPr/>
        </p:nvSpPr>
        <p:spPr>
          <a:xfrm>
            <a:off x="4552604" y="4720571"/>
            <a:ext cx="1670858" cy="2971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Right 4">
            <a:extLst>
              <a:ext uri="{FF2B5EF4-FFF2-40B4-BE49-F238E27FC236}">
                <a16:creationId xmlns:a16="http://schemas.microsoft.com/office/drawing/2014/main" id="{A4C2AC27-75A4-A89F-4E1E-8272FCC7D86C}"/>
              </a:ext>
            </a:extLst>
          </p:cNvPr>
          <p:cNvSpPr/>
          <p:nvPr/>
        </p:nvSpPr>
        <p:spPr>
          <a:xfrm>
            <a:off x="4552604" y="1663579"/>
            <a:ext cx="1670858" cy="2971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499538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35C30-DE64-D574-785C-C3E4CD08917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2682181-188A-0191-401E-4485E32DE372}"/>
              </a:ext>
            </a:extLst>
          </p:cNvPr>
          <p:cNvSpPr txBox="1"/>
          <p:nvPr/>
        </p:nvSpPr>
        <p:spPr>
          <a:xfrm>
            <a:off x="984258" y="548142"/>
            <a:ext cx="6123124" cy="461665"/>
          </a:xfrm>
          <a:prstGeom prst="rect">
            <a:avLst/>
          </a:prstGeom>
          <a:noFill/>
        </p:spPr>
        <p:txBody>
          <a:bodyPr wrap="square" rtlCol="0">
            <a:spAutoFit/>
          </a:bodyPr>
          <a:lstStyle/>
          <a:p>
            <a:r>
              <a:rPr lang="en-US" sz="2400" b="1" u="sng" dirty="0">
                <a:solidFill>
                  <a:schemeClr val="accent1">
                    <a:lumMod val="50000"/>
                  </a:schemeClr>
                </a:solidFill>
              </a:rPr>
              <a:t>Custom Instructions vs Task Prompts</a:t>
            </a:r>
          </a:p>
        </p:txBody>
      </p:sp>
      <p:sp>
        <p:nvSpPr>
          <p:cNvPr id="4" name="Rectangle: Top Corners Rounded 3">
            <a:extLst>
              <a:ext uri="{FF2B5EF4-FFF2-40B4-BE49-F238E27FC236}">
                <a16:creationId xmlns:a16="http://schemas.microsoft.com/office/drawing/2014/main" id="{6733D80B-C126-0AAA-9D3B-9AF0C8462782}"/>
              </a:ext>
            </a:extLst>
          </p:cNvPr>
          <p:cNvSpPr/>
          <p:nvPr/>
        </p:nvSpPr>
        <p:spPr>
          <a:xfrm>
            <a:off x="4155536" y="1307909"/>
            <a:ext cx="2638169" cy="837427"/>
          </a:xfrm>
          <a:prstGeom prst="round2SameRect">
            <a:avLst/>
          </a:prstGeom>
          <a:solidFill>
            <a:srgbClr val="45C1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Custom Instruction</a:t>
            </a:r>
          </a:p>
          <a:p>
            <a:pPr algn="ctr"/>
            <a:r>
              <a:rPr lang="en-US" b="1" dirty="0">
                <a:solidFill>
                  <a:schemeClr val="tx1"/>
                </a:solidFill>
              </a:rPr>
              <a:t>(Persistent)</a:t>
            </a:r>
          </a:p>
        </p:txBody>
      </p:sp>
      <p:sp>
        <p:nvSpPr>
          <p:cNvPr id="5" name="Rectangle: Top Corners Rounded 4">
            <a:extLst>
              <a:ext uri="{FF2B5EF4-FFF2-40B4-BE49-F238E27FC236}">
                <a16:creationId xmlns:a16="http://schemas.microsoft.com/office/drawing/2014/main" id="{4EF95A40-C118-4A17-2216-8A05EBF26AD3}"/>
              </a:ext>
            </a:extLst>
          </p:cNvPr>
          <p:cNvSpPr/>
          <p:nvPr/>
        </p:nvSpPr>
        <p:spPr>
          <a:xfrm>
            <a:off x="6827520" y="1307909"/>
            <a:ext cx="2638169" cy="837427"/>
          </a:xfrm>
          <a:prstGeom prst="round2SameRect">
            <a:avLst/>
          </a:prstGeom>
          <a:solidFill>
            <a:srgbClr val="88B1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Task Prompt</a:t>
            </a:r>
            <a:br>
              <a:rPr lang="en-US" b="1" dirty="0">
                <a:solidFill>
                  <a:schemeClr val="tx1"/>
                </a:solidFill>
              </a:rPr>
            </a:br>
            <a:r>
              <a:rPr lang="en-US" b="1" dirty="0">
                <a:solidFill>
                  <a:schemeClr val="tx1"/>
                </a:solidFill>
              </a:rPr>
              <a:t>(Temporary)</a:t>
            </a:r>
          </a:p>
        </p:txBody>
      </p:sp>
      <p:sp>
        <p:nvSpPr>
          <p:cNvPr id="6" name="Rectangle 5">
            <a:extLst>
              <a:ext uri="{FF2B5EF4-FFF2-40B4-BE49-F238E27FC236}">
                <a16:creationId xmlns:a16="http://schemas.microsoft.com/office/drawing/2014/main" id="{25276B9D-7CDE-BAEB-1B75-00B18B07BDF5}"/>
              </a:ext>
            </a:extLst>
          </p:cNvPr>
          <p:cNvSpPr/>
          <p:nvPr/>
        </p:nvSpPr>
        <p:spPr>
          <a:xfrm>
            <a:off x="4155535" y="2205564"/>
            <a:ext cx="2638169" cy="1202823"/>
          </a:xfrm>
          <a:prstGeom prst="rect">
            <a:avLst/>
          </a:prstGeom>
          <a:solidFill>
            <a:srgbClr val="CDEF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solidFill>
                <a:schemeClr val="tx1"/>
              </a:solidFill>
            </a:endParaRPr>
          </a:p>
          <a:p>
            <a:pPr algn="ctr"/>
            <a:r>
              <a:rPr lang="en-US" sz="1600" dirty="0">
                <a:solidFill>
                  <a:schemeClr val="tx1"/>
                </a:solidFill>
              </a:rPr>
              <a:t>Default Persona Goals &amp; Rules</a:t>
            </a:r>
          </a:p>
        </p:txBody>
      </p:sp>
      <p:sp>
        <p:nvSpPr>
          <p:cNvPr id="7" name="Rectangle 6">
            <a:extLst>
              <a:ext uri="{FF2B5EF4-FFF2-40B4-BE49-F238E27FC236}">
                <a16:creationId xmlns:a16="http://schemas.microsoft.com/office/drawing/2014/main" id="{2EFCAAEA-A3FF-7D83-D1FB-59ABBF7D9B90}"/>
              </a:ext>
            </a:extLst>
          </p:cNvPr>
          <p:cNvSpPr/>
          <p:nvPr/>
        </p:nvSpPr>
        <p:spPr>
          <a:xfrm>
            <a:off x="6827520" y="2205564"/>
            <a:ext cx="2638169" cy="1202823"/>
          </a:xfrm>
          <a:prstGeom prst="rect">
            <a:avLst/>
          </a:prstGeom>
          <a:solidFill>
            <a:srgbClr val="D4E1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a:p>
            <a:pPr algn="ctr"/>
            <a:r>
              <a:rPr lang="en-US" sz="1600" dirty="0">
                <a:solidFill>
                  <a:schemeClr val="tx1"/>
                </a:solidFill>
              </a:rPr>
              <a:t>Specific Job &amp; Output</a:t>
            </a:r>
          </a:p>
        </p:txBody>
      </p:sp>
      <p:sp>
        <p:nvSpPr>
          <p:cNvPr id="8" name="Rectangle 7">
            <a:extLst>
              <a:ext uri="{FF2B5EF4-FFF2-40B4-BE49-F238E27FC236}">
                <a16:creationId xmlns:a16="http://schemas.microsoft.com/office/drawing/2014/main" id="{D5126DA1-B51D-881D-840E-0F7B09357757}"/>
              </a:ext>
            </a:extLst>
          </p:cNvPr>
          <p:cNvSpPr/>
          <p:nvPr/>
        </p:nvSpPr>
        <p:spPr>
          <a:xfrm>
            <a:off x="4155534" y="3459583"/>
            <a:ext cx="2638169" cy="1202823"/>
          </a:xfrm>
          <a:prstGeom prst="rect">
            <a:avLst/>
          </a:prstGeom>
          <a:solidFill>
            <a:srgbClr val="CDEF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a:p>
            <a:pPr algn="ctr"/>
            <a:r>
              <a:rPr lang="en-US" sz="1600" dirty="0">
                <a:solidFill>
                  <a:schemeClr val="tx1"/>
                </a:solidFill>
              </a:rPr>
              <a:t>Set once applies to all tasks</a:t>
            </a:r>
            <a:endParaRPr lang="en-US" dirty="0">
              <a:solidFill>
                <a:schemeClr val="tx1"/>
              </a:solidFill>
            </a:endParaRPr>
          </a:p>
        </p:txBody>
      </p:sp>
      <p:sp>
        <p:nvSpPr>
          <p:cNvPr id="9" name="Rectangle 8">
            <a:extLst>
              <a:ext uri="{FF2B5EF4-FFF2-40B4-BE49-F238E27FC236}">
                <a16:creationId xmlns:a16="http://schemas.microsoft.com/office/drawing/2014/main" id="{5CD73DBD-377E-32F3-3B73-FF3A4334D044}"/>
              </a:ext>
            </a:extLst>
          </p:cNvPr>
          <p:cNvSpPr/>
          <p:nvPr/>
        </p:nvSpPr>
        <p:spPr>
          <a:xfrm>
            <a:off x="6827520" y="3459583"/>
            <a:ext cx="2638169" cy="1202823"/>
          </a:xfrm>
          <a:prstGeom prst="rect">
            <a:avLst/>
          </a:prstGeom>
          <a:solidFill>
            <a:srgbClr val="D4E1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solidFill>
                <a:schemeClr val="tx1"/>
              </a:solidFill>
            </a:endParaRPr>
          </a:p>
          <a:p>
            <a:pPr algn="ctr"/>
            <a:r>
              <a:rPr lang="en-US" sz="1600" dirty="0">
                <a:solidFill>
                  <a:schemeClr val="tx1"/>
                </a:solidFill>
              </a:rPr>
              <a:t>Written for every new task</a:t>
            </a:r>
          </a:p>
        </p:txBody>
      </p:sp>
      <p:sp>
        <p:nvSpPr>
          <p:cNvPr id="10" name="Rectangle 9">
            <a:extLst>
              <a:ext uri="{FF2B5EF4-FFF2-40B4-BE49-F238E27FC236}">
                <a16:creationId xmlns:a16="http://schemas.microsoft.com/office/drawing/2014/main" id="{10346D55-A2AF-25B5-D8D9-5F0F16E8E210}"/>
              </a:ext>
            </a:extLst>
          </p:cNvPr>
          <p:cNvSpPr/>
          <p:nvPr/>
        </p:nvSpPr>
        <p:spPr>
          <a:xfrm>
            <a:off x="4155533" y="4703631"/>
            <a:ext cx="2638169" cy="1202823"/>
          </a:xfrm>
          <a:prstGeom prst="rect">
            <a:avLst/>
          </a:prstGeom>
          <a:solidFill>
            <a:srgbClr val="CDEF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sz="1600" dirty="0">
              <a:solidFill>
                <a:schemeClr val="tx1"/>
              </a:solidFill>
            </a:endParaRPr>
          </a:p>
          <a:p>
            <a:pPr algn="ctr"/>
            <a:r>
              <a:rPr lang="en-US" sz="1600" dirty="0">
                <a:solidFill>
                  <a:schemeClr val="tx1"/>
                </a:solidFill>
              </a:rPr>
              <a:t>“I’m building a professional training course.”</a:t>
            </a:r>
          </a:p>
        </p:txBody>
      </p:sp>
      <p:sp>
        <p:nvSpPr>
          <p:cNvPr id="11" name="Rectangle 10">
            <a:extLst>
              <a:ext uri="{FF2B5EF4-FFF2-40B4-BE49-F238E27FC236}">
                <a16:creationId xmlns:a16="http://schemas.microsoft.com/office/drawing/2014/main" id="{EC9F2CDC-9FD8-2560-ABB3-2062C2AF4B25}"/>
              </a:ext>
            </a:extLst>
          </p:cNvPr>
          <p:cNvSpPr/>
          <p:nvPr/>
        </p:nvSpPr>
        <p:spPr>
          <a:xfrm>
            <a:off x="6827520" y="4713601"/>
            <a:ext cx="2638169" cy="1202823"/>
          </a:xfrm>
          <a:prstGeom prst="rect">
            <a:avLst/>
          </a:prstGeom>
          <a:solidFill>
            <a:srgbClr val="D4E1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sz="1600" dirty="0">
              <a:solidFill>
                <a:schemeClr val="tx1"/>
              </a:solidFill>
            </a:endParaRPr>
          </a:p>
          <a:p>
            <a:pPr algn="ctr"/>
            <a:r>
              <a:rPr lang="en-US" sz="1600" dirty="0">
                <a:solidFill>
                  <a:schemeClr val="tx1"/>
                </a:solidFill>
              </a:rPr>
              <a:t>“Create a 5-question multiple-choice quiz on AI.”</a:t>
            </a:r>
          </a:p>
        </p:txBody>
      </p:sp>
      <p:sp>
        <p:nvSpPr>
          <p:cNvPr id="12" name="Rectangle: Single Corner Rounded 11">
            <a:extLst>
              <a:ext uri="{FF2B5EF4-FFF2-40B4-BE49-F238E27FC236}">
                <a16:creationId xmlns:a16="http://schemas.microsoft.com/office/drawing/2014/main" id="{5885604E-5E3F-F9FE-5B97-D6CC0C389DD8}"/>
              </a:ext>
            </a:extLst>
          </p:cNvPr>
          <p:cNvSpPr/>
          <p:nvPr/>
        </p:nvSpPr>
        <p:spPr>
          <a:xfrm rot="10800000" flipV="1">
            <a:off x="1766157" y="2205564"/>
            <a:ext cx="2368300" cy="1202823"/>
          </a:xfrm>
          <a:prstGeom prst="round1Rect">
            <a:avLst/>
          </a:prstGeom>
          <a:solidFill>
            <a:srgbClr val="F0F2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a:p>
            <a:pPr algn="ctr"/>
            <a:r>
              <a:rPr lang="en-US" b="1" dirty="0">
                <a:solidFill>
                  <a:schemeClr val="tx1"/>
                </a:solidFill>
              </a:rPr>
              <a:t>Primary Role</a:t>
            </a:r>
          </a:p>
        </p:txBody>
      </p:sp>
      <p:sp>
        <p:nvSpPr>
          <p:cNvPr id="14" name="Rectangle 13">
            <a:extLst>
              <a:ext uri="{FF2B5EF4-FFF2-40B4-BE49-F238E27FC236}">
                <a16:creationId xmlns:a16="http://schemas.microsoft.com/office/drawing/2014/main" id="{50E38D82-1D08-6275-B456-011491502918}"/>
              </a:ext>
            </a:extLst>
          </p:cNvPr>
          <p:cNvSpPr/>
          <p:nvPr/>
        </p:nvSpPr>
        <p:spPr>
          <a:xfrm>
            <a:off x="1766155" y="3449613"/>
            <a:ext cx="2368301" cy="1212793"/>
          </a:xfrm>
          <a:prstGeom prst="rect">
            <a:avLst/>
          </a:prstGeom>
          <a:solidFill>
            <a:srgbClr val="F0F2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a:p>
            <a:pPr algn="ctr"/>
            <a:endParaRPr lang="en-US" b="1" dirty="0">
              <a:solidFill>
                <a:schemeClr val="tx1"/>
              </a:solidFill>
            </a:endParaRPr>
          </a:p>
          <a:p>
            <a:pPr algn="ctr"/>
            <a:r>
              <a:rPr lang="en-US" b="1" dirty="0">
                <a:solidFill>
                  <a:schemeClr val="tx1"/>
                </a:solidFill>
              </a:rPr>
              <a:t>Frequency</a:t>
            </a:r>
          </a:p>
        </p:txBody>
      </p:sp>
      <p:sp>
        <p:nvSpPr>
          <p:cNvPr id="15" name="Rectangle 14">
            <a:extLst>
              <a:ext uri="{FF2B5EF4-FFF2-40B4-BE49-F238E27FC236}">
                <a16:creationId xmlns:a16="http://schemas.microsoft.com/office/drawing/2014/main" id="{A4E78F9F-8292-9045-68E3-50D7B6E7C2B5}"/>
              </a:ext>
            </a:extLst>
          </p:cNvPr>
          <p:cNvSpPr/>
          <p:nvPr/>
        </p:nvSpPr>
        <p:spPr>
          <a:xfrm>
            <a:off x="1766155" y="4703631"/>
            <a:ext cx="2368302" cy="1212793"/>
          </a:xfrm>
          <a:prstGeom prst="rect">
            <a:avLst/>
          </a:prstGeom>
          <a:solidFill>
            <a:srgbClr val="F0F2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a:p>
            <a:pPr algn="ctr"/>
            <a:endParaRPr lang="en-US" b="1" dirty="0">
              <a:solidFill>
                <a:schemeClr val="tx1"/>
              </a:solidFill>
            </a:endParaRPr>
          </a:p>
          <a:p>
            <a:pPr algn="ctr"/>
            <a:r>
              <a:rPr lang="en-US" b="1" dirty="0">
                <a:solidFill>
                  <a:schemeClr val="tx1"/>
                </a:solidFill>
              </a:rPr>
              <a:t>Example</a:t>
            </a:r>
          </a:p>
        </p:txBody>
      </p:sp>
      <p:grpSp>
        <p:nvGrpSpPr>
          <p:cNvPr id="26" name="Group 25">
            <a:extLst>
              <a:ext uri="{FF2B5EF4-FFF2-40B4-BE49-F238E27FC236}">
                <a16:creationId xmlns:a16="http://schemas.microsoft.com/office/drawing/2014/main" id="{C7DC4FEF-6389-1915-482D-DF9D88261A1A}"/>
              </a:ext>
            </a:extLst>
          </p:cNvPr>
          <p:cNvGrpSpPr/>
          <p:nvPr/>
        </p:nvGrpSpPr>
        <p:grpSpPr>
          <a:xfrm>
            <a:off x="2488640" y="2337647"/>
            <a:ext cx="967669" cy="464122"/>
            <a:chOff x="2488640" y="2337647"/>
            <a:chExt cx="967669" cy="464122"/>
          </a:xfrm>
        </p:grpSpPr>
        <p:pic>
          <p:nvPicPr>
            <p:cNvPr id="23" name="Picture 22">
              <a:extLst>
                <a:ext uri="{FF2B5EF4-FFF2-40B4-BE49-F238E27FC236}">
                  <a16:creationId xmlns:a16="http://schemas.microsoft.com/office/drawing/2014/main" id="{749577F6-94C2-49AF-D357-2D82AF8E19A8}"/>
                </a:ext>
              </a:extLst>
            </p:cNvPr>
            <p:cNvPicPr>
              <a:picLocks noChangeAspect="1"/>
            </p:cNvPicPr>
            <p:nvPr/>
          </p:nvPicPr>
          <p:blipFill>
            <a:blip r:embed="rId3"/>
            <a:stretch>
              <a:fillRect/>
            </a:stretch>
          </p:blipFill>
          <p:spPr>
            <a:xfrm>
              <a:off x="2992187" y="2337647"/>
              <a:ext cx="464122" cy="464122"/>
            </a:xfrm>
            <a:prstGeom prst="rect">
              <a:avLst/>
            </a:prstGeom>
          </p:spPr>
        </p:pic>
        <p:pic>
          <p:nvPicPr>
            <p:cNvPr id="25" name="Picture 24">
              <a:extLst>
                <a:ext uri="{FF2B5EF4-FFF2-40B4-BE49-F238E27FC236}">
                  <a16:creationId xmlns:a16="http://schemas.microsoft.com/office/drawing/2014/main" id="{74FF5285-830B-8EF5-D4FF-D2F6218916B0}"/>
                </a:ext>
              </a:extLst>
            </p:cNvPr>
            <p:cNvPicPr>
              <a:picLocks noChangeAspect="1"/>
            </p:cNvPicPr>
            <p:nvPr/>
          </p:nvPicPr>
          <p:blipFill>
            <a:blip r:embed="rId4"/>
            <a:stretch>
              <a:fillRect/>
            </a:stretch>
          </p:blipFill>
          <p:spPr>
            <a:xfrm>
              <a:off x="2488640" y="2340104"/>
              <a:ext cx="461665" cy="461665"/>
            </a:xfrm>
            <a:prstGeom prst="rect">
              <a:avLst/>
            </a:prstGeom>
          </p:spPr>
        </p:pic>
      </p:grpSp>
      <p:grpSp>
        <p:nvGrpSpPr>
          <p:cNvPr id="31" name="Group 30">
            <a:extLst>
              <a:ext uri="{FF2B5EF4-FFF2-40B4-BE49-F238E27FC236}">
                <a16:creationId xmlns:a16="http://schemas.microsoft.com/office/drawing/2014/main" id="{4B442E55-7DFA-094A-6AA6-760AEA6ECD65}"/>
              </a:ext>
            </a:extLst>
          </p:cNvPr>
          <p:cNvGrpSpPr/>
          <p:nvPr/>
        </p:nvGrpSpPr>
        <p:grpSpPr>
          <a:xfrm>
            <a:off x="2488640" y="4662405"/>
            <a:ext cx="858657" cy="858658"/>
            <a:chOff x="2488640" y="4662405"/>
            <a:chExt cx="858657" cy="858658"/>
          </a:xfrm>
        </p:grpSpPr>
        <p:pic>
          <p:nvPicPr>
            <p:cNvPr id="28" name="Graphic 27" descr="Thought bubble outline">
              <a:extLst>
                <a:ext uri="{FF2B5EF4-FFF2-40B4-BE49-F238E27FC236}">
                  <a16:creationId xmlns:a16="http://schemas.microsoft.com/office/drawing/2014/main" id="{3F717727-F5BB-14C4-8F6C-2C0CC2493D7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488640" y="4703631"/>
              <a:ext cx="817432" cy="817432"/>
            </a:xfrm>
            <a:prstGeom prst="rect">
              <a:avLst/>
            </a:prstGeom>
          </p:spPr>
        </p:pic>
        <p:pic>
          <p:nvPicPr>
            <p:cNvPr id="30" name="Graphic 29" descr="Pencil outline">
              <a:extLst>
                <a:ext uri="{FF2B5EF4-FFF2-40B4-BE49-F238E27FC236}">
                  <a16:creationId xmlns:a16="http://schemas.microsoft.com/office/drawing/2014/main" id="{B3BC54AB-0183-44C5-395A-CB95ED64521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848872" y="4662405"/>
              <a:ext cx="498425" cy="498425"/>
            </a:xfrm>
            <a:prstGeom prst="rect">
              <a:avLst/>
            </a:prstGeom>
          </p:spPr>
        </p:pic>
      </p:grpSp>
      <p:pic>
        <p:nvPicPr>
          <p:cNvPr id="33" name="Graphic 32" descr="Thought bubble outline">
            <a:extLst>
              <a:ext uri="{FF2B5EF4-FFF2-40B4-BE49-F238E27FC236}">
                <a16:creationId xmlns:a16="http://schemas.microsoft.com/office/drawing/2014/main" id="{3EA46E95-AC8A-161D-4763-33CE5D2FF26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51236" y="4703631"/>
            <a:ext cx="642734" cy="642734"/>
          </a:xfrm>
          <a:prstGeom prst="rect">
            <a:avLst/>
          </a:prstGeom>
        </p:spPr>
      </p:pic>
      <p:pic>
        <p:nvPicPr>
          <p:cNvPr id="35" name="Picture 34">
            <a:extLst>
              <a:ext uri="{FF2B5EF4-FFF2-40B4-BE49-F238E27FC236}">
                <a16:creationId xmlns:a16="http://schemas.microsoft.com/office/drawing/2014/main" id="{3813BD99-FC4A-3C9F-87EF-6B814653195E}"/>
              </a:ext>
            </a:extLst>
          </p:cNvPr>
          <p:cNvPicPr>
            <a:picLocks noChangeAspect="1"/>
          </p:cNvPicPr>
          <p:nvPr/>
        </p:nvPicPr>
        <p:blipFill>
          <a:blip r:embed="rId9"/>
          <a:stretch>
            <a:fillRect/>
          </a:stretch>
        </p:blipFill>
        <p:spPr>
          <a:xfrm>
            <a:off x="7789405" y="4782174"/>
            <a:ext cx="485648" cy="485648"/>
          </a:xfrm>
          <a:prstGeom prst="rect">
            <a:avLst/>
          </a:prstGeom>
        </p:spPr>
      </p:pic>
      <p:pic>
        <p:nvPicPr>
          <p:cNvPr id="37" name="Picture 36">
            <a:extLst>
              <a:ext uri="{FF2B5EF4-FFF2-40B4-BE49-F238E27FC236}">
                <a16:creationId xmlns:a16="http://schemas.microsoft.com/office/drawing/2014/main" id="{7BFF6A8C-E9BA-DC98-7F60-96A34CD809EF}"/>
              </a:ext>
            </a:extLst>
          </p:cNvPr>
          <p:cNvPicPr>
            <a:picLocks noChangeAspect="1"/>
          </p:cNvPicPr>
          <p:nvPr/>
        </p:nvPicPr>
        <p:blipFill>
          <a:blip r:embed="rId10"/>
          <a:stretch>
            <a:fillRect/>
          </a:stretch>
        </p:blipFill>
        <p:spPr>
          <a:xfrm>
            <a:off x="7914543" y="3577446"/>
            <a:ext cx="556126" cy="556126"/>
          </a:xfrm>
          <a:prstGeom prst="rect">
            <a:avLst/>
          </a:prstGeom>
        </p:spPr>
      </p:pic>
      <p:grpSp>
        <p:nvGrpSpPr>
          <p:cNvPr id="42" name="Group 41">
            <a:extLst>
              <a:ext uri="{FF2B5EF4-FFF2-40B4-BE49-F238E27FC236}">
                <a16:creationId xmlns:a16="http://schemas.microsoft.com/office/drawing/2014/main" id="{60577D8E-4CBA-5A61-A618-70C198DDB228}"/>
              </a:ext>
            </a:extLst>
          </p:cNvPr>
          <p:cNvGrpSpPr/>
          <p:nvPr/>
        </p:nvGrpSpPr>
        <p:grpSpPr>
          <a:xfrm>
            <a:off x="5151236" y="3543781"/>
            <a:ext cx="623455" cy="642440"/>
            <a:chOff x="5151236" y="3543781"/>
            <a:chExt cx="623455" cy="642440"/>
          </a:xfrm>
        </p:grpSpPr>
        <p:pic>
          <p:nvPicPr>
            <p:cNvPr id="39" name="Picture 38">
              <a:extLst>
                <a:ext uri="{FF2B5EF4-FFF2-40B4-BE49-F238E27FC236}">
                  <a16:creationId xmlns:a16="http://schemas.microsoft.com/office/drawing/2014/main" id="{CC6B3B19-950E-8702-4FB0-1CB4498E8795}"/>
                </a:ext>
              </a:extLst>
            </p:cNvPr>
            <p:cNvPicPr>
              <a:picLocks noChangeAspect="1"/>
            </p:cNvPicPr>
            <p:nvPr/>
          </p:nvPicPr>
          <p:blipFill>
            <a:blip r:embed="rId11"/>
            <a:stretch>
              <a:fillRect/>
            </a:stretch>
          </p:blipFill>
          <p:spPr>
            <a:xfrm>
              <a:off x="5151236" y="3543781"/>
              <a:ext cx="623455" cy="623455"/>
            </a:xfrm>
            <a:prstGeom prst="rect">
              <a:avLst/>
            </a:prstGeom>
          </p:spPr>
        </p:pic>
        <p:pic>
          <p:nvPicPr>
            <p:cNvPr id="41" name="Graphic 40" descr="Infinity outline">
              <a:extLst>
                <a:ext uri="{FF2B5EF4-FFF2-40B4-BE49-F238E27FC236}">
                  <a16:creationId xmlns:a16="http://schemas.microsoft.com/office/drawing/2014/main" id="{2D85D41B-435E-7A61-3EB8-5E2F26C2979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221479" y="3729021"/>
              <a:ext cx="457200" cy="457200"/>
            </a:xfrm>
            <a:prstGeom prst="rect">
              <a:avLst/>
            </a:prstGeom>
          </p:spPr>
        </p:pic>
      </p:grpSp>
      <p:pic>
        <p:nvPicPr>
          <p:cNvPr id="44" name="Picture 43">
            <a:extLst>
              <a:ext uri="{FF2B5EF4-FFF2-40B4-BE49-F238E27FC236}">
                <a16:creationId xmlns:a16="http://schemas.microsoft.com/office/drawing/2014/main" id="{B0638CAE-3C5C-92B2-82B3-F1D65D58514C}"/>
              </a:ext>
            </a:extLst>
          </p:cNvPr>
          <p:cNvPicPr>
            <a:picLocks noChangeAspect="1"/>
          </p:cNvPicPr>
          <p:nvPr/>
        </p:nvPicPr>
        <p:blipFill>
          <a:blip r:embed="rId14"/>
          <a:stretch>
            <a:fillRect/>
          </a:stretch>
        </p:blipFill>
        <p:spPr>
          <a:xfrm>
            <a:off x="7789406" y="2264166"/>
            <a:ext cx="681264" cy="681264"/>
          </a:xfrm>
          <a:prstGeom prst="rect">
            <a:avLst/>
          </a:prstGeom>
        </p:spPr>
      </p:pic>
      <p:pic>
        <p:nvPicPr>
          <p:cNvPr id="46" name="Graphic 45" descr="User Crown Male outline">
            <a:extLst>
              <a:ext uri="{FF2B5EF4-FFF2-40B4-BE49-F238E27FC236}">
                <a16:creationId xmlns:a16="http://schemas.microsoft.com/office/drawing/2014/main" id="{CC45872D-989D-2602-A6ED-E3E56F41F19E}"/>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055779" y="2268902"/>
            <a:ext cx="718912" cy="718912"/>
          </a:xfrm>
          <a:prstGeom prst="rect">
            <a:avLst/>
          </a:prstGeom>
        </p:spPr>
      </p:pic>
      <p:pic>
        <p:nvPicPr>
          <p:cNvPr id="49" name="Picture 48">
            <a:extLst>
              <a:ext uri="{FF2B5EF4-FFF2-40B4-BE49-F238E27FC236}">
                <a16:creationId xmlns:a16="http://schemas.microsoft.com/office/drawing/2014/main" id="{0218C461-5220-4FB3-9C56-7DC1F82DC230}"/>
              </a:ext>
            </a:extLst>
          </p:cNvPr>
          <p:cNvPicPr>
            <a:picLocks noChangeAspect="1"/>
          </p:cNvPicPr>
          <p:nvPr/>
        </p:nvPicPr>
        <p:blipFill>
          <a:blip r:embed="rId17"/>
          <a:stretch>
            <a:fillRect/>
          </a:stretch>
        </p:blipFill>
        <p:spPr>
          <a:xfrm>
            <a:off x="2529290" y="3494597"/>
            <a:ext cx="721822" cy="721822"/>
          </a:xfrm>
          <a:prstGeom prst="rect">
            <a:avLst/>
          </a:prstGeom>
        </p:spPr>
      </p:pic>
      <p:sp>
        <p:nvSpPr>
          <p:cNvPr id="51" name="TextBox 50">
            <a:extLst>
              <a:ext uri="{FF2B5EF4-FFF2-40B4-BE49-F238E27FC236}">
                <a16:creationId xmlns:a16="http://schemas.microsoft.com/office/drawing/2014/main" id="{306BC76D-B31E-8612-8DFF-8869404F140D}"/>
              </a:ext>
            </a:extLst>
          </p:cNvPr>
          <p:cNvSpPr txBox="1"/>
          <p:nvPr/>
        </p:nvSpPr>
        <p:spPr>
          <a:xfrm>
            <a:off x="1263534" y="6126261"/>
            <a:ext cx="10208029" cy="369332"/>
          </a:xfrm>
          <a:prstGeom prst="rect">
            <a:avLst/>
          </a:prstGeom>
          <a:noFill/>
          <a:ln w="19050">
            <a:solidFill>
              <a:schemeClr val="accent4">
                <a:lumMod val="60000"/>
                <a:lumOff val="40000"/>
              </a:schemeClr>
            </a:solidFill>
          </a:ln>
        </p:spPr>
        <p:txBody>
          <a:bodyPr wrap="square">
            <a:spAutoFit/>
          </a:bodyPr>
          <a:lstStyle/>
          <a:p>
            <a:pPr algn="ctr"/>
            <a:r>
              <a:rPr lang="en-US" b="1" dirty="0"/>
              <a:t>Think of custom instructions as the operating system, and prompts as individual commands.</a:t>
            </a:r>
          </a:p>
        </p:txBody>
      </p:sp>
    </p:spTree>
    <p:extLst>
      <p:ext uri="{BB962C8B-B14F-4D97-AF65-F5344CB8AC3E}">
        <p14:creationId xmlns:p14="http://schemas.microsoft.com/office/powerpoint/2010/main" val="2635400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1E59D-5B65-E1FC-2958-AE65B05D5FE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B160978-588B-DE37-8E13-BB455403C6DC}"/>
              </a:ext>
            </a:extLst>
          </p:cNvPr>
          <p:cNvSpPr/>
          <p:nvPr/>
        </p:nvSpPr>
        <p:spPr>
          <a:xfrm>
            <a:off x="1" y="214197"/>
            <a:ext cx="12192000" cy="642014"/>
          </a:xfrm>
          <a:prstGeom prst="rect">
            <a:avLst/>
          </a:prstGeom>
          <a:solidFill>
            <a:schemeClr val="accent2">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latinLnBrk="1"/>
            <a:r>
              <a:rPr lang="en-US" sz="3600" b="1" dirty="0"/>
              <a:t>Constraint Management </a:t>
            </a:r>
          </a:p>
        </p:txBody>
      </p:sp>
      <p:sp>
        <p:nvSpPr>
          <p:cNvPr id="4" name="TextBox 3">
            <a:extLst>
              <a:ext uri="{FF2B5EF4-FFF2-40B4-BE49-F238E27FC236}">
                <a16:creationId xmlns:a16="http://schemas.microsoft.com/office/drawing/2014/main" id="{462CA08B-90E3-3251-B68E-FF613B2DE162}"/>
              </a:ext>
            </a:extLst>
          </p:cNvPr>
          <p:cNvSpPr txBox="1"/>
          <p:nvPr/>
        </p:nvSpPr>
        <p:spPr>
          <a:xfrm>
            <a:off x="1177896" y="1116384"/>
            <a:ext cx="10873048" cy="923330"/>
          </a:xfrm>
          <a:prstGeom prst="rect">
            <a:avLst/>
          </a:prstGeom>
          <a:noFill/>
        </p:spPr>
        <p:txBody>
          <a:bodyPr wrap="square">
            <a:spAutoFit/>
          </a:bodyPr>
          <a:lstStyle/>
          <a:p>
            <a:r>
              <a:rPr lang="en-US" b="1" dirty="0"/>
              <a:t>Constraint management in prompt engineering is the practice of deliberately setting boundaries on what the AI should say, how it should say it, and what it must avoid, so the output stays focused, consistent, and aligned with your goal.</a:t>
            </a:r>
          </a:p>
        </p:txBody>
      </p:sp>
      <p:sp>
        <p:nvSpPr>
          <p:cNvPr id="6" name="TextBox 5">
            <a:extLst>
              <a:ext uri="{FF2B5EF4-FFF2-40B4-BE49-F238E27FC236}">
                <a16:creationId xmlns:a16="http://schemas.microsoft.com/office/drawing/2014/main" id="{3FE56ADC-D840-2E1F-70AD-B416BD99CDB1}"/>
              </a:ext>
            </a:extLst>
          </p:cNvPr>
          <p:cNvSpPr txBox="1"/>
          <p:nvPr/>
        </p:nvSpPr>
        <p:spPr>
          <a:xfrm>
            <a:off x="1776411" y="2635686"/>
            <a:ext cx="4838009" cy="2129878"/>
          </a:xfrm>
          <a:prstGeom prst="rect">
            <a:avLst/>
          </a:prstGeom>
          <a:solidFill>
            <a:schemeClr val="accent1">
              <a:lumMod val="40000"/>
              <a:lumOff val="60000"/>
            </a:schemeClr>
          </a:solidFill>
          <a:ln w="19050">
            <a:solidFill>
              <a:schemeClr val="tx1"/>
            </a:solidFill>
          </a:ln>
        </p:spPr>
        <p:txBody>
          <a:bodyPr wrap="square">
            <a:spAutoFit/>
          </a:bodyPr>
          <a:lstStyle/>
          <a:p>
            <a:pPr>
              <a:lnSpc>
                <a:spcPct val="150000"/>
              </a:lnSpc>
            </a:pPr>
            <a:r>
              <a:rPr lang="en-US" b="1" dirty="0"/>
              <a:t>What Constraint Management Controls:</a:t>
            </a:r>
          </a:p>
          <a:p>
            <a:pPr marL="285750" indent="-285750">
              <a:lnSpc>
                <a:spcPct val="150000"/>
              </a:lnSpc>
              <a:buFont typeface="Arial" panose="020B0604020202020204" pitchFamily="34" charset="0"/>
              <a:buChar char="•"/>
            </a:pPr>
            <a:r>
              <a:rPr lang="en-US" dirty="0"/>
              <a:t>What content is included or excluded</a:t>
            </a:r>
          </a:p>
          <a:p>
            <a:pPr marL="285750" indent="-285750">
              <a:lnSpc>
                <a:spcPct val="150000"/>
              </a:lnSpc>
              <a:buFont typeface="Arial" panose="020B0604020202020204" pitchFamily="34" charset="0"/>
              <a:buChar char="•"/>
            </a:pPr>
            <a:r>
              <a:rPr lang="en-US" dirty="0"/>
              <a:t>How detailed or concise the response is</a:t>
            </a:r>
          </a:p>
          <a:p>
            <a:pPr marL="285750" indent="-285750">
              <a:lnSpc>
                <a:spcPct val="150000"/>
              </a:lnSpc>
              <a:buFont typeface="Arial" panose="020B0604020202020204" pitchFamily="34" charset="0"/>
              <a:buChar char="•"/>
            </a:pPr>
            <a:r>
              <a:rPr lang="en-US" dirty="0"/>
              <a:t>The tone, style, and voice of the output</a:t>
            </a:r>
          </a:p>
          <a:p>
            <a:pPr marL="285750" indent="-285750">
              <a:lnSpc>
                <a:spcPct val="150000"/>
              </a:lnSpc>
              <a:buFont typeface="Arial" panose="020B0604020202020204" pitchFamily="34" charset="0"/>
              <a:buChar char="•"/>
            </a:pPr>
            <a:r>
              <a:rPr lang="en-US" dirty="0"/>
              <a:t>Format and structure of the response</a:t>
            </a:r>
            <a:endParaRPr lang="en-US" b="1" dirty="0"/>
          </a:p>
        </p:txBody>
      </p:sp>
      <p:sp>
        <p:nvSpPr>
          <p:cNvPr id="9" name="TextBox 8">
            <a:extLst>
              <a:ext uri="{FF2B5EF4-FFF2-40B4-BE49-F238E27FC236}">
                <a16:creationId xmlns:a16="http://schemas.microsoft.com/office/drawing/2014/main" id="{70EB1C64-95A6-6D39-2CB4-D560DE59C427}"/>
              </a:ext>
            </a:extLst>
          </p:cNvPr>
          <p:cNvSpPr txBox="1"/>
          <p:nvPr/>
        </p:nvSpPr>
        <p:spPr>
          <a:xfrm>
            <a:off x="7254499" y="2873406"/>
            <a:ext cx="3873733" cy="1714380"/>
          </a:xfrm>
          <a:prstGeom prst="rect">
            <a:avLst/>
          </a:prstGeom>
          <a:solidFill>
            <a:schemeClr val="accent5">
              <a:lumMod val="20000"/>
              <a:lumOff val="80000"/>
            </a:schemeClr>
          </a:solidFill>
          <a:ln w="19050">
            <a:solidFill>
              <a:schemeClr val="tx1"/>
            </a:solidFill>
          </a:ln>
        </p:spPr>
        <p:txBody>
          <a:bodyPr wrap="square">
            <a:spAutoFit/>
          </a:bodyPr>
          <a:lstStyle/>
          <a:p>
            <a:pPr>
              <a:lnSpc>
                <a:spcPct val="150000"/>
              </a:lnSpc>
              <a:buNone/>
            </a:pPr>
            <a:r>
              <a:rPr lang="en-US" b="1" dirty="0"/>
              <a:t>Think of constraints as guardrails:</a:t>
            </a:r>
            <a:endParaRPr lang="en-US" dirty="0"/>
          </a:p>
          <a:p>
            <a:pPr>
              <a:lnSpc>
                <a:spcPct val="150000"/>
              </a:lnSpc>
              <a:buFont typeface="Arial" panose="020B0604020202020204" pitchFamily="34" charset="0"/>
              <a:buChar char="•"/>
            </a:pPr>
            <a:r>
              <a:rPr lang="en-US" dirty="0"/>
              <a:t> </a:t>
            </a:r>
            <a:r>
              <a:rPr lang="en-US" b="1" dirty="0"/>
              <a:t>Too few </a:t>
            </a:r>
            <a:r>
              <a:rPr lang="en-US" dirty="0"/>
              <a:t>→ messy outputs</a:t>
            </a:r>
          </a:p>
          <a:p>
            <a:pPr>
              <a:lnSpc>
                <a:spcPct val="150000"/>
              </a:lnSpc>
              <a:buFont typeface="Arial" panose="020B0604020202020204" pitchFamily="34" charset="0"/>
              <a:buChar char="•"/>
            </a:pPr>
            <a:r>
              <a:rPr lang="en-US" dirty="0"/>
              <a:t> </a:t>
            </a:r>
            <a:r>
              <a:rPr lang="en-US" b="1" dirty="0"/>
              <a:t>Too many </a:t>
            </a:r>
            <a:r>
              <a:rPr lang="en-US" dirty="0"/>
              <a:t>→ rigid outputs</a:t>
            </a:r>
          </a:p>
          <a:p>
            <a:pPr>
              <a:lnSpc>
                <a:spcPct val="150000"/>
              </a:lnSpc>
              <a:buFont typeface="Arial" panose="020B0604020202020204" pitchFamily="34" charset="0"/>
              <a:buChar char="•"/>
            </a:pPr>
            <a:r>
              <a:rPr lang="en-US" dirty="0"/>
              <a:t> </a:t>
            </a:r>
            <a:r>
              <a:rPr lang="en-US" b="1" dirty="0"/>
              <a:t>Just right </a:t>
            </a:r>
            <a:r>
              <a:rPr lang="en-US" dirty="0"/>
              <a:t>→ clear, reliable results</a:t>
            </a:r>
          </a:p>
        </p:txBody>
      </p:sp>
      <p:sp>
        <p:nvSpPr>
          <p:cNvPr id="11" name="TextBox 10">
            <a:extLst>
              <a:ext uri="{FF2B5EF4-FFF2-40B4-BE49-F238E27FC236}">
                <a16:creationId xmlns:a16="http://schemas.microsoft.com/office/drawing/2014/main" id="{7CC6A683-B4AF-1586-93A9-1FD2C80C626D}"/>
              </a:ext>
            </a:extLst>
          </p:cNvPr>
          <p:cNvSpPr txBox="1"/>
          <p:nvPr/>
        </p:nvSpPr>
        <p:spPr>
          <a:xfrm>
            <a:off x="2349039" y="5509619"/>
            <a:ext cx="8158248" cy="646331"/>
          </a:xfrm>
          <a:prstGeom prst="rect">
            <a:avLst/>
          </a:prstGeom>
          <a:noFill/>
          <a:ln w="28575">
            <a:solidFill>
              <a:srgbClr val="0070C0"/>
            </a:solidFill>
          </a:ln>
        </p:spPr>
        <p:txBody>
          <a:bodyPr wrap="square">
            <a:spAutoFit/>
          </a:bodyPr>
          <a:lstStyle/>
          <a:p>
            <a:pPr algn="ctr">
              <a:buNone/>
            </a:pPr>
            <a:r>
              <a:rPr lang="en-US" b="1" dirty="0"/>
              <a:t>Constraint management is about setting boundaries so the AI produces focused, consistent, and usable outputs.</a:t>
            </a:r>
          </a:p>
        </p:txBody>
      </p:sp>
    </p:spTree>
    <p:extLst>
      <p:ext uri="{BB962C8B-B14F-4D97-AF65-F5344CB8AC3E}">
        <p14:creationId xmlns:p14="http://schemas.microsoft.com/office/powerpoint/2010/main" val="25750301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E7515-B43F-2D92-3B08-45FE326612F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8D5D261-6390-AE41-CDB9-C67F275C7FED}"/>
              </a:ext>
            </a:extLst>
          </p:cNvPr>
          <p:cNvSpPr txBox="1"/>
          <p:nvPr/>
        </p:nvSpPr>
        <p:spPr>
          <a:xfrm>
            <a:off x="1361209" y="384756"/>
            <a:ext cx="6097384" cy="461665"/>
          </a:xfrm>
          <a:prstGeom prst="rect">
            <a:avLst/>
          </a:prstGeom>
          <a:noFill/>
        </p:spPr>
        <p:txBody>
          <a:bodyPr wrap="square">
            <a:spAutoFit/>
          </a:bodyPr>
          <a:lstStyle/>
          <a:p>
            <a:r>
              <a:rPr lang="en-US" sz="2400" b="1" u="sng">
                <a:solidFill>
                  <a:schemeClr val="accent4">
                    <a:lumMod val="50000"/>
                  </a:schemeClr>
                </a:solidFill>
              </a:rPr>
              <a:t>Constraint Type 1: Ditch the Fluff</a:t>
            </a:r>
            <a:endParaRPr lang="en-US" sz="2400" b="1" u="sng" dirty="0">
              <a:solidFill>
                <a:schemeClr val="accent4">
                  <a:lumMod val="50000"/>
                </a:schemeClr>
              </a:solidFill>
            </a:endParaRPr>
          </a:p>
        </p:txBody>
      </p:sp>
      <p:sp>
        <p:nvSpPr>
          <p:cNvPr id="6" name="Rectangle: Rounded Corners 5">
            <a:extLst>
              <a:ext uri="{FF2B5EF4-FFF2-40B4-BE49-F238E27FC236}">
                <a16:creationId xmlns:a16="http://schemas.microsoft.com/office/drawing/2014/main" id="{3EB28FF6-578A-0A5A-20EE-7C19B6175C1E}"/>
              </a:ext>
            </a:extLst>
          </p:cNvPr>
          <p:cNvSpPr/>
          <p:nvPr/>
        </p:nvSpPr>
        <p:spPr>
          <a:xfrm>
            <a:off x="2984268" y="1101920"/>
            <a:ext cx="5793971" cy="400110"/>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b="1" dirty="0"/>
              <a:t>Ditch the Fluff: </a:t>
            </a:r>
            <a:r>
              <a:rPr lang="en-US" dirty="0"/>
              <a:t>Verbosity and length constraints</a:t>
            </a:r>
          </a:p>
        </p:txBody>
      </p:sp>
      <p:sp>
        <p:nvSpPr>
          <p:cNvPr id="8" name="TextBox 7">
            <a:extLst>
              <a:ext uri="{FF2B5EF4-FFF2-40B4-BE49-F238E27FC236}">
                <a16:creationId xmlns:a16="http://schemas.microsoft.com/office/drawing/2014/main" id="{909D8A34-93A8-B578-6969-D6C5BA4C4413}"/>
              </a:ext>
            </a:extLst>
          </p:cNvPr>
          <p:cNvSpPr txBox="1"/>
          <p:nvPr/>
        </p:nvSpPr>
        <p:spPr>
          <a:xfrm>
            <a:off x="1582189" y="1666089"/>
            <a:ext cx="9443257" cy="923330"/>
          </a:xfrm>
          <a:prstGeom prst="rect">
            <a:avLst/>
          </a:prstGeom>
          <a:noFill/>
        </p:spPr>
        <p:txBody>
          <a:bodyPr wrap="square">
            <a:spAutoFit/>
          </a:bodyPr>
          <a:lstStyle/>
          <a:p>
            <a:r>
              <a:rPr lang="en-US" dirty="0"/>
              <a:t>This is about controlling how much the AI says.</a:t>
            </a:r>
            <a:br>
              <a:rPr lang="en-US" dirty="0"/>
            </a:br>
            <a:r>
              <a:rPr lang="en-US" dirty="0"/>
              <a:t>By default, AI tends to over-explain, add filler, or wrap answers in unnecessary introductions and conclusions. “Ditch the fluff” tells the AI to be concise and focus only on what matters.</a:t>
            </a:r>
          </a:p>
        </p:txBody>
      </p:sp>
      <p:sp>
        <p:nvSpPr>
          <p:cNvPr id="9" name="Rectangle: Diagonal Corners Rounded 8">
            <a:extLst>
              <a:ext uri="{FF2B5EF4-FFF2-40B4-BE49-F238E27FC236}">
                <a16:creationId xmlns:a16="http://schemas.microsoft.com/office/drawing/2014/main" id="{77C39C7F-24B4-9B4F-31E7-FFFB4B486EFD}"/>
              </a:ext>
            </a:extLst>
          </p:cNvPr>
          <p:cNvSpPr/>
          <p:nvPr/>
        </p:nvSpPr>
        <p:spPr>
          <a:xfrm>
            <a:off x="1853738" y="3025833"/>
            <a:ext cx="3000894" cy="1055716"/>
          </a:xfrm>
          <a:prstGeom prst="round2Diag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Bad Example:</a:t>
            </a:r>
          </a:p>
          <a:p>
            <a:pPr algn="ctr"/>
            <a:r>
              <a:rPr lang="en-US" dirty="0"/>
              <a:t>Explain prompt engineering in detail.</a:t>
            </a:r>
          </a:p>
        </p:txBody>
      </p:sp>
      <p:sp>
        <p:nvSpPr>
          <p:cNvPr id="10" name="Rectangle: Diagonal Corners Rounded 9">
            <a:extLst>
              <a:ext uri="{FF2B5EF4-FFF2-40B4-BE49-F238E27FC236}">
                <a16:creationId xmlns:a16="http://schemas.microsoft.com/office/drawing/2014/main" id="{AF338A16-E7BA-FAA4-7A57-0A329F8BE4D4}"/>
              </a:ext>
            </a:extLst>
          </p:cNvPr>
          <p:cNvSpPr/>
          <p:nvPr/>
        </p:nvSpPr>
        <p:spPr>
          <a:xfrm>
            <a:off x="6793574" y="2843773"/>
            <a:ext cx="3813465" cy="1596043"/>
          </a:xfrm>
          <a:prstGeom prst="round2DiagRect">
            <a:avLst/>
          </a:prstGeom>
          <a:solidFill>
            <a:srgbClr val="299B9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Good Example:</a:t>
            </a:r>
          </a:p>
          <a:p>
            <a:pPr algn="ctr"/>
            <a:r>
              <a:rPr lang="en-US" dirty="0"/>
              <a:t>Explain prompt engineering in 5 clear bullet points.</a:t>
            </a:r>
          </a:p>
          <a:p>
            <a:pPr algn="ctr"/>
            <a:r>
              <a:rPr lang="en-US" dirty="0"/>
              <a:t>Avoid introductions, conclusions, and filler phrases.</a:t>
            </a:r>
          </a:p>
        </p:txBody>
      </p:sp>
      <p:sp>
        <p:nvSpPr>
          <p:cNvPr id="12" name="TextBox 11">
            <a:extLst>
              <a:ext uri="{FF2B5EF4-FFF2-40B4-BE49-F238E27FC236}">
                <a16:creationId xmlns:a16="http://schemas.microsoft.com/office/drawing/2014/main" id="{D9F195D4-54BB-68CD-8D4E-F4C1008D708A}"/>
              </a:ext>
            </a:extLst>
          </p:cNvPr>
          <p:cNvSpPr txBox="1"/>
          <p:nvPr/>
        </p:nvSpPr>
        <p:spPr>
          <a:xfrm>
            <a:off x="6793574" y="4635989"/>
            <a:ext cx="3472644" cy="646331"/>
          </a:xfrm>
          <a:prstGeom prst="rect">
            <a:avLst/>
          </a:prstGeom>
          <a:noFill/>
          <a:ln w="12700">
            <a:solidFill>
              <a:schemeClr val="tx1"/>
            </a:solidFill>
          </a:ln>
        </p:spPr>
        <p:txBody>
          <a:bodyPr wrap="square">
            <a:spAutoFit/>
          </a:bodyPr>
          <a:lstStyle/>
          <a:p>
            <a:r>
              <a:rPr lang="en-US" b="1" dirty="0"/>
              <a:t>Result:</a:t>
            </a:r>
            <a:br>
              <a:rPr lang="en-US" dirty="0"/>
            </a:br>
            <a:r>
              <a:rPr lang="en-US" dirty="0"/>
              <a:t>Clear, focused, and easy to read.</a:t>
            </a:r>
          </a:p>
        </p:txBody>
      </p:sp>
      <p:sp>
        <p:nvSpPr>
          <p:cNvPr id="13" name="TextBox 12">
            <a:extLst>
              <a:ext uri="{FF2B5EF4-FFF2-40B4-BE49-F238E27FC236}">
                <a16:creationId xmlns:a16="http://schemas.microsoft.com/office/drawing/2014/main" id="{311C2C7F-E0D0-72D8-7B27-88AAA379D8BB}"/>
              </a:ext>
            </a:extLst>
          </p:cNvPr>
          <p:cNvSpPr txBox="1"/>
          <p:nvPr/>
        </p:nvSpPr>
        <p:spPr>
          <a:xfrm>
            <a:off x="1764374" y="4268582"/>
            <a:ext cx="3472644" cy="1200329"/>
          </a:xfrm>
          <a:prstGeom prst="rect">
            <a:avLst/>
          </a:prstGeom>
          <a:noFill/>
          <a:ln w="12700">
            <a:solidFill>
              <a:schemeClr val="tx1"/>
            </a:solidFill>
          </a:ln>
        </p:spPr>
        <p:txBody>
          <a:bodyPr wrap="square">
            <a:spAutoFit/>
          </a:bodyPr>
          <a:lstStyle/>
          <a:p>
            <a:r>
              <a:rPr lang="en-US" b="1" dirty="0"/>
              <a:t>Result:</a:t>
            </a:r>
            <a:br>
              <a:rPr lang="en-US" dirty="0"/>
            </a:br>
            <a:r>
              <a:rPr lang="en-US" dirty="0"/>
              <a:t>Long, bloated explanation with generic introductions and unnecessary theory.</a:t>
            </a:r>
          </a:p>
        </p:txBody>
      </p:sp>
      <p:sp>
        <p:nvSpPr>
          <p:cNvPr id="15" name="TextBox 14">
            <a:extLst>
              <a:ext uri="{FF2B5EF4-FFF2-40B4-BE49-F238E27FC236}">
                <a16:creationId xmlns:a16="http://schemas.microsoft.com/office/drawing/2014/main" id="{90EDB683-0556-7ADE-2EFE-06C81BEB5CC2}"/>
              </a:ext>
            </a:extLst>
          </p:cNvPr>
          <p:cNvSpPr txBox="1"/>
          <p:nvPr/>
        </p:nvSpPr>
        <p:spPr>
          <a:xfrm>
            <a:off x="1764373" y="5795813"/>
            <a:ext cx="9013074" cy="646331"/>
          </a:xfrm>
          <a:prstGeom prst="rect">
            <a:avLst/>
          </a:prstGeom>
          <a:noFill/>
          <a:ln w="19050">
            <a:solidFill>
              <a:schemeClr val="tx1"/>
            </a:solidFill>
          </a:ln>
        </p:spPr>
        <p:txBody>
          <a:bodyPr wrap="square">
            <a:spAutoFit/>
          </a:bodyPr>
          <a:lstStyle/>
          <a:p>
            <a:pPr algn="ctr"/>
            <a:r>
              <a:rPr lang="en-US" b="1" dirty="0"/>
              <a:t>Limiting verbosity forces the AI to focus on the core idea, producing clearer and more usable answers instead of long, unfocused explanations.</a:t>
            </a:r>
          </a:p>
        </p:txBody>
      </p:sp>
    </p:spTree>
    <p:extLst>
      <p:ext uri="{BB962C8B-B14F-4D97-AF65-F5344CB8AC3E}">
        <p14:creationId xmlns:p14="http://schemas.microsoft.com/office/powerpoint/2010/main" val="39330607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246C6-87B7-FC2A-E55E-B2230FB6291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3ECC235-EE5B-9C4A-798F-53B68E72CD1D}"/>
              </a:ext>
            </a:extLst>
          </p:cNvPr>
          <p:cNvSpPr txBox="1"/>
          <p:nvPr/>
        </p:nvSpPr>
        <p:spPr>
          <a:xfrm>
            <a:off x="1361209" y="384756"/>
            <a:ext cx="6097384" cy="461665"/>
          </a:xfrm>
          <a:prstGeom prst="rect">
            <a:avLst/>
          </a:prstGeom>
          <a:noFill/>
        </p:spPr>
        <p:txBody>
          <a:bodyPr wrap="square">
            <a:spAutoFit/>
          </a:bodyPr>
          <a:lstStyle/>
          <a:p>
            <a:r>
              <a:rPr lang="en-US" sz="2400" b="1" u="sng" dirty="0">
                <a:solidFill>
                  <a:schemeClr val="accent1">
                    <a:lumMod val="50000"/>
                  </a:schemeClr>
                </a:solidFill>
              </a:rPr>
              <a:t>Constraint Type 2: Negative Prompting</a:t>
            </a:r>
          </a:p>
        </p:txBody>
      </p:sp>
      <p:sp>
        <p:nvSpPr>
          <p:cNvPr id="6" name="Rectangle: Rounded Corners 5">
            <a:extLst>
              <a:ext uri="{FF2B5EF4-FFF2-40B4-BE49-F238E27FC236}">
                <a16:creationId xmlns:a16="http://schemas.microsoft.com/office/drawing/2014/main" id="{3449B2E5-269F-29AC-D987-E4C0EB547AB6}"/>
              </a:ext>
            </a:extLst>
          </p:cNvPr>
          <p:cNvSpPr/>
          <p:nvPr/>
        </p:nvSpPr>
        <p:spPr>
          <a:xfrm>
            <a:off x="2984268" y="1101920"/>
            <a:ext cx="5793971" cy="400110"/>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b="1" dirty="0"/>
          </a:p>
          <a:p>
            <a:r>
              <a:rPr lang="en-US" b="1" dirty="0"/>
              <a:t>Negative Prompting: </a:t>
            </a:r>
            <a:r>
              <a:rPr lang="en-US" dirty="0"/>
              <a:t>Defining what the AI must avoid</a:t>
            </a:r>
          </a:p>
          <a:p>
            <a:pPr algn="ctr">
              <a:buNone/>
            </a:pPr>
            <a:endParaRPr lang="en-US" dirty="0"/>
          </a:p>
        </p:txBody>
      </p:sp>
      <p:sp>
        <p:nvSpPr>
          <p:cNvPr id="8" name="TextBox 7">
            <a:extLst>
              <a:ext uri="{FF2B5EF4-FFF2-40B4-BE49-F238E27FC236}">
                <a16:creationId xmlns:a16="http://schemas.microsoft.com/office/drawing/2014/main" id="{CD439ABB-53B1-FDD1-CE9F-7A960BF12A08}"/>
              </a:ext>
            </a:extLst>
          </p:cNvPr>
          <p:cNvSpPr txBox="1"/>
          <p:nvPr/>
        </p:nvSpPr>
        <p:spPr>
          <a:xfrm>
            <a:off x="1582189" y="1666089"/>
            <a:ext cx="9443257" cy="923330"/>
          </a:xfrm>
          <a:prstGeom prst="rect">
            <a:avLst/>
          </a:prstGeom>
          <a:noFill/>
        </p:spPr>
        <p:txBody>
          <a:bodyPr wrap="square">
            <a:spAutoFit/>
          </a:bodyPr>
          <a:lstStyle/>
          <a:p>
            <a:r>
              <a:rPr lang="en-US" dirty="0"/>
              <a:t>Negative prompting means explicitly telling the AI what it should not do.</a:t>
            </a:r>
            <a:br>
              <a:rPr lang="en-US" dirty="0"/>
            </a:br>
            <a:r>
              <a:rPr lang="en-US" dirty="0"/>
              <a:t>Instead of hoping the model avoids mistakes, you set clear exclusions to prevent unwanted content.</a:t>
            </a:r>
          </a:p>
        </p:txBody>
      </p:sp>
      <p:sp>
        <p:nvSpPr>
          <p:cNvPr id="9" name="Rectangle: Diagonal Corners Rounded 8">
            <a:extLst>
              <a:ext uri="{FF2B5EF4-FFF2-40B4-BE49-F238E27FC236}">
                <a16:creationId xmlns:a16="http://schemas.microsoft.com/office/drawing/2014/main" id="{E67E7BF6-F1F6-AB8C-75C5-C3D50DBE7957}"/>
              </a:ext>
            </a:extLst>
          </p:cNvPr>
          <p:cNvSpPr/>
          <p:nvPr/>
        </p:nvSpPr>
        <p:spPr>
          <a:xfrm>
            <a:off x="1981198" y="2867891"/>
            <a:ext cx="3175462" cy="1122218"/>
          </a:xfrm>
          <a:prstGeom prst="round2DiagRect">
            <a:avLst/>
          </a:prstGeom>
          <a:solidFill>
            <a:srgbClr val="33CEE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Bad Example:</a:t>
            </a:r>
          </a:p>
          <a:p>
            <a:pPr algn="ctr"/>
            <a:r>
              <a:rPr lang="en-US" dirty="0"/>
              <a:t>Write a professional explanation of prompt engineering.</a:t>
            </a:r>
          </a:p>
        </p:txBody>
      </p:sp>
      <p:sp>
        <p:nvSpPr>
          <p:cNvPr id="10" name="Rectangle: Diagonal Corners Rounded 9">
            <a:extLst>
              <a:ext uri="{FF2B5EF4-FFF2-40B4-BE49-F238E27FC236}">
                <a16:creationId xmlns:a16="http://schemas.microsoft.com/office/drawing/2014/main" id="{6B9678B1-876B-0DB5-1412-43FAEB4B95EA}"/>
              </a:ext>
            </a:extLst>
          </p:cNvPr>
          <p:cNvSpPr/>
          <p:nvPr/>
        </p:nvSpPr>
        <p:spPr>
          <a:xfrm>
            <a:off x="6560818" y="2589419"/>
            <a:ext cx="4145975" cy="1792216"/>
          </a:xfrm>
          <a:prstGeom prst="round2DiagRect">
            <a:avLst/>
          </a:prstGeom>
          <a:solidFill>
            <a:srgbClr val="D4BAE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Good Example:</a:t>
            </a:r>
          </a:p>
          <a:p>
            <a:pPr algn="ctr"/>
            <a:r>
              <a:rPr lang="en-US" dirty="0"/>
              <a:t>Write a professional explanation of prompt engineering.</a:t>
            </a:r>
          </a:p>
          <a:p>
            <a:pPr algn="ctr"/>
            <a:r>
              <a:rPr lang="en-US" dirty="0"/>
              <a:t>Do not use buzzwords.</a:t>
            </a:r>
          </a:p>
          <a:p>
            <a:pPr algn="ctr"/>
            <a:r>
              <a:rPr lang="en-US" dirty="0"/>
              <a:t>Do not add marketing language.</a:t>
            </a:r>
          </a:p>
          <a:p>
            <a:pPr algn="ctr"/>
            <a:r>
              <a:rPr lang="en-US" dirty="0"/>
              <a:t>Do not assume prior knowledge.</a:t>
            </a:r>
          </a:p>
        </p:txBody>
      </p:sp>
      <p:sp>
        <p:nvSpPr>
          <p:cNvPr id="12" name="TextBox 11">
            <a:extLst>
              <a:ext uri="{FF2B5EF4-FFF2-40B4-BE49-F238E27FC236}">
                <a16:creationId xmlns:a16="http://schemas.microsoft.com/office/drawing/2014/main" id="{41A08661-08EB-76FD-EEF3-9E62082E9AF5}"/>
              </a:ext>
            </a:extLst>
          </p:cNvPr>
          <p:cNvSpPr txBox="1"/>
          <p:nvPr/>
        </p:nvSpPr>
        <p:spPr>
          <a:xfrm>
            <a:off x="6793574" y="4635989"/>
            <a:ext cx="3472644" cy="923330"/>
          </a:xfrm>
          <a:prstGeom prst="rect">
            <a:avLst/>
          </a:prstGeom>
          <a:noFill/>
          <a:ln w="12700">
            <a:solidFill>
              <a:schemeClr val="tx1"/>
            </a:solidFill>
          </a:ln>
        </p:spPr>
        <p:txBody>
          <a:bodyPr wrap="square">
            <a:spAutoFit/>
          </a:bodyPr>
          <a:lstStyle/>
          <a:p>
            <a:r>
              <a:rPr lang="en-US" b="1" dirty="0"/>
              <a:t>Result:</a:t>
            </a:r>
            <a:br>
              <a:rPr lang="en-US" dirty="0"/>
            </a:br>
            <a:r>
              <a:rPr lang="en-US" dirty="0"/>
              <a:t>Cleaner, more controlled output with fewer surprises.</a:t>
            </a:r>
          </a:p>
        </p:txBody>
      </p:sp>
      <p:sp>
        <p:nvSpPr>
          <p:cNvPr id="13" name="TextBox 12">
            <a:extLst>
              <a:ext uri="{FF2B5EF4-FFF2-40B4-BE49-F238E27FC236}">
                <a16:creationId xmlns:a16="http://schemas.microsoft.com/office/drawing/2014/main" id="{1C31969B-E123-279F-3EBC-713BE9FA7BCF}"/>
              </a:ext>
            </a:extLst>
          </p:cNvPr>
          <p:cNvSpPr txBox="1"/>
          <p:nvPr/>
        </p:nvSpPr>
        <p:spPr>
          <a:xfrm>
            <a:off x="1764374" y="4268582"/>
            <a:ext cx="3472644" cy="923330"/>
          </a:xfrm>
          <a:prstGeom prst="rect">
            <a:avLst/>
          </a:prstGeom>
          <a:noFill/>
          <a:ln w="12700">
            <a:solidFill>
              <a:schemeClr val="tx1"/>
            </a:solidFill>
          </a:ln>
        </p:spPr>
        <p:txBody>
          <a:bodyPr wrap="square">
            <a:spAutoFit/>
          </a:bodyPr>
          <a:lstStyle/>
          <a:p>
            <a:r>
              <a:rPr lang="en-US" b="1" dirty="0"/>
              <a:t>Result:</a:t>
            </a:r>
            <a:br>
              <a:rPr lang="en-US" dirty="0"/>
            </a:br>
            <a:r>
              <a:rPr lang="en-US" dirty="0"/>
              <a:t>Buzzwords, marketing language, and vague phrasing creep in.</a:t>
            </a:r>
          </a:p>
        </p:txBody>
      </p:sp>
      <p:sp>
        <p:nvSpPr>
          <p:cNvPr id="4" name="TextBox 3">
            <a:extLst>
              <a:ext uri="{FF2B5EF4-FFF2-40B4-BE49-F238E27FC236}">
                <a16:creationId xmlns:a16="http://schemas.microsoft.com/office/drawing/2014/main" id="{552C237E-7419-E0E2-BD48-B78F6A8C3BEB}"/>
              </a:ext>
            </a:extLst>
          </p:cNvPr>
          <p:cNvSpPr txBox="1"/>
          <p:nvPr/>
        </p:nvSpPr>
        <p:spPr>
          <a:xfrm>
            <a:off x="1925782" y="5813673"/>
            <a:ext cx="8549640" cy="646331"/>
          </a:xfrm>
          <a:prstGeom prst="rect">
            <a:avLst/>
          </a:prstGeom>
          <a:noFill/>
          <a:ln w="19050">
            <a:solidFill>
              <a:schemeClr val="tx1"/>
            </a:solidFill>
          </a:ln>
        </p:spPr>
        <p:txBody>
          <a:bodyPr wrap="square">
            <a:spAutoFit/>
          </a:bodyPr>
          <a:lstStyle/>
          <a:p>
            <a:pPr algn="ctr"/>
            <a:r>
              <a:rPr lang="en-US" b="1" dirty="0"/>
              <a:t>Negative prompting improves reliability by explicitly telling the AI what to avoid, reducing common mistakes and unwanted content.</a:t>
            </a:r>
          </a:p>
        </p:txBody>
      </p:sp>
    </p:spTree>
    <p:extLst>
      <p:ext uri="{BB962C8B-B14F-4D97-AF65-F5344CB8AC3E}">
        <p14:creationId xmlns:p14="http://schemas.microsoft.com/office/powerpoint/2010/main" val="959204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CA19A-3CF8-97FD-50B1-02FA51A1D87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DA72345-B3AD-AAEA-2965-0004EEE19F40}"/>
              </a:ext>
            </a:extLst>
          </p:cNvPr>
          <p:cNvSpPr txBox="1"/>
          <p:nvPr/>
        </p:nvSpPr>
        <p:spPr>
          <a:xfrm>
            <a:off x="1361209" y="384756"/>
            <a:ext cx="6097384" cy="461665"/>
          </a:xfrm>
          <a:prstGeom prst="rect">
            <a:avLst/>
          </a:prstGeom>
          <a:noFill/>
        </p:spPr>
        <p:txBody>
          <a:bodyPr wrap="square">
            <a:spAutoFit/>
          </a:bodyPr>
          <a:lstStyle/>
          <a:p>
            <a:r>
              <a:rPr lang="en-US" sz="2400" b="1" u="sng" dirty="0">
                <a:solidFill>
                  <a:schemeClr val="accent3">
                    <a:lumMod val="50000"/>
                  </a:schemeClr>
                </a:solidFill>
              </a:rPr>
              <a:t>Constraint Type 3: Style Mirroring</a:t>
            </a:r>
          </a:p>
        </p:txBody>
      </p:sp>
      <p:sp>
        <p:nvSpPr>
          <p:cNvPr id="6" name="Rectangle: Rounded Corners 5">
            <a:extLst>
              <a:ext uri="{FF2B5EF4-FFF2-40B4-BE49-F238E27FC236}">
                <a16:creationId xmlns:a16="http://schemas.microsoft.com/office/drawing/2014/main" id="{93A82AE6-5F9C-557B-AB60-74EB6EDB805D}"/>
              </a:ext>
            </a:extLst>
          </p:cNvPr>
          <p:cNvSpPr/>
          <p:nvPr/>
        </p:nvSpPr>
        <p:spPr>
          <a:xfrm>
            <a:off x="3199014" y="1014023"/>
            <a:ext cx="5793971" cy="400110"/>
          </a:xfrm>
          <a:prstGeom prst="roundRect">
            <a:avLst/>
          </a:prstGeom>
          <a:solidFill>
            <a:srgbClr val="35DFD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b="1" dirty="0"/>
              <a:t>Style Mirroring: </a:t>
            </a:r>
            <a:r>
              <a:rPr lang="en-US" dirty="0"/>
              <a:t>Tone and voice control</a:t>
            </a:r>
            <a:r>
              <a:rPr lang="en-US" b="1" dirty="0"/>
              <a:t> </a:t>
            </a:r>
          </a:p>
        </p:txBody>
      </p:sp>
      <p:sp>
        <p:nvSpPr>
          <p:cNvPr id="8" name="TextBox 7">
            <a:extLst>
              <a:ext uri="{FF2B5EF4-FFF2-40B4-BE49-F238E27FC236}">
                <a16:creationId xmlns:a16="http://schemas.microsoft.com/office/drawing/2014/main" id="{DEBFA892-C5E3-D4AC-1F1E-7E2C39CC9623}"/>
              </a:ext>
            </a:extLst>
          </p:cNvPr>
          <p:cNvSpPr txBox="1"/>
          <p:nvPr/>
        </p:nvSpPr>
        <p:spPr>
          <a:xfrm>
            <a:off x="1599162" y="1560041"/>
            <a:ext cx="9443257" cy="646331"/>
          </a:xfrm>
          <a:prstGeom prst="rect">
            <a:avLst/>
          </a:prstGeom>
          <a:noFill/>
        </p:spPr>
        <p:txBody>
          <a:bodyPr wrap="square">
            <a:spAutoFit/>
          </a:bodyPr>
          <a:lstStyle/>
          <a:p>
            <a:r>
              <a:rPr lang="en-US" dirty="0"/>
              <a:t>Style mirroring is about enforcing a specific tone or voice.</a:t>
            </a:r>
            <a:br>
              <a:rPr lang="en-US" dirty="0"/>
            </a:br>
            <a:r>
              <a:rPr lang="en-US" dirty="0"/>
              <a:t>You either describe the style clearly or give the AI a reference and ask it to match that style.</a:t>
            </a:r>
          </a:p>
        </p:txBody>
      </p:sp>
      <p:sp>
        <p:nvSpPr>
          <p:cNvPr id="9" name="Rectangle: Diagonal Corners Rounded 8">
            <a:extLst>
              <a:ext uri="{FF2B5EF4-FFF2-40B4-BE49-F238E27FC236}">
                <a16:creationId xmlns:a16="http://schemas.microsoft.com/office/drawing/2014/main" id="{EB8F917E-EEA1-789E-F93A-BC665ECEDA85}"/>
              </a:ext>
            </a:extLst>
          </p:cNvPr>
          <p:cNvSpPr/>
          <p:nvPr/>
        </p:nvSpPr>
        <p:spPr>
          <a:xfrm>
            <a:off x="2061556" y="2676368"/>
            <a:ext cx="3175462" cy="1122218"/>
          </a:xfrm>
          <a:prstGeom prst="round2DiagRect">
            <a:avLst/>
          </a:prstGeom>
          <a:solidFill>
            <a:srgbClr val="7299F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Bad Example:</a:t>
            </a:r>
          </a:p>
          <a:p>
            <a:pPr algn="ctr"/>
            <a:r>
              <a:rPr lang="en-US" dirty="0"/>
              <a:t>Explain prompt engineering for beginners.</a:t>
            </a:r>
          </a:p>
        </p:txBody>
      </p:sp>
      <p:sp>
        <p:nvSpPr>
          <p:cNvPr id="10" name="Rectangle: Diagonal Corners Rounded 9">
            <a:extLst>
              <a:ext uri="{FF2B5EF4-FFF2-40B4-BE49-F238E27FC236}">
                <a16:creationId xmlns:a16="http://schemas.microsoft.com/office/drawing/2014/main" id="{2CDFCDE5-68F9-B1ED-9206-E67FBE2CF6C7}"/>
              </a:ext>
            </a:extLst>
          </p:cNvPr>
          <p:cNvSpPr/>
          <p:nvPr/>
        </p:nvSpPr>
        <p:spPr>
          <a:xfrm>
            <a:off x="6514059" y="2450919"/>
            <a:ext cx="4528360" cy="2046570"/>
          </a:xfrm>
          <a:prstGeom prst="round2DiagRect">
            <a:avLst/>
          </a:prstGeom>
          <a:solidFill>
            <a:srgbClr val="76AE0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Good Example:</a:t>
            </a:r>
          </a:p>
          <a:p>
            <a:pPr algn="ctr"/>
            <a:r>
              <a:rPr lang="en-US" dirty="0"/>
              <a:t>Explain prompt engineering for beginners.</a:t>
            </a:r>
          </a:p>
          <a:p>
            <a:pPr algn="ctr"/>
            <a:r>
              <a:rPr lang="en-US" dirty="0"/>
              <a:t>Use a clear, conversational teaching tone.</a:t>
            </a:r>
          </a:p>
          <a:p>
            <a:pPr algn="ctr"/>
            <a:r>
              <a:rPr lang="en-US" dirty="0"/>
              <a:t>Short paragraphs.</a:t>
            </a:r>
          </a:p>
          <a:p>
            <a:pPr algn="ctr"/>
            <a:r>
              <a:rPr lang="en-US" dirty="0"/>
              <a:t>Simple language.</a:t>
            </a:r>
          </a:p>
        </p:txBody>
      </p:sp>
      <p:sp>
        <p:nvSpPr>
          <p:cNvPr id="12" name="TextBox 11">
            <a:extLst>
              <a:ext uri="{FF2B5EF4-FFF2-40B4-BE49-F238E27FC236}">
                <a16:creationId xmlns:a16="http://schemas.microsoft.com/office/drawing/2014/main" id="{5591E9E1-63CD-66F0-43AF-B17806DB56AD}"/>
              </a:ext>
            </a:extLst>
          </p:cNvPr>
          <p:cNvSpPr txBox="1"/>
          <p:nvPr/>
        </p:nvSpPr>
        <p:spPr>
          <a:xfrm>
            <a:off x="6835137" y="4730246"/>
            <a:ext cx="3472644" cy="923330"/>
          </a:xfrm>
          <a:prstGeom prst="rect">
            <a:avLst/>
          </a:prstGeom>
          <a:noFill/>
          <a:ln w="12700">
            <a:solidFill>
              <a:schemeClr val="tx1"/>
            </a:solidFill>
          </a:ln>
        </p:spPr>
        <p:txBody>
          <a:bodyPr wrap="square">
            <a:spAutoFit/>
          </a:bodyPr>
          <a:lstStyle/>
          <a:p>
            <a:r>
              <a:rPr lang="en-US" b="1" dirty="0"/>
              <a:t>Result:</a:t>
            </a:r>
            <a:br>
              <a:rPr lang="en-US" dirty="0"/>
            </a:br>
            <a:r>
              <a:rPr lang="en-US" dirty="0"/>
              <a:t>Consistent voice that matches your intended audience.</a:t>
            </a:r>
          </a:p>
        </p:txBody>
      </p:sp>
      <p:sp>
        <p:nvSpPr>
          <p:cNvPr id="13" name="TextBox 12">
            <a:extLst>
              <a:ext uri="{FF2B5EF4-FFF2-40B4-BE49-F238E27FC236}">
                <a16:creationId xmlns:a16="http://schemas.microsoft.com/office/drawing/2014/main" id="{0C42E94F-617C-4FC8-8322-D9B6D7BDA0E9}"/>
              </a:ext>
            </a:extLst>
          </p:cNvPr>
          <p:cNvSpPr txBox="1"/>
          <p:nvPr/>
        </p:nvSpPr>
        <p:spPr>
          <a:xfrm>
            <a:off x="1764374" y="4051464"/>
            <a:ext cx="3472644" cy="1200329"/>
          </a:xfrm>
          <a:prstGeom prst="rect">
            <a:avLst/>
          </a:prstGeom>
          <a:noFill/>
          <a:ln w="12700">
            <a:solidFill>
              <a:schemeClr val="tx1"/>
            </a:solidFill>
          </a:ln>
        </p:spPr>
        <p:txBody>
          <a:bodyPr wrap="square">
            <a:spAutoFit/>
          </a:bodyPr>
          <a:lstStyle/>
          <a:p>
            <a:r>
              <a:rPr lang="en-US" b="1" dirty="0"/>
              <a:t>Result:</a:t>
            </a:r>
            <a:br>
              <a:rPr lang="en-US" dirty="0"/>
            </a:br>
            <a:r>
              <a:rPr lang="en-US" dirty="0"/>
              <a:t>Tone may vary each time. Sometimes formal, sometimes casual, sometimes inconsistent.</a:t>
            </a:r>
          </a:p>
        </p:txBody>
      </p:sp>
      <p:sp>
        <p:nvSpPr>
          <p:cNvPr id="4" name="TextBox 3">
            <a:extLst>
              <a:ext uri="{FF2B5EF4-FFF2-40B4-BE49-F238E27FC236}">
                <a16:creationId xmlns:a16="http://schemas.microsoft.com/office/drawing/2014/main" id="{7966CBE1-5B54-911A-6660-D40966C3EDE3}"/>
              </a:ext>
            </a:extLst>
          </p:cNvPr>
          <p:cNvSpPr txBox="1"/>
          <p:nvPr/>
        </p:nvSpPr>
        <p:spPr>
          <a:xfrm>
            <a:off x="2377438" y="5886333"/>
            <a:ext cx="8273241" cy="646331"/>
          </a:xfrm>
          <a:prstGeom prst="rect">
            <a:avLst/>
          </a:prstGeom>
          <a:noFill/>
          <a:ln w="12700">
            <a:solidFill>
              <a:schemeClr val="tx1"/>
            </a:solidFill>
          </a:ln>
        </p:spPr>
        <p:txBody>
          <a:bodyPr wrap="square">
            <a:spAutoFit/>
          </a:bodyPr>
          <a:lstStyle/>
          <a:p>
            <a:pPr algn="ctr"/>
            <a:r>
              <a:rPr lang="en-US" b="1" dirty="0"/>
              <a:t>Style mirroring keeps tone and voice consistent, ensuring the output matches the audience and purpose every time.</a:t>
            </a:r>
          </a:p>
        </p:txBody>
      </p:sp>
    </p:spTree>
    <p:extLst>
      <p:ext uri="{BB962C8B-B14F-4D97-AF65-F5344CB8AC3E}">
        <p14:creationId xmlns:p14="http://schemas.microsoft.com/office/powerpoint/2010/main" val="23801986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67A15-BFFA-5677-9909-BED42A83B25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7522D81-C067-EC7E-9B95-1EB78EA59ECB}"/>
              </a:ext>
            </a:extLst>
          </p:cNvPr>
          <p:cNvSpPr/>
          <p:nvPr/>
        </p:nvSpPr>
        <p:spPr>
          <a:xfrm>
            <a:off x="0" y="220612"/>
            <a:ext cx="12192000" cy="646331"/>
          </a:xfrm>
          <a:prstGeom prst="rect">
            <a:avLst/>
          </a:prstGeom>
          <a:solidFill>
            <a:schemeClr val="accent2">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latinLnBrk="1"/>
            <a:r>
              <a:rPr lang="en-US" sz="3600" b="1" dirty="0">
                <a:solidFill>
                  <a:schemeClr val="bg1"/>
                </a:solidFill>
              </a:rPr>
              <a:t>Parameter Tweaking</a:t>
            </a:r>
          </a:p>
        </p:txBody>
      </p:sp>
      <p:sp>
        <p:nvSpPr>
          <p:cNvPr id="4" name="TextBox 3">
            <a:extLst>
              <a:ext uri="{FF2B5EF4-FFF2-40B4-BE49-F238E27FC236}">
                <a16:creationId xmlns:a16="http://schemas.microsoft.com/office/drawing/2014/main" id="{81B00651-38E3-BC42-FF8E-46A92F79FD96}"/>
              </a:ext>
            </a:extLst>
          </p:cNvPr>
          <p:cNvSpPr txBox="1"/>
          <p:nvPr/>
        </p:nvSpPr>
        <p:spPr>
          <a:xfrm>
            <a:off x="1589461" y="1146848"/>
            <a:ext cx="8763692" cy="646331"/>
          </a:xfrm>
          <a:prstGeom prst="rect">
            <a:avLst/>
          </a:prstGeom>
          <a:noFill/>
        </p:spPr>
        <p:txBody>
          <a:bodyPr wrap="square">
            <a:spAutoFit/>
          </a:bodyPr>
          <a:lstStyle/>
          <a:p>
            <a:pPr algn="ctr"/>
            <a:r>
              <a:rPr lang="en-US" b="1" dirty="0"/>
              <a:t>Parameter tweaking is the practice of adjusting model settings to control randomness, length, and consistency of AI outputs.</a:t>
            </a:r>
          </a:p>
        </p:txBody>
      </p:sp>
      <p:sp>
        <p:nvSpPr>
          <p:cNvPr id="6" name="TextBox 5">
            <a:extLst>
              <a:ext uri="{FF2B5EF4-FFF2-40B4-BE49-F238E27FC236}">
                <a16:creationId xmlns:a16="http://schemas.microsoft.com/office/drawing/2014/main" id="{2568C832-5FC2-FB71-07E8-31E0ABD9F9F8}"/>
              </a:ext>
            </a:extLst>
          </p:cNvPr>
          <p:cNvSpPr txBox="1"/>
          <p:nvPr/>
        </p:nvSpPr>
        <p:spPr>
          <a:xfrm>
            <a:off x="4486446" y="2056974"/>
            <a:ext cx="2969722" cy="369332"/>
          </a:xfrm>
          <a:prstGeom prst="rect">
            <a:avLst/>
          </a:prstGeom>
          <a:noFill/>
          <a:ln w="28575">
            <a:solidFill>
              <a:schemeClr val="tx1"/>
            </a:solidFill>
          </a:ln>
        </p:spPr>
        <p:txBody>
          <a:bodyPr wrap="square">
            <a:spAutoFit/>
          </a:bodyPr>
          <a:lstStyle/>
          <a:p>
            <a:pPr algn="ctr"/>
            <a:r>
              <a:rPr lang="en-US" b="1" dirty="0"/>
              <a:t>Key Parameters</a:t>
            </a:r>
          </a:p>
        </p:txBody>
      </p:sp>
      <p:sp>
        <p:nvSpPr>
          <p:cNvPr id="7" name="Rectangle: Rounded Corners 6">
            <a:extLst>
              <a:ext uri="{FF2B5EF4-FFF2-40B4-BE49-F238E27FC236}">
                <a16:creationId xmlns:a16="http://schemas.microsoft.com/office/drawing/2014/main" id="{F07968E1-CF6C-145F-FB1D-FA93912D97A6}"/>
              </a:ext>
            </a:extLst>
          </p:cNvPr>
          <p:cNvSpPr/>
          <p:nvPr/>
        </p:nvSpPr>
        <p:spPr>
          <a:xfrm>
            <a:off x="6528259" y="2810712"/>
            <a:ext cx="5467004" cy="3822843"/>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Max Tokens (Length)</a:t>
            </a:r>
          </a:p>
          <a:p>
            <a:pPr algn="ctr"/>
            <a:endParaRPr lang="en-US" b="1" dirty="0">
              <a:solidFill>
                <a:schemeClr val="tx1"/>
              </a:solidFill>
            </a:endParaRPr>
          </a:p>
          <a:p>
            <a:r>
              <a:rPr lang="en-US" b="1" dirty="0">
                <a:solidFill>
                  <a:schemeClr val="tx1"/>
                </a:solidFill>
              </a:rPr>
              <a:t>What it means</a:t>
            </a:r>
          </a:p>
          <a:p>
            <a:r>
              <a:rPr lang="en-US" sz="1600" dirty="0">
                <a:solidFill>
                  <a:schemeClr val="tx1"/>
                </a:solidFill>
              </a:rPr>
              <a:t>Max tokens set a </a:t>
            </a:r>
            <a:r>
              <a:rPr lang="en-US" sz="1600" b="1" dirty="0">
                <a:solidFill>
                  <a:schemeClr val="tx1"/>
                </a:solidFill>
              </a:rPr>
              <a:t>hard limit on response length</a:t>
            </a:r>
            <a:r>
              <a:rPr lang="en-US" sz="1600" dirty="0">
                <a:solidFill>
                  <a:schemeClr val="tx1"/>
                </a:solidFill>
              </a:rPr>
              <a:t>.</a:t>
            </a:r>
          </a:p>
          <a:p>
            <a:r>
              <a:rPr lang="en-US" sz="1600" dirty="0">
                <a:solidFill>
                  <a:schemeClr val="tx1"/>
                </a:solidFill>
              </a:rPr>
              <a:t>Low max tokens → short, concise responses</a:t>
            </a:r>
          </a:p>
          <a:p>
            <a:r>
              <a:rPr lang="en-US" sz="1600" dirty="0">
                <a:solidFill>
                  <a:schemeClr val="tx1"/>
                </a:solidFill>
              </a:rPr>
              <a:t>High max tokens → longer, more detailed responses.</a:t>
            </a:r>
          </a:p>
          <a:p>
            <a:endParaRPr lang="en-US" sz="1600" dirty="0">
              <a:solidFill>
                <a:schemeClr val="tx1"/>
              </a:solidFill>
            </a:endParaRPr>
          </a:p>
          <a:p>
            <a:r>
              <a:rPr lang="en-US" b="1" dirty="0">
                <a:solidFill>
                  <a:schemeClr val="tx1"/>
                </a:solidFill>
              </a:rPr>
              <a:t>Why it matters</a:t>
            </a:r>
          </a:p>
          <a:p>
            <a:r>
              <a:rPr lang="en-US" sz="1600" dirty="0">
                <a:solidFill>
                  <a:schemeClr val="tx1"/>
                </a:solidFill>
              </a:rPr>
              <a:t>Even with a good prompt, the model can:</a:t>
            </a:r>
          </a:p>
          <a:p>
            <a:r>
              <a:rPr lang="en-US" sz="1600" dirty="0">
                <a:solidFill>
                  <a:schemeClr val="tx1"/>
                </a:solidFill>
              </a:rPr>
              <a:t>cut off mid-answer if the limit is too low</a:t>
            </a:r>
          </a:p>
          <a:p>
            <a:r>
              <a:rPr lang="en-US" sz="1600" dirty="0">
                <a:solidFill>
                  <a:schemeClr val="tx1"/>
                </a:solidFill>
              </a:rPr>
              <a:t>over-explain if the limit is too high</a:t>
            </a:r>
          </a:p>
          <a:p>
            <a:endParaRPr lang="en-US" sz="1600" dirty="0">
              <a:solidFill>
                <a:schemeClr val="tx1"/>
              </a:solidFill>
            </a:endParaRPr>
          </a:p>
          <a:p>
            <a:r>
              <a:rPr lang="en-US" sz="1600" dirty="0">
                <a:solidFill>
                  <a:schemeClr val="tx1"/>
                </a:solidFill>
              </a:rPr>
              <a:t>Max tokens control how long the AI is allowed to talk.</a:t>
            </a:r>
          </a:p>
        </p:txBody>
      </p:sp>
      <p:sp>
        <p:nvSpPr>
          <p:cNvPr id="8" name="Rectangle: Rounded Corners 7">
            <a:extLst>
              <a:ext uri="{FF2B5EF4-FFF2-40B4-BE49-F238E27FC236}">
                <a16:creationId xmlns:a16="http://schemas.microsoft.com/office/drawing/2014/main" id="{C61F3539-1042-A45C-C3D9-84D837F89378}"/>
              </a:ext>
            </a:extLst>
          </p:cNvPr>
          <p:cNvSpPr/>
          <p:nvPr/>
        </p:nvSpPr>
        <p:spPr>
          <a:xfrm>
            <a:off x="526470" y="2810713"/>
            <a:ext cx="5467005" cy="3822843"/>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Temperature (Randomness)</a:t>
            </a:r>
          </a:p>
          <a:p>
            <a:r>
              <a:rPr lang="en-US" sz="1600" b="1" dirty="0">
                <a:solidFill>
                  <a:schemeClr val="tx1"/>
                </a:solidFill>
              </a:rPr>
              <a:t>What it does</a:t>
            </a:r>
            <a:endParaRPr lang="en-US" sz="1600" dirty="0">
              <a:solidFill>
                <a:schemeClr val="tx1"/>
              </a:solidFill>
            </a:endParaRPr>
          </a:p>
          <a:p>
            <a:pPr marL="285750" indent="-285750">
              <a:buFont typeface="Arial" panose="020B0604020202020204" pitchFamily="34" charset="0"/>
              <a:buChar char="•"/>
            </a:pPr>
            <a:r>
              <a:rPr lang="en-US" sz="1600" dirty="0">
                <a:solidFill>
                  <a:schemeClr val="tx1"/>
                </a:solidFill>
              </a:rPr>
              <a:t>Controls how creative or predictable the output is</a:t>
            </a:r>
          </a:p>
          <a:p>
            <a:r>
              <a:rPr lang="en-US" sz="1600" b="1" dirty="0">
                <a:solidFill>
                  <a:schemeClr val="tx1"/>
                </a:solidFill>
              </a:rPr>
              <a:t>Low temperature</a:t>
            </a:r>
            <a:endParaRPr lang="en-US" sz="1600" dirty="0">
              <a:solidFill>
                <a:schemeClr val="tx1"/>
              </a:solidFill>
            </a:endParaRPr>
          </a:p>
          <a:p>
            <a:pPr marL="285750" indent="-285750">
              <a:buFont typeface="Arial" panose="020B0604020202020204" pitchFamily="34" charset="0"/>
              <a:buChar char="•"/>
            </a:pPr>
            <a:r>
              <a:rPr lang="en-US" sz="1600" dirty="0">
                <a:solidFill>
                  <a:schemeClr val="tx1"/>
                </a:solidFill>
              </a:rPr>
              <a:t>More consistent and repeatable answers</a:t>
            </a:r>
          </a:p>
          <a:p>
            <a:pPr marL="285750" indent="-285750">
              <a:buFont typeface="Arial" panose="020B0604020202020204" pitchFamily="34" charset="0"/>
              <a:buChar char="•"/>
            </a:pPr>
            <a:r>
              <a:rPr lang="en-US" sz="1600" dirty="0">
                <a:solidFill>
                  <a:schemeClr val="tx1"/>
                </a:solidFill>
              </a:rPr>
              <a:t>Best for explanations and instructions</a:t>
            </a:r>
          </a:p>
          <a:p>
            <a:r>
              <a:rPr lang="en-US" sz="1600" b="1" dirty="0">
                <a:solidFill>
                  <a:schemeClr val="tx1"/>
                </a:solidFill>
              </a:rPr>
              <a:t>High temperature</a:t>
            </a:r>
            <a:endParaRPr lang="en-US" sz="1600" dirty="0">
              <a:solidFill>
                <a:schemeClr val="tx1"/>
              </a:solidFill>
            </a:endParaRPr>
          </a:p>
          <a:p>
            <a:pPr marL="285750" indent="-285750">
              <a:buFont typeface="Arial" panose="020B0604020202020204" pitchFamily="34" charset="0"/>
              <a:buChar char="•"/>
            </a:pPr>
            <a:r>
              <a:rPr lang="en-US" sz="1600" dirty="0">
                <a:solidFill>
                  <a:schemeClr val="tx1"/>
                </a:solidFill>
              </a:rPr>
              <a:t>More variation and creativity</a:t>
            </a:r>
          </a:p>
          <a:p>
            <a:pPr marL="285750" indent="-285750">
              <a:buFont typeface="Arial" panose="020B0604020202020204" pitchFamily="34" charset="0"/>
              <a:buChar char="•"/>
            </a:pPr>
            <a:r>
              <a:rPr lang="en-US" sz="1600" dirty="0">
                <a:solidFill>
                  <a:schemeClr val="tx1"/>
                </a:solidFill>
              </a:rPr>
              <a:t>Best for brainstorming and ideas</a:t>
            </a:r>
          </a:p>
          <a:p>
            <a:r>
              <a:rPr lang="en-US" sz="1600" b="1" dirty="0">
                <a:solidFill>
                  <a:schemeClr val="tx1"/>
                </a:solidFill>
              </a:rPr>
              <a:t>Simple way to remember</a:t>
            </a:r>
            <a:br>
              <a:rPr lang="en-US" sz="1600" dirty="0">
                <a:solidFill>
                  <a:schemeClr val="tx1"/>
                </a:solidFill>
              </a:rPr>
            </a:br>
            <a:r>
              <a:rPr lang="en-US" sz="1600" b="1" dirty="0">
                <a:solidFill>
                  <a:schemeClr val="tx1"/>
                </a:solidFill>
              </a:rPr>
              <a:t>Low = safer answers</a:t>
            </a:r>
            <a:br>
              <a:rPr lang="en-US" sz="1600" b="1" dirty="0">
                <a:solidFill>
                  <a:schemeClr val="tx1"/>
                </a:solidFill>
              </a:rPr>
            </a:br>
            <a:r>
              <a:rPr lang="en-US" sz="1600" b="1" dirty="0">
                <a:solidFill>
                  <a:schemeClr val="tx1"/>
                </a:solidFill>
              </a:rPr>
              <a:t>High = more exploration</a:t>
            </a:r>
          </a:p>
          <a:p>
            <a:endParaRPr lang="en-US" sz="1600" dirty="0">
              <a:solidFill>
                <a:schemeClr val="tx1"/>
              </a:solidFill>
            </a:endParaRPr>
          </a:p>
          <a:p>
            <a:pPr algn="ctr"/>
            <a:r>
              <a:rPr lang="en-US" sz="1600" b="1" dirty="0">
                <a:solidFill>
                  <a:schemeClr val="tx1"/>
                </a:solidFill>
              </a:rPr>
              <a:t>Temperature controls how much the AI explores vs sticks to the most likely answer.</a:t>
            </a:r>
            <a:endParaRPr lang="en-US" b="1" dirty="0">
              <a:solidFill>
                <a:schemeClr val="tx1"/>
              </a:solidFill>
            </a:endParaRPr>
          </a:p>
        </p:txBody>
      </p:sp>
    </p:spTree>
    <p:extLst>
      <p:ext uri="{BB962C8B-B14F-4D97-AF65-F5344CB8AC3E}">
        <p14:creationId xmlns:p14="http://schemas.microsoft.com/office/powerpoint/2010/main" val="3922999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C59FB-D0AC-ECCB-20BE-D640DCCE300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59BA18E-C266-53F1-3BEA-C5DD91D2C149}"/>
              </a:ext>
            </a:extLst>
          </p:cNvPr>
          <p:cNvSpPr txBox="1"/>
          <p:nvPr/>
        </p:nvSpPr>
        <p:spPr>
          <a:xfrm>
            <a:off x="879071" y="168625"/>
            <a:ext cx="7225838" cy="461665"/>
          </a:xfrm>
          <a:prstGeom prst="rect">
            <a:avLst/>
          </a:prstGeom>
          <a:noFill/>
        </p:spPr>
        <p:txBody>
          <a:bodyPr wrap="square">
            <a:spAutoFit/>
          </a:bodyPr>
          <a:lstStyle/>
          <a:p>
            <a:r>
              <a:rPr lang="en-US" sz="2400" b="1" u="sng" dirty="0">
                <a:solidFill>
                  <a:schemeClr val="accent1">
                    <a:lumMod val="75000"/>
                  </a:schemeClr>
                </a:solidFill>
              </a:rPr>
              <a:t>Example: How Parameters Change AI Output</a:t>
            </a:r>
          </a:p>
        </p:txBody>
      </p:sp>
      <p:sp>
        <p:nvSpPr>
          <p:cNvPr id="4" name="Rectangle: Rounded Corners 3">
            <a:extLst>
              <a:ext uri="{FF2B5EF4-FFF2-40B4-BE49-F238E27FC236}">
                <a16:creationId xmlns:a16="http://schemas.microsoft.com/office/drawing/2014/main" id="{2491BD25-83C0-E782-F3BC-11DA9F3F43BA}"/>
              </a:ext>
            </a:extLst>
          </p:cNvPr>
          <p:cNvSpPr/>
          <p:nvPr/>
        </p:nvSpPr>
        <p:spPr>
          <a:xfrm>
            <a:off x="4042755" y="650763"/>
            <a:ext cx="4256118" cy="814649"/>
          </a:xfrm>
          <a:prstGeom prst="round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Prompt (Same in Both Cases):</a:t>
            </a:r>
          </a:p>
          <a:p>
            <a:r>
              <a:rPr lang="en-US" dirty="0"/>
              <a:t>Explain prompt chaining for beginners.</a:t>
            </a:r>
          </a:p>
        </p:txBody>
      </p:sp>
      <p:sp>
        <p:nvSpPr>
          <p:cNvPr id="5" name="Rectangle: Diagonal Corners Rounded 4">
            <a:extLst>
              <a:ext uri="{FF2B5EF4-FFF2-40B4-BE49-F238E27FC236}">
                <a16:creationId xmlns:a16="http://schemas.microsoft.com/office/drawing/2014/main" id="{0E9AC288-4853-BD33-73F8-497F8552AC7E}"/>
              </a:ext>
            </a:extLst>
          </p:cNvPr>
          <p:cNvSpPr/>
          <p:nvPr/>
        </p:nvSpPr>
        <p:spPr>
          <a:xfrm>
            <a:off x="1313412" y="1600200"/>
            <a:ext cx="4123112" cy="1425633"/>
          </a:xfrm>
          <a:prstGeom prst="round2DiagRect">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t>Case 1: Low Temperature, Limited Length</a:t>
            </a:r>
          </a:p>
          <a:p>
            <a:r>
              <a:rPr lang="en-US" sz="1600" b="1" dirty="0"/>
              <a:t>(Teaching / Documentation)</a:t>
            </a:r>
            <a:endParaRPr lang="en-US" sz="1600" dirty="0"/>
          </a:p>
          <a:p>
            <a:r>
              <a:rPr lang="en-US" sz="1600" b="1" dirty="0"/>
              <a:t>Settings</a:t>
            </a:r>
            <a:endParaRPr lang="en-US" sz="1600" dirty="0"/>
          </a:p>
          <a:p>
            <a:r>
              <a:rPr lang="en-US" sz="1600" dirty="0"/>
              <a:t>Temperature: </a:t>
            </a:r>
            <a:r>
              <a:rPr lang="en-US" sz="1600" b="1" dirty="0"/>
              <a:t>0.2</a:t>
            </a:r>
            <a:endParaRPr lang="en-US" sz="1600" dirty="0"/>
          </a:p>
          <a:p>
            <a:r>
              <a:rPr lang="en-US" sz="1600" dirty="0"/>
              <a:t>Max Tokens: </a:t>
            </a:r>
            <a:r>
              <a:rPr lang="en-US" sz="1600" b="1" dirty="0"/>
              <a:t>300</a:t>
            </a:r>
            <a:endParaRPr lang="en-US" sz="1600" dirty="0"/>
          </a:p>
        </p:txBody>
      </p:sp>
      <p:sp>
        <p:nvSpPr>
          <p:cNvPr id="6" name="Rectangle: Diagonal Corners Rounded 5">
            <a:extLst>
              <a:ext uri="{FF2B5EF4-FFF2-40B4-BE49-F238E27FC236}">
                <a16:creationId xmlns:a16="http://schemas.microsoft.com/office/drawing/2014/main" id="{50BF8E81-38A4-F901-3CEE-71C1C4D7ADAB}"/>
              </a:ext>
            </a:extLst>
          </p:cNvPr>
          <p:cNvSpPr/>
          <p:nvPr/>
        </p:nvSpPr>
        <p:spPr>
          <a:xfrm>
            <a:off x="6425740" y="1600200"/>
            <a:ext cx="4123112" cy="1425633"/>
          </a:xfrm>
          <a:prstGeom prst="round2Diag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t>Case 2: High Temperature, Longer Length</a:t>
            </a:r>
          </a:p>
          <a:p>
            <a:r>
              <a:rPr lang="en-US" sz="1600" b="1" dirty="0"/>
              <a:t>(Brainstorming / Exploration)</a:t>
            </a:r>
            <a:endParaRPr lang="en-US" sz="1600" dirty="0"/>
          </a:p>
          <a:p>
            <a:r>
              <a:rPr lang="en-US" sz="1600" b="1" dirty="0"/>
              <a:t>Settings</a:t>
            </a:r>
            <a:endParaRPr lang="en-US" sz="1600" dirty="0"/>
          </a:p>
          <a:p>
            <a:r>
              <a:rPr lang="en-US" sz="1600" dirty="0"/>
              <a:t>Temperature: </a:t>
            </a:r>
            <a:r>
              <a:rPr lang="en-US" sz="1600" b="1" dirty="0"/>
              <a:t>0.8</a:t>
            </a:r>
            <a:endParaRPr lang="en-US" sz="1600" dirty="0"/>
          </a:p>
          <a:p>
            <a:r>
              <a:rPr lang="en-US" sz="1600" dirty="0"/>
              <a:t>Max Tokens: </a:t>
            </a:r>
            <a:r>
              <a:rPr lang="en-US" sz="1600" b="1" dirty="0"/>
              <a:t>800</a:t>
            </a:r>
            <a:endParaRPr lang="en-US" sz="1600" dirty="0"/>
          </a:p>
        </p:txBody>
      </p:sp>
      <p:sp>
        <p:nvSpPr>
          <p:cNvPr id="7" name="TextBox 6">
            <a:extLst>
              <a:ext uri="{FF2B5EF4-FFF2-40B4-BE49-F238E27FC236}">
                <a16:creationId xmlns:a16="http://schemas.microsoft.com/office/drawing/2014/main" id="{9A170827-0F03-BFA3-47B3-8A3D84C08609}"/>
              </a:ext>
            </a:extLst>
          </p:cNvPr>
          <p:cNvSpPr txBox="1"/>
          <p:nvPr/>
        </p:nvSpPr>
        <p:spPr>
          <a:xfrm>
            <a:off x="1263534" y="3141867"/>
            <a:ext cx="4907280" cy="3354765"/>
          </a:xfrm>
          <a:prstGeom prst="rect">
            <a:avLst/>
          </a:prstGeom>
          <a:noFill/>
          <a:ln w="19050">
            <a:solidFill>
              <a:schemeClr val="accent3">
                <a:lumMod val="50000"/>
              </a:schemeClr>
            </a:solidFill>
          </a:ln>
        </p:spPr>
        <p:txBody>
          <a:bodyPr wrap="square" rtlCol="0">
            <a:spAutoFit/>
          </a:bodyPr>
          <a:lstStyle/>
          <a:p>
            <a:r>
              <a:rPr lang="en-US" sz="1600" b="1" dirty="0"/>
              <a:t>Output</a:t>
            </a:r>
            <a:endParaRPr lang="en-US" sz="1600" dirty="0"/>
          </a:p>
          <a:p>
            <a:r>
              <a:rPr lang="en-US" sz="1400" dirty="0"/>
              <a:t>Prompt chaining is a technique where you break a task into multiple smaller prompts.</a:t>
            </a:r>
          </a:p>
          <a:p>
            <a:r>
              <a:rPr lang="en-US" sz="1400" dirty="0"/>
              <a:t>Each prompt builds on the output of the previous one.</a:t>
            </a:r>
          </a:p>
          <a:p>
            <a:r>
              <a:rPr lang="en-US" sz="1400" dirty="0"/>
              <a:t>This helps the AI focus on one step at a time, making responses clearer and more accurate.</a:t>
            </a:r>
          </a:p>
          <a:p>
            <a:r>
              <a:rPr lang="en-US" sz="1400" b="1" dirty="0"/>
              <a:t>Example:</a:t>
            </a:r>
            <a:br>
              <a:rPr lang="en-US" sz="1400" dirty="0"/>
            </a:br>
            <a:r>
              <a:rPr lang="en-US" sz="1400" dirty="0"/>
              <a:t>First, ask the AI to outline a topic.</a:t>
            </a:r>
            <a:br>
              <a:rPr lang="en-US" sz="1400" dirty="0"/>
            </a:br>
            <a:r>
              <a:rPr lang="en-US" sz="1400" dirty="0"/>
              <a:t>Then, use that outline to generate detailed explanations for each section.</a:t>
            </a:r>
          </a:p>
          <a:p>
            <a:r>
              <a:rPr lang="en-US" sz="1400" b="1" dirty="0"/>
              <a:t>Result</a:t>
            </a:r>
            <a:endParaRPr lang="en-US" sz="1400" dirty="0"/>
          </a:p>
          <a:p>
            <a:pPr marL="285750" indent="-285750">
              <a:buFont typeface="Arial" panose="020B0604020202020204" pitchFamily="34" charset="0"/>
              <a:buChar char="•"/>
            </a:pPr>
            <a:r>
              <a:rPr lang="en-US" sz="1400" dirty="0"/>
              <a:t>Clear</a:t>
            </a:r>
          </a:p>
          <a:p>
            <a:pPr marL="285750" indent="-285750">
              <a:buFont typeface="Arial" panose="020B0604020202020204" pitchFamily="34" charset="0"/>
              <a:buChar char="•"/>
            </a:pPr>
            <a:r>
              <a:rPr lang="en-US" sz="1400" dirty="0"/>
              <a:t>Structured</a:t>
            </a:r>
          </a:p>
          <a:p>
            <a:pPr marL="285750" indent="-285750">
              <a:buFont typeface="Arial" panose="020B0604020202020204" pitchFamily="34" charset="0"/>
              <a:buChar char="•"/>
            </a:pPr>
            <a:r>
              <a:rPr lang="en-US" sz="1400" dirty="0"/>
              <a:t>Predictable</a:t>
            </a:r>
          </a:p>
          <a:p>
            <a:pPr marL="285750" indent="-285750">
              <a:buFont typeface="Arial" panose="020B0604020202020204" pitchFamily="34" charset="0"/>
              <a:buChar char="•"/>
            </a:pPr>
            <a:r>
              <a:rPr lang="en-US" sz="1400" dirty="0"/>
              <a:t>Easy to reuse in learning material</a:t>
            </a:r>
          </a:p>
        </p:txBody>
      </p:sp>
      <p:sp>
        <p:nvSpPr>
          <p:cNvPr id="8" name="TextBox 7">
            <a:extLst>
              <a:ext uri="{FF2B5EF4-FFF2-40B4-BE49-F238E27FC236}">
                <a16:creationId xmlns:a16="http://schemas.microsoft.com/office/drawing/2014/main" id="{0CAC3F49-1E9D-40B2-76E5-7F4D0089C38E}"/>
              </a:ext>
            </a:extLst>
          </p:cNvPr>
          <p:cNvSpPr txBox="1"/>
          <p:nvPr/>
        </p:nvSpPr>
        <p:spPr>
          <a:xfrm>
            <a:off x="6425740" y="3134308"/>
            <a:ext cx="4979322" cy="3170099"/>
          </a:xfrm>
          <a:prstGeom prst="rect">
            <a:avLst/>
          </a:prstGeom>
          <a:noFill/>
          <a:ln w="19050">
            <a:solidFill>
              <a:schemeClr val="accent6">
                <a:lumMod val="50000"/>
              </a:schemeClr>
            </a:solidFill>
          </a:ln>
        </p:spPr>
        <p:txBody>
          <a:bodyPr wrap="square" rtlCol="0">
            <a:spAutoFit/>
          </a:bodyPr>
          <a:lstStyle/>
          <a:p>
            <a:r>
              <a:rPr lang="en-US" sz="1600" b="1" dirty="0"/>
              <a:t>Output</a:t>
            </a:r>
            <a:endParaRPr lang="en-US" sz="1600" dirty="0"/>
          </a:p>
          <a:p>
            <a:r>
              <a:rPr lang="en-US" sz="1400" dirty="0"/>
              <a:t>Prompt chaining is like having a conversation where each question builds on the last answer.</a:t>
            </a:r>
          </a:p>
          <a:p>
            <a:r>
              <a:rPr lang="en-US" sz="1400" dirty="0"/>
              <a:t>Instead of asking the AI to do everything at once, you guide it step by step.</a:t>
            </a:r>
          </a:p>
          <a:p>
            <a:r>
              <a:rPr lang="en-US" sz="1400" dirty="0"/>
              <a:t>For example, you might first ask for ideas, then refine those ideas, and finally turn them into a polished result.</a:t>
            </a:r>
          </a:p>
          <a:p>
            <a:r>
              <a:rPr lang="en-US" sz="1400" dirty="0"/>
              <a:t>This approach is especially useful for creative work, problem-solving, and exploring complex topics from multiple angles.</a:t>
            </a:r>
          </a:p>
          <a:p>
            <a:r>
              <a:rPr lang="en-US" sz="1600" b="1" dirty="0"/>
              <a:t>Result</a:t>
            </a:r>
            <a:endParaRPr lang="en-US" sz="1600" dirty="0"/>
          </a:p>
          <a:p>
            <a:pPr marL="285750" indent="-285750">
              <a:buFont typeface="Arial" panose="020B0604020202020204" pitchFamily="34" charset="0"/>
              <a:buChar char="•"/>
            </a:pPr>
            <a:r>
              <a:rPr lang="en-US" sz="1400" dirty="0"/>
              <a:t>More expressive</a:t>
            </a:r>
          </a:p>
          <a:p>
            <a:pPr marL="285750" indent="-285750">
              <a:buFont typeface="Arial" panose="020B0604020202020204" pitchFamily="34" charset="0"/>
              <a:buChar char="•"/>
            </a:pPr>
            <a:r>
              <a:rPr lang="en-US" sz="1400" dirty="0"/>
              <a:t>More ideas</a:t>
            </a:r>
          </a:p>
          <a:p>
            <a:pPr marL="285750" indent="-285750">
              <a:buFont typeface="Arial" panose="020B0604020202020204" pitchFamily="34" charset="0"/>
              <a:buChar char="•"/>
            </a:pPr>
            <a:r>
              <a:rPr lang="en-US" sz="1400" dirty="0"/>
              <a:t>Less consistent structure</a:t>
            </a:r>
          </a:p>
          <a:p>
            <a:pPr marL="285750" indent="-285750">
              <a:buFont typeface="Arial" panose="020B0604020202020204" pitchFamily="34" charset="0"/>
              <a:buChar char="•"/>
            </a:pPr>
            <a:r>
              <a:rPr lang="en-US" sz="1400" dirty="0"/>
              <a:t>Harder to standardize</a:t>
            </a:r>
          </a:p>
        </p:txBody>
      </p:sp>
    </p:spTree>
    <p:extLst>
      <p:ext uri="{BB962C8B-B14F-4D97-AF65-F5344CB8AC3E}">
        <p14:creationId xmlns:p14="http://schemas.microsoft.com/office/powerpoint/2010/main" val="14503078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D9B6A-D809-6780-3A74-7F95557AD96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81D05AB-E362-9B40-3E9A-355E4F1866E9}"/>
              </a:ext>
            </a:extLst>
          </p:cNvPr>
          <p:cNvSpPr/>
          <p:nvPr/>
        </p:nvSpPr>
        <p:spPr>
          <a:xfrm>
            <a:off x="0" y="91611"/>
            <a:ext cx="12192000" cy="597977"/>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b="1" dirty="0">
                <a:solidFill>
                  <a:schemeClr val="bg1"/>
                </a:solidFill>
              </a:rPr>
              <a:t>Chain-of-Thought </a:t>
            </a:r>
            <a:endParaRPr lang="en-IN" sz="3600" b="1" dirty="0">
              <a:solidFill>
                <a:schemeClr val="bg1"/>
              </a:solidFill>
              <a:latin typeface="+mj-lt"/>
            </a:endParaRPr>
          </a:p>
        </p:txBody>
      </p:sp>
      <p:sp>
        <p:nvSpPr>
          <p:cNvPr id="5" name="TextBox 4">
            <a:extLst>
              <a:ext uri="{FF2B5EF4-FFF2-40B4-BE49-F238E27FC236}">
                <a16:creationId xmlns:a16="http://schemas.microsoft.com/office/drawing/2014/main" id="{4860FF35-7CA7-17C1-036B-A1C088CC5B30}"/>
              </a:ext>
            </a:extLst>
          </p:cNvPr>
          <p:cNvSpPr txBox="1"/>
          <p:nvPr/>
        </p:nvSpPr>
        <p:spPr>
          <a:xfrm>
            <a:off x="712099" y="770720"/>
            <a:ext cx="10452115" cy="1015663"/>
          </a:xfrm>
          <a:prstGeom prst="rect">
            <a:avLst/>
          </a:prstGeom>
          <a:noFill/>
        </p:spPr>
        <p:txBody>
          <a:bodyPr wrap="square" rtlCol="0">
            <a:spAutoFit/>
          </a:bodyPr>
          <a:lstStyle/>
          <a:p>
            <a:pPr marL="342900" indent="-342900">
              <a:buFont typeface="Arial" panose="020B0604020202020204" pitchFamily="34" charset="0"/>
              <a:buChar char="•"/>
            </a:pPr>
            <a:r>
              <a:rPr lang="en-US" sz="2000" b="1" dirty="0"/>
              <a:t>Chain-of-thought reasoning is a prompting approach that encourages an AI model to solve a problem by generating and following a sequence of connected reasoning steps before producing the final answer.</a:t>
            </a:r>
          </a:p>
        </p:txBody>
      </p:sp>
      <p:graphicFrame>
        <p:nvGraphicFramePr>
          <p:cNvPr id="10" name="Diagram 9">
            <a:extLst>
              <a:ext uri="{FF2B5EF4-FFF2-40B4-BE49-F238E27FC236}">
                <a16:creationId xmlns:a16="http://schemas.microsoft.com/office/drawing/2014/main" id="{121189C1-6D74-E18D-A0B0-DE84302D7D77}"/>
              </a:ext>
            </a:extLst>
          </p:cNvPr>
          <p:cNvGraphicFramePr/>
          <p:nvPr/>
        </p:nvGraphicFramePr>
        <p:xfrm>
          <a:off x="1752005" y="1579455"/>
          <a:ext cx="8900822" cy="21908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a:extLst>
              <a:ext uri="{FF2B5EF4-FFF2-40B4-BE49-F238E27FC236}">
                <a16:creationId xmlns:a16="http://schemas.microsoft.com/office/drawing/2014/main" id="{0FEEB0D5-ECC0-90CB-188B-F8BBF4666FEA}"/>
              </a:ext>
            </a:extLst>
          </p:cNvPr>
          <p:cNvSpPr txBox="1"/>
          <p:nvPr/>
        </p:nvSpPr>
        <p:spPr>
          <a:xfrm>
            <a:off x="1539173" y="6288564"/>
            <a:ext cx="9113655" cy="400110"/>
          </a:xfrm>
          <a:prstGeom prst="rect">
            <a:avLst/>
          </a:prstGeom>
          <a:noFill/>
        </p:spPr>
        <p:txBody>
          <a:bodyPr wrap="square">
            <a:spAutoFit/>
          </a:bodyPr>
          <a:lstStyle/>
          <a:p>
            <a:pPr algn="ctr"/>
            <a:r>
              <a:rPr lang="en-US" sz="2000" b="1" dirty="0">
                <a:solidFill>
                  <a:srgbClr val="38BDF8"/>
                </a:solidFill>
              </a:rPr>
              <a:t>Good answers come from connected thinking, not sudden conclusions.</a:t>
            </a:r>
            <a:endParaRPr lang="en-US" sz="2000" dirty="0">
              <a:solidFill>
                <a:srgbClr val="38BDF8"/>
              </a:solidFill>
            </a:endParaRPr>
          </a:p>
        </p:txBody>
      </p:sp>
      <p:graphicFrame>
        <p:nvGraphicFramePr>
          <p:cNvPr id="2" name="Diagram 1">
            <a:extLst>
              <a:ext uri="{FF2B5EF4-FFF2-40B4-BE49-F238E27FC236}">
                <a16:creationId xmlns:a16="http://schemas.microsoft.com/office/drawing/2014/main" id="{D614AF18-0166-A8DB-8871-8A849F90EC04}"/>
              </a:ext>
            </a:extLst>
          </p:cNvPr>
          <p:cNvGraphicFramePr/>
          <p:nvPr/>
        </p:nvGraphicFramePr>
        <p:xfrm>
          <a:off x="2808806" y="3619555"/>
          <a:ext cx="6379368" cy="273858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3" name="TextBox 2">
            <a:extLst>
              <a:ext uri="{FF2B5EF4-FFF2-40B4-BE49-F238E27FC236}">
                <a16:creationId xmlns:a16="http://schemas.microsoft.com/office/drawing/2014/main" id="{5158A5E9-D6E4-B9ED-D03F-EB09C82461CC}"/>
              </a:ext>
            </a:extLst>
          </p:cNvPr>
          <p:cNvSpPr txBox="1"/>
          <p:nvPr/>
        </p:nvSpPr>
        <p:spPr>
          <a:xfrm>
            <a:off x="1007157" y="3289021"/>
            <a:ext cx="4246486" cy="400110"/>
          </a:xfrm>
          <a:prstGeom prst="rect">
            <a:avLst/>
          </a:prstGeom>
          <a:noFill/>
        </p:spPr>
        <p:txBody>
          <a:bodyPr wrap="square" rtlCol="0">
            <a:spAutoFit/>
          </a:bodyPr>
          <a:lstStyle/>
          <a:p>
            <a:r>
              <a:rPr lang="en-US" sz="2000" b="1" dirty="0"/>
              <a:t>“When chain-of-thought matters”</a:t>
            </a:r>
          </a:p>
        </p:txBody>
      </p:sp>
    </p:spTree>
    <p:extLst>
      <p:ext uri="{BB962C8B-B14F-4D97-AF65-F5344CB8AC3E}">
        <p14:creationId xmlns:p14="http://schemas.microsoft.com/office/powerpoint/2010/main" val="38073544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8CB70-7BA9-F6F4-889D-F7D2E96F7EE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0228EBF-3C0F-FE87-F562-8782C7D0A602}"/>
              </a:ext>
            </a:extLst>
          </p:cNvPr>
          <p:cNvSpPr/>
          <p:nvPr/>
        </p:nvSpPr>
        <p:spPr>
          <a:xfrm>
            <a:off x="224444" y="430190"/>
            <a:ext cx="6036657" cy="54894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u="sng" dirty="0">
                <a:solidFill>
                  <a:schemeClr val="tx1"/>
                </a:solidFill>
              </a:rPr>
              <a:t>How and Why Reasoning Fails ?</a:t>
            </a:r>
            <a:endParaRPr lang="en-IN" sz="3200" b="1" u="sng" dirty="0">
              <a:solidFill>
                <a:schemeClr val="tx1"/>
              </a:solidFill>
              <a:latin typeface="+mj-lt"/>
            </a:endParaRPr>
          </a:p>
        </p:txBody>
      </p:sp>
      <p:sp>
        <p:nvSpPr>
          <p:cNvPr id="5" name="TextBox 4">
            <a:extLst>
              <a:ext uri="{FF2B5EF4-FFF2-40B4-BE49-F238E27FC236}">
                <a16:creationId xmlns:a16="http://schemas.microsoft.com/office/drawing/2014/main" id="{1C555FDA-5C16-1327-3017-ACC1BEC52B99}"/>
              </a:ext>
            </a:extLst>
          </p:cNvPr>
          <p:cNvSpPr txBox="1"/>
          <p:nvPr/>
        </p:nvSpPr>
        <p:spPr>
          <a:xfrm>
            <a:off x="1421005" y="1249302"/>
            <a:ext cx="4975829" cy="707886"/>
          </a:xfrm>
          <a:prstGeom prst="rect">
            <a:avLst/>
          </a:prstGeom>
          <a:noFill/>
        </p:spPr>
        <p:txBody>
          <a:bodyPr wrap="square" rtlCol="0">
            <a:spAutoFit/>
          </a:bodyPr>
          <a:lstStyle/>
          <a:p>
            <a:r>
              <a:rPr lang="en-US" sz="2000" b="1" dirty="0"/>
              <a:t>These are the main reasons AI reasoning fails</a:t>
            </a:r>
            <a:endParaRPr lang="en-US" sz="2000" dirty="0"/>
          </a:p>
        </p:txBody>
      </p:sp>
      <p:sp>
        <p:nvSpPr>
          <p:cNvPr id="6" name="TextBox 5">
            <a:extLst>
              <a:ext uri="{FF2B5EF4-FFF2-40B4-BE49-F238E27FC236}">
                <a16:creationId xmlns:a16="http://schemas.microsoft.com/office/drawing/2014/main" id="{93526866-0D47-34FE-16FD-58B9DB355028}"/>
              </a:ext>
            </a:extLst>
          </p:cNvPr>
          <p:cNvSpPr txBox="1"/>
          <p:nvPr/>
        </p:nvSpPr>
        <p:spPr>
          <a:xfrm>
            <a:off x="1566793" y="2180422"/>
            <a:ext cx="4550152" cy="296087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dirty="0"/>
              <a:t>AI doesn’t think or understand cause–effect</a:t>
            </a:r>
          </a:p>
          <a:p>
            <a:pPr marL="342900" indent="-342900">
              <a:lnSpc>
                <a:spcPct val="150000"/>
              </a:lnSpc>
              <a:buFont typeface="Arial" panose="020B0604020202020204" pitchFamily="34" charset="0"/>
              <a:buChar char="•"/>
            </a:pPr>
            <a:r>
              <a:rPr lang="en-US" dirty="0"/>
              <a:t>Answers are pattern-based, not logic-checked </a:t>
            </a:r>
          </a:p>
          <a:p>
            <a:pPr marL="342900" indent="-342900">
              <a:lnSpc>
                <a:spcPct val="150000"/>
              </a:lnSpc>
              <a:buFont typeface="Arial" panose="020B0604020202020204" pitchFamily="34" charset="0"/>
              <a:buChar char="•"/>
            </a:pPr>
            <a:r>
              <a:rPr lang="en-US" dirty="0"/>
              <a:t>Open-ended prompts create gaps</a:t>
            </a:r>
          </a:p>
          <a:p>
            <a:pPr marL="342900" indent="-342900">
              <a:lnSpc>
                <a:spcPct val="150000"/>
              </a:lnSpc>
              <a:buFont typeface="Arial" panose="020B0604020202020204" pitchFamily="34" charset="0"/>
              <a:buChar char="•"/>
            </a:pPr>
            <a:r>
              <a:rPr lang="en-US" dirty="0"/>
              <a:t>Missing steps lead to assumptions</a:t>
            </a:r>
          </a:p>
          <a:p>
            <a:pPr marL="342900" indent="-342900">
              <a:lnSpc>
                <a:spcPct val="150000"/>
              </a:lnSpc>
              <a:buFont typeface="Arial" panose="020B0604020202020204" pitchFamily="34" charset="0"/>
              <a:buChar char="•"/>
            </a:pPr>
            <a:r>
              <a:rPr lang="en-US" dirty="0"/>
              <a:t>Confident tone ≠ correct answer</a:t>
            </a:r>
          </a:p>
        </p:txBody>
      </p:sp>
      <p:sp>
        <p:nvSpPr>
          <p:cNvPr id="8" name="TextBox 7">
            <a:extLst>
              <a:ext uri="{FF2B5EF4-FFF2-40B4-BE49-F238E27FC236}">
                <a16:creationId xmlns:a16="http://schemas.microsoft.com/office/drawing/2014/main" id="{2016664D-82C0-EA18-5964-A5EC808E8524}"/>
              </a:ext>
            </a:extLst>
          </p:cNvPr>
          <p:cNvSpPr txBox="1"/>
          <p:nvPr/>
        </p:nvSpPr>
        <p:spPr>
          <a:xfrm>
            <a:off x="1545847" y="6027700"/>
            <a:ext cx="9113655" cy="400110"/>
          </a:xfrm>
          <a:prstGeom prst="rect">
            <a:avLst/>
          </a:prstGeom>
          <a:noFill/>
        </p:spPr>
        <p:txBody>
          <a:bodyPr wrap="square">
            <a:spAutoFit/>
          </a:bodyPr>
          <a:lstStyle/>
          <a:p>
            <a:pPr algn="ctr"/>
            <a:r>
              <a:rPr lang="en-US" sz="2000" b="1" dirty="0">
                <a:solidFill>
                  <a:srgbClr val="38BDF8"/>
                </a:solidFill>
              </a:rPr>
              <a:t>When guidance is weak, AI guesses confidently instead of reasoning clearly.</a:t>
            </a:r>
            <a:endParaRPr lang="en-US" sz="2000" dirty="0">
              <a:solidFill>
                <a:srgbClr val="38BDF8"/>
              </a:solidFill>
            </a:endParaRPr>
          </a:p>
        </p:txBody>
      </p:sp>
      <p:sp>
        <p:nvSpPr>
          <p:cNvPr id="9" name="Rectangle 8">
            <a:extLst>
              <a:ext uri="{FF2B5EF4-FFF2-40B4-BE49-F238E27FC236}">
                <a16:creationId xmlns:a16="http://schemas.microsoft.com/office/drawing/2014/main" id="{4262ABBB-E77A-7311-83E3-D41655F7F0F4}"/>
              </a:ext>
            </a:extLst>
          </p:cNvPr>
          <p:cNvSpPr/>
          <p:nvPr/>
        </p:nvSpPr>
        <p:spPr>
          <a:xfrm>
            <a:off x="6451130" y="1280684"/>
            <a:ext cx="4054811" cy="435935"/>
          </a:xfrm>
          <a:prstGeom prst="rect">
            <a:avLst/>
          </a:prstGeom>
          <a:solidFill>
            <a:srgbClr val="0EA5E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dirty="0"/>
              <a:t>Your Prompt</a:t>
            </a:r>
          </a:p>
        </p:txBody>
      </p:sp>
      <p:sp>
        <p:nvSpPr>
          <p:cNvPr id="10" name="Rectangle 9">
            <a:extLst>
              <a:ext uri="{FF2B5EF4-FFF2-40B4-BE49-F238E27FC236}">
                <a16:creationId xmlns:a16="http://schemas.microsoft.com/office/drawing/2014/main" id="{28AC04B0-59E7-50CB-9E1D-1284AE5FCE98}"/>
              </a:ext>
            </a:extLst>
          </p:cNvPr>
          <p:cNvSpPr/>
          <p:nvPr/>
        </p:nvSpPr>
        <p:spPr>
          <a:xfrm>
            <a:off x="6462101" y="2234160"/>
            <a:ext cx="4054811" cy="435935"/>
          </a:xfrm>
          <a:prstGeom prst="rect">
            <a:avLst/>
          </a:prstGeom>
          <a:solidFill>
            <a:srgbClr val="0EA5E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dirty="0"/>
              <a:t>AI Predicts Patterns</a:t>
            </a:r>
          </a:p>
        </p:txBody>
      </p:sp>
      <p:sp>
        <p:nvSpPr>
          <p:cNvPr id="11" name="Rectangle 10">
            <a:extLst>
              <a:ext uri="{FF2B5EF4-FFF2-40B4-BE49-F238E27FC236}">
                <a16:creationId xmlns:a16="http://schemas.microsoft.com/office/drawing/2014/main" id="{847FA9A3-EDCD-CB54-2C9F-A3F9C0447D69}"/>
              </a:ext>
            </a:extLst>
          </p:cNvPr>
          <p:cNvSpPr/>
          <p:nvPr/>
        </p:nvSpPr>
        <p:spPr>
          <a:xfrm>
            <a:off x="6451130" y="3162437"/>
            <a:ext cx="4054811" cy="435935"/>
          </a:xfrm>
          <a:prstGeom prst="rect">
            <a:avLst/>
          </a:prstGeom>
          <a:solidFill>
            <a:srgbClr val="0EA5E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dirty="0"/>
              <a:t>Weak / Missing Instructions</a:t>
            </a:r>
          </a:p>
        </p:txBody>
      </p:sp>
      <p:sp>
        <p:nvSpPr>
          <p:cNvPr id="14" name="Rectangle 13">
            <a:extLst>
              <a:ext uri="{FF2B5EF4-FFF2-40B4-BE49-F238E27FC236}">
                <a16:creationId xmlns:a16="http://schemas.microsoft.com/office/drawing/2014/main" id="{DD5E8935-3828-44ED-6B7E-D0D8115CC111}"/>
              </a:ext>
            </a:extLst>
          </p:cNvPr>
          <p:cNvSpPr/>
          <p:nvPr/>
        </p:nvSpPr>
        <p:spPr>
          <a:xfrm>
            <a:off x="6462101" y="4090714"/>
            <a:ext cx="4054811" cy="435935"/>
          </a:xfrm>
          <a:prstGeom prst="rect">
            <a:avLst/>
          </a:prstGeom>
          <a:solidFill>
            <a:srgbClr val="0EA5E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dirty="0"/>
              <a:t>Assumptions</a:t>
            </a:r>
          </a:p>
        </p:txBody>
      </p:sp>
      <p:sp>
        <p:nvSpPr>
          <p:cNvPr id="15" name="Rectangle 14">
            <a:extLst>
              <a:ext uri="{FF2B5EF4-FFF2-40B4-BE49-F238E27FC236}">
                <a16:creationId xmlns:a16="http://schemas.microsoft.com/office/drawing/2014/main" id="{9CFE786A-8C11-4F9D-2D4C-50F733C64463}"/>
              </a:ext>
            </a:extLst>
          </p:cNvPr>
          <p:cNvSpPr/>
          <p:nvPr/>
        </p:nvSpPr>
        <p:spPr>
          <a:xfrm>
            <a:off x="6479849" y="5013042"/>
            <a:ext cx="4054811" cy="435935"/>
          </a:xfrm>
          <a:prstGeom prst="rect">
            <a:avLst/>
          </a:prstGeom>
          <a:solidFill>
            <a:srgbClr val="0EA5E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dirty="0"/>
              <a:t>Confident but Incorrect Answer</a:t>
            </a:r>
          </a:p>
        </p:txBody>
      </p:sp>
      <p:cxnSp>
        <p:nvCxnSpPr>
          <p:cNvPr id="16" name="Straight Arrow Connector 15">
            <a:extLst>
              <a:ext uri="{FF2B5EF4-FFF2-40B4-BE49-F238E27FC236}">
                <a16:creationId xmlns:a16="http://schemas.microsoft.com/office/drawing/2014/main" id="{7CD0DA38-29F4-96CC-C41A-6FA65EF7A759}"/>
              </a:ext>
            </a:extLst>
          </p:cNvPr>
          <p:cNvCxnSpPr>
            <a:cxnSpLocks/>
          </p:cNvCxnSpPr>
          <p:nvPr/>
        </p:nvCxnSpPr>
        <p:spPr>
          <a:xfrm>
            <a:off x="8478535" y="1760631"/>
            <a:ext cx="0" cy="473529"/>
          </a:xfrm>
          <a:prstGeom prst="straightConnector1">
            <a:avLst/>
          </a:prstGeom>
          <a:ln w="28575"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Straight Arrow Connector 16">
            <a:extLst>
              <a:ext uri="{FF2B5EF4-FFF2-40B4-BE49-F238E27FC236}">
                <a16:creationId xmlns:a16="http://schemas.microsoft.com/office/drawing/2014/main" id="{BEE9F35F-5605-861A-20F5-6CA49ECB6940}"/>
              </a:ext>
            </a:extLst>
          </p:cNvPr>
          <p:cNvCxnSpPr>
            <a:cxnSpLocks/>
          </p:cNvCxnSpPr>
          <p:nvPr/>
        </p:nvCxnSpPr>
        <p:spPr>
          <a:xfrm>
            <a:off x="8478535" y="2688908"/>
            <a:ext cx="0" cy="473529"/>
          </a:xfrm>
          <a:prstGeom prst="straightConnector1">
            <a:avLst/>
          </a:prstGeom>
          <a:ln w="28575"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a:extLst>
              <a:ext uri="{FF2B5EF4-FFF2-40B4-BE49-F238E27FC236}">
                <a16:creationId xmlns:a16="http://schemas.microsoft.com/office/drawing/2014/main" id="{5C9CA869-F648-7D01-8A0F-9284B637BBD0}"/>
              </a:ext>
            </a:extLst>
          </p:cNvPr>
          <p:cNvCxnSpPr>
            <a:cxnSpLocks/>
          </p:cNvCxnSpPr>
          <p:nvPr/>
        </p:nvCxnSpPr>
        <p:spPr>
          <a:xfrm>
            <a:off x="8478535" y="3598372"/>
            <a:ext cx="0" cy="473529"/>
          </a:xfrm>
          <a:prstGeom prst="straightConnector1">
            <a:avLst/>
          </a:prstGeom>
          <a:ln w="28575"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a:extLst>
              <a:ext uri="{FF2B5EF4-FFF2-40B4-BE49-F238E27FC236}">
                <a16:creationId xmlns:a16="http://schemas.microsoft.com/office/drawing/2014/main" id="{7CE2493F-1566-9C6A-E96D-B1B4E2476B30}"/>
              </a:ext>
            </a:extLst>
          </p:cNvPr>
          <p:cNvCxnSpPr>
            <a:cxnSpLocks/>
          </p:cNvCxnSpPr>
          <p:nvPr/>
        </p:nvCxnSpPr>
        <p:spPr>
          <a:xfrm>
            <a:off x="8507255" y="4526649"/>
            <a:ext cx="0" cy="473529"/>
          </a:xfrm>
          <a:prstGeom prst="straightConnector1">
            <a:avLst/>
          </a:prstGeom>
          <a:ln w="28575"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5172405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91408-6F5C-EA65-431A-8CE4B453F0C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4942A17-A966-5E35-D7A8-842F3144E9E9}"/>
              </a:ext>
            </a:extLst>
          </p:cNvPr>
          <p:cNvSpPr txBox="1"/>
          <p:nvPr/>
        </p:nvSpPr>
        <p:spPr>
          <a:xfrm>
            <a:off x="1671859" y="1451603"/>
            <a:ext cx="9113654" cy="400110"/>
          </a:xfrm>
          <a:prstGeom prst="rect">
            <a:avLst/>
          </a:prstGeom>
          <a:noFill/>
        </p:spPr>
        <p:txBody>
          <a:bodyPr wrap="square" rtlCol="0">
            <a:spAutoFit/>
          </a:bodyPr>
          <a:lstStyle/>
          <a:p>
            <a:r>
              <a:rPr lang="en-US" sz="2000" dirty="0"/>
              <a:t>These simple prompts help AI build a chain of thought</a:t>
            </a:r>
          </a:p>
        </p:txBody>
      </p:sp>
      <p:sp>
        <p:nvSpPr>
          <p:cNvPr id="4" name="Arrow: Right 3">
            <a:extLst>
              <a:ext uri="{FF2B5EF4-FFF2-40B4-BE49-F238E27FC236}">
                <a16:creationId xmlns:a16="http://schemas.microsoft.com/office/drawing/2014/main" id="{647C0E4B-AFA4-522B-BCC1-31DE221FCA4B}"/>
              </a:ext>
            </a:extLst>
          </p:cNvPr>
          <p:cNvSpPr/>
          <p:nvPr/>
        </p:nvSpPr>
        <p:spPr>
          <a:xfrm>
            <a:off x="2355383" y="2304288"/>
            <a:ext cx="7746605" cy="2834640"/>
          </a:xfrm>
          <a:prstGeom prst="rightArrow">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6" name="Freeform: Shape 5">
            <a:extLst>
              <a:ext uri="{FF2B5EF4-FFF2-40B4-BE49-F238E27FC236}">
                <a16:creationId xmlns:a16="http://schemas.microsoft.com/office/drawing/2014/main" id="{45F2CFEE-73CA-5A2E-1CDF-1303950405D7}"/>
              </a:ext>
            </a:extLst>
          </p:cNvPr>
          <p:cNvSpPr/>
          <p:nvPr/>
        </p:nvSpPr>
        <p:spPr>
          <a:xfrm>
            <a:off x="1671859" y="3182856"/>
            <a:ext cx="2193862" cy="1133856"/>
          </a:xfrm>
          <a:custGeom>
            <a:avLst/>
            <a:gdLst>
              <a:gd name="csX0" fmla="*/ 0 w 2193862"/>
              <a:gd name="csY0" fmla="*/ 188980 h 1133856"/>
              <a:gd name="csX1" fmla="*/ 188980 w 2193862"/>
              <a:gd name="csY1" fmla="*/ 0 h 1133856"/>
              <a:gd name="csX2" fmla="*/ 2004882 w 2193862"/>
              <a:gd name="csY2" fmla="*/ 0 h 1133856"/>
              <a:gd name="csX3" fmla="*/ 2193862 w 2193862"/>
              <a:gd name="csY3" fmla="*/ 188980 h 1133856"/>
              <a:gd name="csX4" fmla="*/ 2193862 w 2193862"/>
              <a:gd name="csY4" fmla="*/ 944876 h 1133856"/>
              <a:gd name="csX5" fmla="*/ 2004882 w 2193862"/>
              <a:gd name="csY5" fmla="*/ 1133856 h 1133856"/>
              <a:gd name="csX6" fmla="*/ 188980 w 2193862"/>
              <a:gd name="csY6" fmla="*/ 1133856 h 1133856"/>
              <a:gd name="csX7" fmla="*/ 0 w 2193862"/>
              <a:gd name="csY7" fmla="*/ 944876 h 1133856"/>
              <a:gd name="csX8" fmla="*/ 0 w 2193862"/>
              <a:gd name="csY8" fmla="*/ 188980 h 11338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193862" h="1133856">
                <a:moveTo>
                  <a:pt x="0" y="188980"/>
                </a:moveTo>
                <a:cubicBezTo>
                  <a:pt x="0" y="84609"/>
                  <a:pt x="84609" y="0"/>
                  <a:pt x="188980" y="0"/>
                </a:cubicBezTo>
                <a:lnTo>
                  <a:pt x="2004882" y="0"/>
                </a:lnTo>
                <a:cubicBezTo>
                  <a:pt x="2109253" y="0"/>
                  <a:pt x="2193862" y="84609"/>
                  <a:pt x="2193862" y="188980"/>
                </a:cubicBezTo>
                <a:lnTo>
                  <a:pt x="2193862" y="944876"/>
                </a:lnTo>
                <a:cubicBezTo>
                  <a:pt x="2193862" y="1049247"/>
                  <a:pt x="2109253" y="1133856"/>
                  <a:pt x="2004882" y="1133856"/>
                </a:cubicBezTo>
                <a:lnTo>
                  <a:pt x="188980" y="1133856"/>
                </a:lnTo>
                <a:cubicBezTo>
                  <a:pt x="84609" y="1133856"/>
                  <a:pt x="0" y="1049247"/>
                  <a:pt x="0" y="944876"/>
                </a:cubicBezTo>
                <a:lnTo>
                  <a:pt x="0" y="188980"/>
                </a:lnTo>
                <a:close/>
              </a:path>
            </a:pathLst>
          </a:custGeom>
          <a:solidFill>
            <a:srgbClr val="38BDF8"/>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20120" tIns="120120" rIns="120120" bIns="120120" numCol="1" spcCol="1270" anchor="ctr" anchorCtr="0">
            <a:noAutofit/>
          </a:bodyPr>
          <a:lstStyle/>
          <a:p>
            <a:pPr marL="0" lvl="0" indent="0" algn="ctr" defTabSz="755650">
              <a:lnSpc>
                <a:spcPct val="90000"/>
              </a:lnSpc>
              <a:spcBef>
                <a:spcPct val="0"/>
              </a:spcBef>
              <a:spcAft>
                <a:spcPct val="35000"/>
              </a:spcAft>
              <a:buNone/>
            </a:pPr>
            <a:r>
              <a:rPr lang="en-US" sz="1700" kern="1200" dirty="0"/>
              <a:t>Ask the AI to explain its reasoning before giving an answer.</a:t>
            </a:r>
            <a:endParaRPr lang="en-IN" sz="1700" kern="1200" dirty="0"/>
          </a:p>
        </p:txBody>
      </p:sp>
      <p:sp>
        <p:nvSpPr>
          <p:cNvPr id="9" name="Freeform: Shape 8">
            <a:extLst>
              <a:ext uri="{FF2B5EF4-FFF2-40B4-BE49-F238E27FC236}">
                <a16:creationId xmlns:a16="http://schemas.microsoft.com/office/drawing/2014/main" id="{96747C8B-ABA2-5B18-F920-EF0E11716EC7}"/>
              </a:ext>
            </a:extLst>
          </p:cNvPr>
          <p:cNvSpPr/>
          <p:nvPr/>
        </p:nvSpPr>
        <p:spPr>
          <a:xfrm>
            <a:off x="3979976" y="3154680"/>
            <a:ext cx="2193862" cy="1133856"/>
          </a:xfrm>
          <a:custGeom>
            <a:avLst/>
            <a:gdLst>
              <a:gd name="csX0" fmla="*/ 0 w 2193862"/>
              <a:gd name="csY0" fmla="*/ 188980 h 1133856"/>
              <a:gd name="csX1" fmla="*/ 188980 w 2193862"/>
              <a:gd name="csY1" fmla="*/ 0 h 1133856"/>
              <a:gd name="csX2" fmla="*/ 2004882 w 2193862"/>
              <a:gd name="csY2" fmla="*/ 0 h 1133856"/>
              <a:gd name="csX3" fmla="*/ 2193862 w 2193862"/>
              <a:gd name="csY3" fmla="*/ 188980 h 1133856"/>
              <a:gd name="csX4" fmla="*/ 2193862 w 2193862"/>
              <a:gd name="csY4" fmla="*/ 944876 h 1133856"/>
              <a:gd name="csX5" fmla="*/ 2004882 w 2193862"/>
              <a:gd name="csY5" fmla="*/ 1133856 h 1133856"/>
              <a:gd name="csX6" fmla="*/ 188980 w 2193862"/>
              <a:gd name="csY6" fmla="*/ 1133856 h 1133856"/>
              <a:gd name="csX7" fmla="*/ 0 w 2193862"/>
              <a:gd name="csY7" fmla="*/ 944876 h 1133856"/>
              <a:gd name="csX8" fmla="*/ 0 w 2193862"/>
              <a:gd name="csY8" fmla="*/ 188980 h 11338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193862" h="1133856">
                <a:moveTo>
                  <a:pt x="0" y="188980"/>
                </a:moveTo>
                <a:cubicBezTo>
                  <a:pt x="0" y="84609"/>
                  <a:pt x="84609" y="0"/>
                  <a:pt x="188980" y="0"/>
                </a:cubicBezTo>
                <a:lnTo>
                  <a:pt x="2004882" y="0"/>
                </a:lnTo>
                <a:cubicBezTo>
                  <a:pt x="2109253" y="0"/>
                  <a:pt x="2193862" y="84609"/>
                  <a:pt x="2193862" y="188980"/>
                </a:cubicBezTo>
                <a:lnTo>
                  <a:pt x="2193862" y="944876"/>
                </a:lnTo>
                <a:cubicBezTo>
                  <a:pt x="2193862" y="1049247"/>
                  <a:pt x="2109253" y="1133856"/>
                  <a:pt x="2004882" y="1133856"/>
                </a:cubicBezTo>
                <a:lnTo>
                  <a:pt x="188980" y="1133856"/>
                </a:lnTo>
                <a:cubicBezTo>
                  <a:pt x="84609" y="1133856"/>
                  <a:pt x="0" y="1049247"/>
                  <a:pt x="0" y="944876"/>
                </a:cubicBezTo>
                <a:lnTo>
                  <a:pt x="0" y="188980"/>
                </a:lnTo>
                <a:close/>
              </a:path>
            </a:pathLst>
          </a:custGeom>
          <a:solidFill>
            <a:srgbClr val="38BDF8"/>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20120" tIns="120120" rIns="120120" bIns="120120" numCol="1" spcCol="1270" anchor="ctr" anchorCtr="0">
            <a:noAutofit/>
          </a:bodyPr>
          <a:lstStyle/>
          <a:p>
            <a:pPr marL="0" lvl="0" indent="0" algn="ctr" defTabSz="755650">
              <a:lnSpc>
                <a:spcPct val="90000"/>
              </a:lnSpc>
              <a:spcBef>
                <a:spcPct val="0"/>
              </a:spcBef>
              <a:spcAft>
                <a:spcPct val="35000"/>
              </a:spcAft>
              <a:buNone/>
            </a:pPr>
            <a:r>
              <a:rPr lang="en-IN" sz="1700" kern="1200" dirty="0"/>
              <a:t>Ask it to compare options before concluding. </a:t>
            </a:r>
          </a:p>
        </p:txBody>
      </p:sp>
      <p:sp>
        <p:nvSpPr>
          <p:cNvPr id="10" name="Freeform: Shape 9">
            <a:extLst>
              <a:ext uri="{FF2B5EF4-FFF2-40B4-BE49-F238E27FC236}">
                <a16:creationId xmlns:a16="http://schemas.microsoft.com/office/drawing/2014/main" id="{20DF8A82-CABD-2124-2D18-51306E529C1A}"/>
              </a:ext>
            </a:extLst>
          </p:cNvPr>
          <p:cNvSpPr/>
          <p:nvPr/>
        </p:nvSpPr>
        <p:spPr>
          <a:xfrm>
            <a:off x="6283532" y="3154680"/>
            <a:ext cx="2193862" cy="1133856"/>
          </a:xfrm>
          <a:custGeom>
            <a:avLst/>
            <a:gdLst>
              <a:gd name="csX0" fmla="*/ 0 w 2193862"/>
              <a:gd name="csY0" fmla="*/ 188980 h 1133856"/>
              <a:gd name="csX1" fmla="*/ 188980 w 2193862"/>
              <a:gd name="csY1" fmla="*/ 0 h 1133856"/>
              <a:gd name="csX2" fmla="*/ 2004882 w 2193862"/>
              <a:gd name="csY2" fmla="*/ 0 h 1133856"/>
              <a:gd name="csX3" fmla="*/ 2193862 w 2193862"/>
              <a:gd name="csY3" fmla="*/ 188980 h 1133856"/>
              <a:gd name="csX4" fmla="*/ 2193862 w 2193862"/>
              <a:gd name="csY4" fmla="*/ 944876 h 1133856"/>
              <a:gd name="csX5" fmla="*/ 2004882 w 2193862"/>
              <a:gd name="csY5" fmla="*/ 1133856 h 1133856"/>
              <a:gd name="csX6" fmla="*/ 188980 w 2193862"/>
              <a:gd name="csY6" fmla="*/ 1133856 h 1133856"/>
              <a:gd name="csX7" fmla="*/ 0 w 2193862"/>
              <a:gd name="csY7" fmla="*/ 944876 h 1133856"/>
              <a:gd name="csX8" fmla="*/ 0 w 2193862"/>
              <a:gd name="csY8" fmla="*/ 188980 h 11338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193862" h="1133856">
                <a:moveTo>
                  <a:pt x="0" y="188980"/>
                </a:moveTo>
                <a:cubicBezTo>
                  <a:pt x="0" y="84609"/>
                  <a:pt x="84609" y="0"/>
                  <a:pt x="188980" y="0"/>
                </a:cubicBezTo>
                <a:lnTo>
                  <a:pt x="2004882" y="0"/>
                </a:lnTo>
                <a:cubicBezTo>
                  <a:pt x="2109253" y="0"/>
                  <a:pt x="2193862" y="84609"/>
                  <a:pt x="2193862" y="188980"/>
                </a:cubicBezTo>
                <a:lnTo>
                  <a:pt x="2193862" y="944876"/>
                </a:lnTo>
                <a:cubicBezTo>
                  <a:pt x="2193862" y="1049247"/>
                  <a:pt x="2109253" y="1133856"/>
                  <a:pt x="2004882" y="1133856"/>
                </a:cubicBezTo>
                <a:lnTo>
                  <a:pt x="188980" y="1133856"/>
                </a:lnTo>
                <a:cubicBezTo>
                  <a:pt x="84609" y="1133856"/>
                  <a:pt x="0" y="1049247"/>
                  <a:pt x="0" y="944876"/>
                </a:cubicBezTo>
                <a:lnTo>
                  <a:pt x="0" y="188980"/>
                </a:lnTo>
                <a:close/>
              </a:path>
            </a:pathLst>
          </a:custGeom>
          <a:solidFill>
            <a:srgbClr val="38BDF8"/>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20120" tIns="120120" rIns="120120" bIns="120120" numCol="1" spcCol="1270" anchor="ctr" anchorCtr="0">
            <a:noAutofit/>
          </a:bodyPr>
          <a:lstStyle/>
          <a:p>
            <a:pPr marL="0" lvl="0" indent="0" algn="ctr" defTabSz="755650">
              <a:lnSpc>
                <a:spcPct val="90000"/>
              </a:lnSpc>
              <a:spcBef>
                <a:spcPct val="0"/>
              </a:spcBef>
              <a:spcAft>
                <a:spcPct val="35000"/>
              </a:spcAft>
              <a:buNone/>
            </a:pPr>
            <a:r>
              <a:rPr lang="en-IN" sz="1700" kern="1200" dirty="0"/>
              <a:t>Ask for a structured step-by- step explanation.</a:t>
            </a:r>
          </a:p>
        </p:txBody>
      </p:sp>
      <p:sp>
        <p:nvSpPr>
          <p:cNvPr id="11" name="Freeform: Shape 10">
            <a:extLst>
              <a:ext uri="{FF2B5EF4-FFF2-40B4-BE49-F238E27FC236}">
                <a16:creationId xmlns:a16="http://schemas.microsoft.com/office/drawing/2014/main" id="{C2CB79DE-8309-8270-58C3-606F8A7CDE7B}"/>
              </a:ext>
            </a:extLst>
          </p:cNvPr>
          <p:cNvSpPr/>
          <p:nvPr/>
        </p:nvSpPr>
        <p:spPr>
          <a:xfrm>
            <a:off x="8587088" y="3154680"/>
            <a:ext cx="2193862" cy="1133856"/>
          </a:xfrm>
          <a:custGeom>
            <a:avLst/>
            <a:gdLst>
              <a:gd name="csX0" fmla="*/ 0 w 2193862"/>
              <a:gd name="csY0" fmla="*/ 188980 h 1133856"/>
              <a:gd name="csX1" fmla="*/ 188980 w 2193862"/>
              <a:gd name="csY1" fmla="*/ 0 h 1133856"/>
              <a:gd name="csX2" fmla="*/ 2004882 w 2193862"/>
              <a:gd name="csY2" fmla="*/ 0 h 1133856"/>
              <a:gd name="csX3" fmla="*/ 2193862 w 2193862"/>
              <a:gd name="csY3" fmla="*/ 188980 h 1133856"/>
              <a:gd name="csX4" fmla="*/ 2193862 w 2193862"/>
              <a:gd name="csY4" fmla="*/ 944876 h 1133856"/>
              <a:gd name="csX5" fmla="*/ 2004882 w 2193862"/>
              <a:gd name="csY5" fmla="*/ 1133856 h 1133856"/>
              <a:gd name="csX6" fmla="*/ 188980 w 2193862"/>
              <a:gd name="csY6" fmla="*/ 1133856 h 1133856"/>
              <a:gd name="csX7" fmla="*/ 0 w 2193862"/>
              <a:gd name="csY7" fmla="*/ 944876 h 1133856"/>
              <a:gd name="csX8" fmla="*/ 0 w 2193862"/>
              <a:gd name="csY8" fmla="*/ 188980 h 11338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193862" h="1133856">
                <a:moveTo>
                  <a:pt x="0" y="188980"/>
                </a:moveTo>
                <a:cubicBezTo>
                  <a:pt x="0" y="84609"/>
                  <a:pt x="84609" y="0"/>
                  <a:pt x="188980" y="0"/>
                </a:cubicBezTo>
                <a:lnTo>
                  <a:pt x="2004882" y="0"/>
                </a:lnTo>
                <a:cubicBezTo>
                  <a:pt x="2109253" y="0"/>
                  <a:pt x="2193862" y="84609"/>
                  <a:pt x="2193862" y="188980"/>
                </a:cubicBezTo>
                <a:lnTo>
                  <a:pt x="2193862" y="944876"/>
                </a:lnTo>
                <a:cubicBezTo>
                  <a:pt x="2193862" y="1049247"/>
                  <a:pt x="2109253" y="1133856"/>
                  <a:pt x="2004882" y="1133856"/>
                </a:cubicBezTo>
                <a:lnTo>
                  <a:pt x="188980" y="1133856"/>
                </a:lnTo>
                <a:cubicBezTo>
                  <a:pt x="84609" y="1133856"/>
                  <a:pt x="0" y="1049247"/>
                  <a:pt x="0" y="944876"/>
                </a:cubicBezTo>
                <a:lnTo>
                  <a:pt x="0" y="188980"/>
                </a:lnTo>
                <a:close/>
              </a:path>
            </a:pathLst>
          </a:custGeom>
          <a:solidFill>
            <a:srgbClr val="38BDF8"/>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20120" tIns="120120" rIns="120120" bIns="120120" numCol="1" spcCol="1270" anchor="ctr" anchorCtr="0">
            <a:noAutofit/>
          </a:bodyPr>
          <a:lstStyle/>
          <a:p>
            <a:pPr marL="0" lvl="0" indent="0" algn="ctr" defTabSz="755650">
              <a:lnSpc>
                <a:spcPct val="90000"/>
              </a:lnSpc>
              <a:spcBef>
                <a:spcPct val="0"/>
              </a:spcBef>
              <a:spcAft>
                <a:spcPct val="35000"/>
              </a:spcAft>
              <a:buNone/>
            </a:pPr>
            <a:r>
              <a:rPr lang="en-US" sz="1700" kern="1200" dirty="0"/>
              <a:t>Avoid asking only for the final answer</a:t>
            </a:r>
            <a:endParaRPr lang="en-IN" sz="1700" kern="1200" dirty="0"/>
          </a:p>
        </p:txBody>
      </p:sp>
      <p:sp>
        <p:nvSpPr>
          <p:cNvPr id="8" name="TextBox 7">
            <a:extLst>
              <a:ext uri="{FF2B5EF4-FFF2-40B4-BE49-F238E27FC236}">
                <a16:creationId xmlns:a16="http://schemas.microsoft.com/office/drawing/2014/main" id="{2C1E95EC-944E-FD50-9326-FA816683333F}"/>
              </a:ext>
            </a:extLst>
          </p:cNvPr>
          <p:cNvSpPr txBox="1"/>
          <p:nvPr/>
        </p:nvSpPr>
        <p:spPr>
          <a:xfrm>
            <a:off x="1539172" y="5481605"/>
            <a:ext cx="9113655" cy="400110"/>
          </a:xfrm>
          <a:prstGeom prst="rect">
            <a:avLst/>
          </a:prstGeom>
          <a:noFill/>
        </p:spPr>
        <p:txBody>
          <a:bodyPr wrap="square">
            <a:spAutoFit/>
          </a:bodyPr>
          <a:lstStyle/>
          <a:p>
            <a:pPr algn="ctr"/>
            <a:r>
              <a:rPr lang="en-US" sz="2000" b="1" dirty="0">
                <a:solidFill>
                  <a:srgbClr val="38BDF8"/>
                </a:solidFill>
              </a:rPr>
              <a:t>Clear reasoning builds trust in the final answer.</a:t>
            </a:r>
            <a:endParaRPr lang="en-US" sz="2000" dirty="0">
              <a:solidFill>
                <a:srgbClr val="38BDF8"/>
              </a:solidFill>
            </a:endParaRPr>
          </a:p>
        </p:txBody>
      </p:sp>
      <p:sp>
        <p:nvSpPr>
          <p:cNvPr id="3" name="TextBox 2">
            <a:extLst>
              <a:ext uri="{FF2B5EF4-FFF2-40B4-BE49-F238E27FC236}">
                <a16:creationId xmlns:a16="http://schemas.microsoft.com/office/drawing/2014/main" id="{A3DC67D8-9ACC-7DB8-94A6-BCE73CC60CC9}"/>
              </a:ext>
            </a:extLst>
          </p:cNvPr>
          <p:cNvSpPr txBox="1"/>
          <p:nvPr/>
        </p:nvSpPr>
        <p:spPr>
          <a:xfrm>
            <a:off x="64571" y="683897"/>
            <a:ext cx="7968466" cy="584775"/>
          </a:xfrm>
          <a:prstGeom prst="rect">
            <a:avLst/>
          </a:prstGeom>
          <a:noFill/>
        </p:spPr>
        <p:txBody>
          <a:bodyPr wrap="square">
            <a:spAutoFit/>
          </a:bodyPr>
          <a:lstStyle/>
          <a:p>
            <a:pPr algn="ctr"/>
            <a:r>
              <a:rPr lang="en-US" sz="3200" b="1" u="sng" dirty="0"/>
              <a:t>How to Use Chain-of-Thought Effectively</a:t>
            </a:r>
            <a:endParaRPr lang="en-IN" sz="3200" b="1" u="sng" dirty="0">
              <a:latin typeface="+mj-lt"/>
            </a:endParaRPr>
          </a:p>
        </p:txBody>
      </p:sp>
    </p:spTree>
    <p:extLst>
      <p:ext uri="{BB962C8B-B14F-4D97-AF65-F5344CB8AC3E}">
        <p14:creationId xmlns:p14="http://schemas.microsoft.com/office/powerpoint/2010/main" val="38918960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08D78-6D37-2DF3-93D5-A1C91E05C9A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56DA829-2F38-1CB8-E665-923A0CFA78D8}"/>
              </a:ext>
            </a:extLst>
          </p:cNvPr>
          <p:cNvSpPr txBox="1"/>
          <p:nvPr/>
        </p:nvSpPr>
        <p:spPr>
          <a:xfrm>
            <a:off x="2035232" y="1180407"/>
            <a:ext cx="7722524" cy="923330"/>
          </a:xfrm>
          <a:prstGeom prst="rect">
            <a:avLst/>
          </a:prstGeom>
          <a:noFill/>
          <a:ln w="12700">
            <a:solidFill>
              <a:schemeClr val="accent2">
                <a:lumMod val="60000"/>
                <a:lumOff val="40000"/>
              </a:schemeClr>
            </a:solidFill>
          </a:ln>
        </p:spPr>
        <p:txBody>
          <a:bodyPr wrap="square" rtlCol="0">
            <a:spAutoFit/>
          </a:bodyPr>
          <a:lstStyle/>
          <a:p>
            <a:r>
              <a:rPr lang="en-US" b="1" dirty="0"/>
              <a:t>Problem (Input): </a:t>
            </a:r>
            <a:r>
              <a:rPr lang="en-US" dirty="0"/>
              <a:t>A student studies 2 hours per day on weekdays and 5 hours per day on weekends.</a:t>
            </a:r>
            <a:br>
              <a:rPr lang="en-US" dirty="0"/>
            </a:br>
            <a:r>
              <a:rPr lang="en-US" dirty="0"/>
              <a:t>How many hours does the student study in one week?</a:t>
            </a:r>
            <a:endParaRPr lang="en-US" b="1" dirty="0"/>
          </a:p>
        </p:txBody>
      </p:sp>
      <p:sp>
        <p:nvSpPr>
          <p:cNvPr id="4" name="Rectangle: Diagonal Corners Rounded 3">
            <a:extLst>
              <a:ext uri="{FF2B5EF4-FFF2-40B4-BE49-F238E27FC236}">
                <a16:creationId xmlns:a16="http://schemas.microsoft.com/office/drawing/2014/main" id="{3BEA000D-A5C7-875B-5D1B-816775CBA46E}"/>
              </a:ext>
            </a:extLst>
          </p:cNvPr>
          <p:cNvSpPr/>
          <p:nvPr/>
        </p:nvSpPr>
        <p:spPr>
          <a:xfrm>
            <a:off x="1943792" y="2898757"/>
            <a:ext cx="3861262" cy="1060490"/>
          </a:xfrm>
          <a:prstGeom prst="round2Diag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Step 1: </a:t>
            </a:r>
            <a:r>
              <a:rPr lang="en-US" sz="1600" dirty="0">
                <a:solidFill>
                  <a:schemeClr val="tx1"/>
                </a:solidFill>
              </a:rPr>
              <a:t>Identify number of weekdays and weekends</a:t>
            </a:r>
          </a:p>
          <a:p>
            <a:pPr lvl="0" eaLnBrk="0" fontAlgn="base" hangingPunct="0">
              <a:spcBef>
                <a:spcPct val="0"/>
              </a:spcBef>
              <a:spcAft>
                <a:spcPct val="0"/>
              </a:spcAft>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Weekdays = 5 days</a:t>
            </a:r>
          </a:p>
          <a:p>
            <a:pPr lvl="0" eaLnBrk="0" fontAlgn="base" hangingPunct="0">
              <a:spcBef>
                <a:spcPct val="0"/>
              </a:spcBef>
              <a:spcAft>
                <a:spcPct val="0"/>
              </a:spcAft>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Weekends = 2 days</a:t>
            </a:r>
          </a:p>
        </p:txBody>
      </p:sp>
      <p:sp>
        <p:nvSpPr>
          <p:cNvPr id="9" name="Rectangle: Diagonal Corners Rounded 8">
            <a:extLst>
              <a:ext uri="{FF2B5EF4-FFF2-40B4-BE49-F238E27FC236}">
                <a16:creationId xmlns:a16="http://schemas.microsoft.com/office/drawing/2014/main" id="{4649ABCA-6B80-A9D0-556C-D2D3A8ADC534}"/>
              </a:ext>
            </a:extLst>
          </p:cNvPr>
          <p:cNvSpPr/>
          <p:nvPr/>
        </p:nvSpPr>
        <p:spPr>
          <a:xfrm>
            <a:off x="6374476" y="2898757"/>
            <a:ext cx="3861262" cy="1060490"/>
          </a:xfrm>
          <a:prstGeom prst="round2Diag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Step 2: </a:t>
            </a:r>
            <a:r>
              <a:rPr lang="en-US" sz="1600" dirty="0">
                <a:solidFill>
                  <a:schemeClr val="tx1"/>
                </a:solidFill>
              </a:rPr>
              <a:t>Calculate weekday study time</a:t>
            </a:r>
          </a:p>
          <a:p>
            <a:pPr marL="285750" indent="-285750">
              <a:buFont typeface="Arial" panose="020B0604020202020204" pitchFamily="34" charset="0"/>
              <a:buChar char="•"/>
            </a:pPr>
            <a:r>
              <a:rPr lang="en-US" sz="1600" dirty="0">
                <a:solidFill>
                  <a:schemeClr val="tx1"/>
                </a:solidFill>
              </a:rPr>
              <a:t>2 hours/day × 5 days = 10 hours</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12" name="Rectangle: Diagonal Corners Rounded 11">
            <a:extLst>
              <a:ext uri="{FF2B5EF4-FFF2-40B4-BE49-F238E27FC236}">
                <a16:creationId xmlns:a16="http://schemas.microsoft.com/office/drawing/2014/main" id="{0C1373DC-FF6A-BB45-4CB0-9CCF71C2FC74}"/>
              </a:ext>
            </a:extLst>
          </p:cNvPr>
          <p:cNvSpPr/>
          <p:nvPr/>
        </p:nvSpPr>
        <p:spPr>
          <a:xfrm>
            <a:off x="1943792" y="4224019"/>
            <a:ext cx="3861262" cy="1060489"/>
          </a:xfrm>
          <a:prstGeom prst="round2Diag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Step 3: </a:t>
            </a:r>
            <a:r>
              <a:rPr lang="en-US" sz="1600" dirty="0">
                <a:solidFill>
                  <a:schemeClr val="tx1"/>
                </a:solidFill>
              </a:rPr>
              <a:t>Calculate weekend study time</a:t>
            </a:r>
          </a:p>
          <a:p>
            <a:pPr marL="285750" indent="-285750">
              <a:buFont typeface="Arial" panose="020B0604020202020204" pitchFamily="34" charset="0"/>
              <a:buChar char="•"/>
            </a:pPr>
            <a:r>
              <a:rPr lang="en-US" sz="1600" dirty="0">
                <a:solidFill>
                  <a:schemeClr val="tx1"/>
                </a:solidFill>
              </a:rPr>
              <a:t>5 hours/day × 2 days = 10 hours</a:t>
            </a:r>
          </a:p>
        </p:txBody>
      </p:sp>
      <p:sp>
        <p:nvSpPr>
          <p:cNvPr id="13" name="Rectangle: Diagonal Corners Rounded 12">
            <a:extLst>
              <a:ext uri="{FF2B5EF4-FFF2-40B4-BE49-F238E27FC236}">
                <a16:creationId xmlns:a16="http://schemas.microsoft.com/office/drawing/2014/main" id="{B3F7EED6-4838-D9CA-EBDF-F89A67B83B95}"/>
              </a:ext>
            </a:extLst>
          </p:cNvPr>
          <p:cNvSpPr/>
          <p:nvPr/>
        </p:nvSpPr>
        <p:spPr>
          <a:xfrm>
            <a:off x="6374476" y="4224020"/>
            <a:ext cx="3861262" cy="1060488"/>
          </a:xfrm>
          <a:prstGeom prst="round2Diag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Step 4: </a:t>
            </a:r>
            <a:r>
              <a:rPr lang="en-US" sz="1600" dirty="0">
                <a:solidFill>
                  <a:schemeClr val="tx1"/>
                </a:solidFill>
              </a:rPr>
              <a:t>Combine total study time</a:t>
            </a:r>
          </a:p>
          <a:p>
            <a:pPr marL="285750" indent="-285750">
              <a:buFont typeface="Arial" panose="020B0604020202020204" pitchFamily="34" charset="0"/>
              <a:buChar char="•"/>
            </a:pPr>
            <a:r>
              <a:rPr lang="en-US" sz="1600" dirty="0">
                <a:solidFill>
                  <a:schemeClr val="tx1"/>
                </a:solidFill>
              </a:rPr>
              <a:t>Total = 10 + 10 = </a:t>
            </a:r>
            <a:r>
              <a:rPr lang="en-US" sz="1600" b="1" dirty="0">
                <a:solidFill>
                  <a:schemeClr val="tx1"/>
                </a:solidFill>
              </a:rPr>
              <a:t>20 hours</a:t>
            </a:r>
            <a:endParaRPr lang="en-US" sz="1600" dirty="0">
              <a:solidFill>
                <a:schemeClr val="tx1"/>
              </a:solidFill>
            </a:endParaRPr>
          </a:p>
        </p:txBody>
      </p:sp>
      <p:sp>
        <p:nvSpPr>
          <p:cNvPr id="14" name="TextBox 13">
            <a:extLst>
              <a:ext uri="{FF2B5EF4-FFF2-40B4-BE49-F238E27FC236}">
                <a16:creationId xmlns:a16="http://schemas.microsoft.com/office/drawing/2014/main" id="{6CDED361-F012-DDEC-6A0B-8770C1CD53ED}"/>
              </a:ext>
            </a:extLst>
          </p:cNvPr>
          <p:cNvSpPr txBox="1"/>
          <p:nvPr/>
        </p:nvSpPr>
        <p:spPr>
          <a:xfrm>
            <a:off x="4057303" y="5586153"/>
            <a:ext cx="4339244" cy="646331"/>
          </a:xfrm>
          <a:prstGeom prst="rect">
            <a:avLst/>
          </a:prstGeom>
          <a:noFill/>
          <a:ln w="12700">
            <a:solidFill>
              <a:schemeClr val="tx1"/>
            </a:solidFill>
          </a:ln>
        </p:spPr>
        <p:txBody>
          <a:bodyPr wrap="square" rtlCol="0">
            <a:spAutoFit/>
          </a:bodyPr>
          <a:lstStyle/>
          <a:p>
            <a:r>
              <a:rPr lang="en-US" b="1" dirty="0"/>
              <a:t>Final Answer:</a:t>
            </a:r>
          </a:p>
          <a:p>
            <a:r>
              <a:rPr lang="en-US" dirty="0"/>
              <a:t>The student studies 20 hours per week.</a:t>
            </a:r>
          </a:p>
        </p:txBody>
      </p:sp>
      <p:sp>
        <p:nvSpPr>
          <p:cNvPr id="16" name="TextBox 15">
            <a:extLst>
              <a:ext uri="{FF2B5EF4-FFF2-40B4-BE49-F238E27FC236}">
                <a16:creationId xmlns:a16="http://schemas.microsoft.com/office/drawing/2014/main" id="{0A24548B-10C3-022D-8BD7-201B65B898FE}"/>
              </a:ext>
            </a:extLst>
          </p:cNvPr>
          <p:cNvSpPr txBox="1"/>
          <p:nvPr/>
        </p:nvSpPr>
        <p:spPr>
          <a:xfrm>
            <a:off x="264646" y="500858"/>
            <a:ext cx="7103519" cy="584775"/>
          </a:xfrm>
          <a:prstGeom prst="rect">
            <a:avLst/>
          </a:prstGeom>
          <a:noFill/>
        </p:spPr>
        <p:txBody>
          <a:bodyPr wrap="square">
            <a:spAutoFit/>
          </a:bodyPr>
          <a:lstStyle/>
          <a:p>
            <a:r>
              <a:rPr lang="en-US" sz="3200" b="1" u="sng" dirty="0"/>
              <a:t>Example: Step-by-Step Calculation</a:t>
            </a:r>
          </a:p>
        </p:txBody>
      </p:sp>
      <p:sp>
        <p:nvSpPr>
          <p:cNvPr id="2" name="TextBox 1">
            <a:extLst>
              <a:ext uri="{FF2B5EF4-FFF2-40B4-BE49-F238E27FC236}">
                <a16:creationId xmlns:a16="http://schemas.microsoft.com/office/drawing/2014/main" id="{98AE3744-CAFC-4952-D284-C9F88B59FDB2}"/>
              </a:ext>
            </a:extLst>
          </p:cNvPr>
          <p:cNvSpPr txBox="1"/>
          <p:nvPr/>
        </p:nvSpPr>
        <p:spPr>
          <a:xfrm>
            <a:off x="2560321" y="2227779"/>
            <a:ext cx="3158835" cy="400110"/>
          </a:xfrm>
          <a:prstGeom prst="rect">
            <a:avLst/>
          </a:prstGeom>
          <a:noFill/>
          <a:ln w="28575">
            <a:solidFill>
              <a:srgbClr val="00B0F0"/>
            </a:solidFill>
          </a:ln>
        </p:spPr>
        <p:txBody>
          <a:bodyPr wrap="square" rtlCol="0">
            <a:spAutoFit/>
          </a:bodyPr>
          <a:lstStyle/>
          <a:p>
            <a:r>
              <a:rPr lang="en-US" sz="2000" b="1" dirty="0"/>
              <a:t>Step-by-step Reasoning</a:t>
            </a:r>
          </a:p>
        </p:txBody>
      </p:sp>
    </p:spTree>
    <p:extLst>
      <p:ext uri="{BB962C8B-B14F-4D97-AF65-F5344CB8AC3E}">
        <p14:creationId xmlns:p14="http://schemas.microsoft.com/office/powerpoint/2010/main" val="40841636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D2254-4994-655D-1165-1802F59431D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23E3482-B3AD-C83B-50D3-6F9011F5E2AE}"/>
              </a:ext>
            </a:extLst>
          </p:cNvPr>
          <p:cNvSpPr txBox="1"/>
          <p:nvPr/>
        </p:nvSpPr>
        <p:spPr>
          <a:xfrm>
            <a:off x="502542" y="159442"/>
            <a:ext cx="6073708" cy="461665"/>
          </a:xfrm>
          <a:prstGeom prst="rect">
            <a:avLst/>
          </a:prstGeom>
          <a:noFill/>
        </p:spPr>
        <p:txBody>
          <a:bodyPr wrap="square">
            <a:spAutoFit/>
          </a:bodyPr>
          <a:lstStyle/>
          <a:p>
            <a:r>
              <a:rPr lang="en-US" sz="2400" b="1" u="sng" dirty="0"/>
              <a:t>Decision / Comparison Example</a:t>
            </a:r>
          </a:p>
        </p:txBody>
      </p:sp>
      <p:sp>
        <p:nvSpPr>
          <p:cNvPr id="7" name="TextBox 6">
            <a:extLst>
              <a:ext uri="{FF2B5EF4-FFF2-40B4-BE49-F238E27FC236}">
                <a16:creationId xmlns:a16="http://schemas.microsoft.com/office/drawing/2014/main" id="{D0411261-4A12-8A55-6695-86E2445D258A}"/>
              </a:ext>
            </a:extLst>
          </p:cNvPr>
          <p:cNvSpPr txBox="1"/>
          <p:nvPr/>
        </p:nvSpPr>
        <p:spPr>
          <a:xfrm>
            <a:off x="1386145" y="793239"/>
            <a:ext cx="8920943" cy="1477328"/>
          </a:xfrm>
          <a:prstGeom prst="rect">
            <a:avLst/>
          </a:prstGeom>
          <a:noFill/>
          <a:ln w="12700">
            <a:solidFill>
              <a:schemeClr val="accent1">
                <a:lumMod val="40000"/>
                <a:lumOff val="60000"/>
              </a:schemeClr>
            </a:solidFill>
          </a:ln>
        </p:spPr>
        <p:txBody>
          <a:bodyPr wrap="square" rtlCol="0">
            <a:spAutoFit/>
          </a:bodyPr>
          <a:lstStyle/>
          <a:p>
            <a:r>
              <a:rPr lang="en-US" b="1" dirty="0"/>
              <a:t>Problem (Input)</a:t>
            </a:r>
          </a:p>
          <a:p>
            <a:r>
              <a:rPr lang="en-US" dirty="0"/>
              <a:t>A student has 10 hours per week to study.</a:t>
            </a:r>
            <a:br>
              <a:rPr lang="en-US" dirty="0"/>
            </a:br>
            <a:r>
              <a:rPr lang="en-US" dirty="0"/>
              <a:t>They need to choose between </a:t>
            </a:r>
            <a:r>
              <a:rPr lang="en-US" b="1" dirty="0"/>
              <a:t>Course A</a:t>
            </a:r>
            <a:r>
              <a:rPr lang="en-US" dirty="0"/>
              <a:t> (theory-heavy) and </a:t>
            </a:r>
            <a:r>
              <a:rPr lang="en-US" b="1" dirty="0"/>
              <a:t>Course B</a:t>
            </a:r>
            <a:r>
              <a:rPr lang="en-US" dirty="0"/>
              <a:t> (practice-heavy).</a:t>
            </a:r>
            <a:br>
              <a:rPr lang="en-US" dirty="0"/>
            </a:br>
            <a:r>
              <a:rPr lang="en-US" dirty="0"/>
              <a:t>The student wants better job readiness.</a:t>
            </a:r>
            <a:br>
              <a:rPr lang="en-US" dirty="0"/>
            </a:br>
            <a:r>
              <a:rPr lang="en-US" dirty="0"/>
              <a:t>Which course should they choose?</a:t>
            </a:r>
          </a:p>
        </p:txBody>
      </p:sp>
      <p:sp>
        <p:nvSpPr>
          <p:cNvPr id="12" name="Rectangle: Diagonal Corners Rounded 11">
            <a:extLst>
              <a:ext uri="{FF2B5EF4-FFF2-40B4-BE49-F238E27FC236}">
                <a16:creationId xmlns:a16="http://schemas.microsoft.com/office/drawing/2014/main" id="{DF8A19A9-2563-5BB3-421A-EE26224BEC2D}"/>
              </a:ext>
            </a:extLst>
          </p:cNvPr>
          <p:cNvSpPr/>
          <p:nvPr/>
        </p:nvSpPr>
        <p:spPr>
          <a:xfrm>
            <a:off x="1669472" y="3062772"/>
            <a:ext cx="3861262" cy="1060490"/>
          </a:xfrm>
          <a:prstGeom prst="round2Diag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chemeClr val="tx1"/>
                </a:solidFill>
              </a:rPr>
              <a:t>Step 1: Identify the student’s goal</a:t>
            </a:r>
            <a:endParaRPr lang="en-US" sz="1600" dirty="0">
              <a:solidFill>
                <a:schemeClr val="tx1"/>
              </a:solidFill>
            </a:endParaRPr>
          </a:p>
          <a:p>
            <a:pPr marL="285750" indent="-285750">
              <a:buFont typeface="Arial" panose="020B0604020202020204" pitchFamily="34" charset="0"/>
              <a:buChar char="•"/>
            </a:pPr>
            <a:r>
              <a:rPr lang="en-US" sz="1600" dirty="0">
                <a:solidFill>
                  <a:schemeClr val="tx1"/>
                </a:solidFill>
              </a:rPr>
              <a:t>Goal: Improve job readiness</a:t>
            </a:r>
          </a:p>
        </p:txBody>
      </p:sp>
      <p:sp>
        <p:nvSpPr>
          <p:cNvPr id="14" name="Rectangle: Diagonal Corners Rounded 13">
            <a:extLst>
              <a:ext uri="{FF2B5EF4-FFF2-40B4-BE49-F238E27FC236}">
                <a16:creationId xmlns:a16="http://schemas.microsoft.com/office/drawing/2014/main" id="{4BD293AD-D81C-63F2-1EB9-2CBD74405DC7}"/>
              </a:ext>
            </a:extLst>
          </p:cNvPr>
          <p:cNvSpPr/>
          <p:nvPr/>
        </p:nvSpPr>
        <p:spPr>
          <a:xfrm>
            <a:off x="6100156" y="3062772"/>
            <a:ext cx="4166062" cy="1156554"/>
          </a:xfrm>
          <a:prstGeom prst="round2Diag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chemeClr val="tx1"/>
                </a:solidFill>
              </a:rPr>
              <a:t>Step 2: Evaluate Course A</a:t>
            </a:r>
            <a:endParaRPr lang="en-US" sz="1600" dirty="0">
              <a:solidFill>
                <a:schemeClr val="tx1"/>
              </a:solidFill>
            </a:endParaRPr>
          </a:p>
          <a:p>
            <a:pPr marL="285750" indent="-285750">
              <a:buFont typeface="Arial" panose="020B0604020202020204" pitchFamily="34" charset="0"/>
              <a:buChar char="•"/>
            </a:pPr>
            <a:r>
              <a:rPr lang="en-US" sz="1600" dirty="0">
                <a:solidFill>
                  <a:schemeClr val="tx1"/>
                </a:solidFill>
              </a:rPr>
              <a:t>Focuses on theory</a:t>
            </a:r>
          </a:p>
          <a:p>
            <a:pPr marL="285750" indent="-285750">
              <a:buFont typeface="Arial" panose="020B0604020202020204" pitchFamily="34" charset="0"/>
              <a:buChar char="•"/>
            </a:pPr>
            <a:r>
              <a:rPr lang="en-US" sz="1600" dirty="0">
                <a:solidFill>
                  <a:schemeClr val="tx1"/>
                </a:solidFill>
              </a:rPr>
              <a:t>Builds conceptual understanding</a:t>
            </a:r>
          </a:p>
          <a:p>
            <a:pPr marL="285750" indent="-285750">
              <a:buFont typeface="Arial" panose="020B0604020202020204" pitchFamily="34" charset="0"/>
              <a:buChar char="•"/>
            </a:pPr>
            <a:r>
              <a:rPr lang="en-US" sz="1600" dirty="0">
                <a:solidFill>
                  <a:schemeClr val="tx1"/>
                </a:solidFill>
              </a:rPr>
              <a:t>Less hands-on practice</a:t>
            </a:r>
          </a:p>
        </p:txBody>
      </p:sp>
      <p:sp>
        <p:nvSpPr>
          <p:cNvPr id="16" name="Rectangle: Diagonal Corners Rounded 15">
            <a:extLst>
              <a:ext uri="{FF2B5EF4-FFF2-40B4-BE49-F238E27FC236}">
                <a16:creationId xmlns:a16="http://schemas.microsoft.com/office/drawing/2014/main" id="{03E8979F-C7D8-0EAD-6382-08828059D772}"/>
              </a:ext>
            </a:extLst>
          </p:cNvPr>
          <p:cNvSpPr/>
          <p:nvPr/>
        </p:nvSpPr>
        <p:spPr>
          <a:xfrm>
            <a:off x="1669472" y="4388034"/>
            <a:ext cx="3861262" cy="1156556"/>
          </a:xfrm>
          <a:prstGeom prst="round2Diag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chemeClr val="tx1"/>
                </a:solidFill>
              </a:rPr>
              <a:t>Step 3: Evaluate Course B</a:t>
            </a:r>
            <a:endParaRPr lang="en-US" sz="1600" dirty="0">
              <a:solidFill>
                <a:schemeClr val="tx1"/>
              </a:solidFill>
            </a:endParaRPr>
          </a:p>
          <a:p>
            <a:pPr marL="285750" indent="-285750">
              <a:buFont typeface="Arial" panose="020B0604020202020204" pitchFamily="34" charset="0"/>
              <a:buChar char="•"/>
            </a:pPr>
            <a:r>
              <a:rPr lang="en-US" sz="1600" dirty="0">
                <a:solidFill>
                  <a:schemeClr val="tx1"/>
                </a:solidFill>
              </a:rPr>
              <a:t>Focuses on practical skills</a:t>
            </a:r>
          </a:p>
          <a:p>
            <a:pPr marL="285750" indent="-285750">
              <a:buFont typeface="Arial" panose="020B0604020202020204" pitchFamily="34" charset="0"/>
              <a:buChar char="•"/>
            </a:pPr>
            <a:r>
              <a:rPr lang="en-US" sz="1600" dirty="0">
                <a:solidFill>
                  <a:schemeClr val="tx1"/>
                </a:solidFill>
              </a:rPr>
              <a:t>Includes projects and exercises</a:t>
            </a:r>
          </a:p>
          <a:p>
            <a:pPr marL="285750" indent="-285750">
              <a:buFont typeface="Arial" panose="020B0604020202020204" pitchFamily="34" charset="0"/>
              <a:buChar char="•"/>
            </a:pPr>
            <a:r>
              <a:rPr lang="en-US" sz="1600" dirty="0">
                <a:solidFill>
                  <a:schemeClr val="tx1"/>
                </a:solidFill>
              </a:rPr>
              <a:t>More aligned with job requirements</a:t>
            </a:r>
          </a:p>
        </p:txBody>
      </p:sp>
      <p:sp>
        <p:nvSpPr>
          <p:cNvPr id="18" name="Rectangle: Diagonal Corners Rounded 17">
            <a:extLst>
              <a:ext uri="{FF2B5EF4-FFF2-40B4-BE49-F238E27FC236}">
                <a16:creationId xmlns:a16="http://schemas.microsoft.com/office/drawing/2014/main" id="{816F0F47-A9B7-4B78-5482-23390459C7E8}"/>
              </a:ext>
            </a:extLst>
          </p:cNvPr>
          <p:cNvSpPr/>
          <p:nvPr/>
        </p:nvSpPr>
        <p:spPr>
          <a:xfrm>
            <a:off x="6100156" y="4388034"/>
            <a:ext cx="4166062" cy="1156555"/>
          </a:xfrm>
          <a:prstGeom prst="round2Diag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chemeClr val="tx1"/>
                </a:solidFill>
              </a:rPr>
              <a:t>Step 4: Compare options against the goal</a:t>
            </a:r>
            <a:endParaRPr lang="en-US" sz="1600" dirty="0">
              <a:solidFill>
                <a:schemeClr val="tx1"/>
              </a:solidFill>
            </a:endParaRPr>
          </a:p>
          <a:p>
            <a:pPr marL="285750" indent="-285750">
              <a:buFont typeface="Arial" panose="020B0604020202020204" pitchFamily="34" charset="0"/>
              <a:buChar char="•"/>
            </a:pPr>
            <a:r>
              <a:rPr lang="en-US" sz="1600" dirty="0">
                <a:solidFill>
                  <a:schemeClr val="tx1"/>
                </a:solidFill>
              </a:rPr>
              <a:t>Job readiness benefits more from practical experience than theory alone.</a:t>
            </a:r>
            <a:endParaRPr lang="en-US" sz="1600" dirty="0"/>
          </a:p>
        </p:txBody>
      </p:sp>
      <p:sp>
        <p:nvSpPr>
          <p:cNvPr id="22" name="TextBox 21">
            <a:extLst>
              <a:ext uri="{FF2B5EF4-FFF2-40B4-BE49-F238E27FC236}">
                <a16:creationId xmlns:a16="http://schemas.microsoft.com/office/drawing/2014/main" id="{9846AB75-D105-2CE3-5C3C-B6B617975400}"/>
              </a:ext>
            </a:extLst>
          </p:cNvPr>
          <p:cNvSpPr txBox="1"/>
          <p:nvPr/>
        </p:nvSpPr>
        <p:spPr>
          <a:xfrm>
            <a:off x="2174989" y="5809362"/>
            <a:ext cx="7343257" cy="923330"/>
          </a:xfrm>
          <a:prstGeom prst="rect">
            <a:avLst/>
          </a:prstGeom>
          <a:noFill/>
          <a:ln w="12700">
            <a:solidFill>
              <a:srgbClr val="7030A0"/>
            </a:solidFill>
          </a:ln>
        </p:spPr>
        <p:txBody>
          <a:bodyPr wrap="square" rtlCol="0">
            <a:spAutoFit/>
          </a:bodyPr>
          <a:lstStyle/>
          <a:p>
            <a:r>
              <a:rPr lang="en-US" b="1" dirty="0"/>
              <a:t>Final Answer</a:t>
            </a:r>
          </a:p>
          <a:p>
            <a:r>
              <a:rPr lang="en-US" b="1" dirty="0"/>
              <a:t>The student should choose Course B</a:t>
            </a:r>
            <a:r>
              <a:rPr lang="en-US" dirty="0"/>
              <a:t>, because it better aligns with the goal of job readiness.</a:t>
            </a:r>
          </a:p>
        </p:txBody>
      </p:sp>
      <p:sp>
        <p:nvSpPr>
          <p:cNvPr id="2" name="TextBox 1">
            <a:extLst>
              <a:ext uri="{FF2B5EF4-FFF2-40B4-BE49-F238E27FC236}">
                <a16:creationId xmlns:a16="http://schemas.microsoft.com/office/drawing/2014/main" id="{09347ED8-483F-8340-43FD-55943EF6BAE2}"/>
              </a:ext>
            </a:extLst>
          </p:cNvPr>
          <p:cNvSpPr txBox="1"/>
          <p:nvPr/>
        </p:nvSpPr>
        <p:spPr>
          <a:xfrm>
            <a:off x="2687782" y="2592153"/>
            <a:ext cx="3158835" cy="400110"/>
          </a:xfrm>
          <a:prstGeom prst="rect">
            <a:avLst/>
          </a:prstGeom>
          <a:noFill/>
          <a:ln w="28575">
            <a:solidFill>
              <a:srgbClr val="00B0F0"/>
            </a:solidFill>
          </a:ln>
        </p:spPr>
        <p:txBody>
          <a:bodyPr wrap="square" rtlCol="0">
            <a:spAutoFit/>
          </a:bodyPr>
          <a:lstStyle/>
          <a:p>
            <a:r>
              <a:rPr lang="en-US" sz="2000" b="1" dirty="0"/>
              <a:t>Step-by-step Reasoning</a:t>
            </a:r>
          </a:p>
        </p:txBody>
      </p:sp>
    </p:spTree>
    <p:extLst>
      <p:ext uri="{BB962C8B-B14F-4D97-AF65-F5344CB8AC3E}">
        <p14:creationId xmlns:p14="http://schemas.microsoft.com/office/powerpoint/2010/main" val="38362224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3B972-AE04-EB5D-F151-CD3F0AB09B3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E0C6635-E537-3F66-B032-2C12196F3C5E}"/>
              </a:ext>
            </a:extLst>
          </p:cNvPr>
          <p:cNvSpPr/>
          <p:nvPr/>
        </p:nvSpPr>
        <p:spPr>
          <a:xfrm>
            <a:off x="3398419" y="273592"/>
            <a:ext cx="5397017" cy="638656"/>
          </a:xfrm>
          <a:prstGeom prst="rect">
            <a:avLst/>
          </a:prstGeom>
          <a:solidFill>
            <a:srgbClr val="0B5C7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latinLnBrk="1"/>
            <a:r>
              <a:rPr lang="en-US" sz="2800" b="1" dirty="0"/>
              <a:t>Why Big Prompts Usually Fail</a:t>
            </a:r>
          </a:p>
        </p:txBody>
      </p:sp>
      <p:sp>
        <p:nvSpPr>
          <p:cNvPr id="4" name="TextBox 3">
            <a:extLst>
              <a:ext uri="{FF2B5EF4-FFF2-40B4-BE49-F238E27FC236}">
                <a16:creationId xmlns:a16="http://schemas.microsoft.com/office/drawing/2014/main" id="{EEEC1FCB-A44B-21FD-F510-8495BA9282C6}"/>
              </a:ext>
            </a:extLst>
          </p:cNvPr>
          <p:cNvSpPr txBox="1"/>
          <p:nvPr/>
        </p:nvSpPr>
        <p:spPr>
          <a:xfrm>
            <a:off x="2493690" y="1021891"/>
            <a:ext cx="7511276" cy="461665"/>
          </a:xfrm>
          <a:prstGeom prst="rect">
            <a:avLst/>
          </a:prstGeom>
          <a:noFill/>
        </p:spPr>
        <p:txBody>
          <a:bodyPr wrap="square">
            <a:spAutoFit/>
          </a:bodyPr>
          <a:lstStyle/>
          <a:p>
            <a:r>
              <a:rPr lang="en-US" sz="2400" b="1" dirty="0"/>
              <a:t>Asking for too much at once leads to weak results.</a:t>
            </a:r>
          </a:p>
        </p:txBody>
      </p:sp>
      <p:sp>
        <p:nvSpPr>
          <p:cNvPr id="5" name="TextBox 4">
            <a:extLst>
              <a:ext uri="{FF2B5EF4-FFF2-40B4-BE49-F238E27FC236}">
                <a16:creationId xmlns:a16="http://schemas.microsoft.com/office/drawing/2014/main" id="{6BE7B240-631B-FA4A-473C-47B5A95D45DF}"/>
              </a:ext>
            </a:extLst>
          </p:cNvPr>
          <p:cNvSpPr txBox="1"/>
          <p:nvPr/>
        </p:nvSpPr>
        <p:spPr>
          <a:xfrm>
            <a:off x="1962616" y="1522542"/>
            <a:ext cx="2610523" cy="400110"/>
          </a:xfrm>
          <a:prstGeom prst="rect">
            <a:avLst/>
          </a:prstGeom>
          <a:noFill/>
        </p:spPr>
        <p:txBody>
          <a:bodyPr wrap="none" rtlCol="0">
            <a:spAutoFit/>
          </a:bodyPr>
          <a:lstStyle/>
          <a:p>
            <a:r>
              <a:rPr lang="en-US" sz="2000" b="1" dirty="0"/>
              <a:t>The overload journey</a:t>
            </a:r>
          </a:p>
        </p:txBody>
      </p:sp>
      <p:sp>
        <p:nvSpPr>
          <p:cNvPr id="6" name="Rectangle: Rounded Corners 5">
            <a:extLst>
              <a:ext uri="{FF2B5EF4-FFF2-40B4-BE49-F238E27FC236}">
                <a16:creationId xmlns:a16="http://schemas.microsoft.com/office/drawing/2014/main" id="{0879AB59-A19B-8192-1BDE-F9D423950DBA}"/>
              </a:ext>
            </a:extLst>
          </p:cNvPr>
          <p:cNvSpPr/>
          <p:nvPr/>
        </p:nvSpPr>
        <p:spPr>
          <a:xfrm>
            <a:off x="2476498" y="2025331"/>
            <a:ext cx="1996069" cy="914400"/>
          </a:xfrm>
          <a:prstGeom prst="roundRect">
            <a:avLst/>
          </a:prstGeom>
          <a:solidFill>
            <a:srgbClr val="0EA5E9"/>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b="1" dirty="0"/>
              <a:t>One Big Prompt</a:t>
            </a:r>
          </a:p>
        </p:txBody>
      </p:sp>
      <p:pic>
        <p:nvPicPr>
          <p:cNvPr id="8" name="Graphic 7" descr="Box outline">
            <a:extLst>
              <a:ext uri="{FF2B5EF4-FFF2-40B4-BE49-F238E27FC236}">
                <a16:creationId xmlns:a16="http://schemas.microsoft.com/office/drawing/2014/main" id="{F72E88DF-CE15-D1D9-F4AA-9230FE0D2A4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55224" y="2043916"/>
            <a:ext cx="438615" cy="438615"/>
          </a:xfrm>
          <a:prstGeom prst="rect">
            <a:avLst/>
          </a:prstGeom>
        </p:spPr>
      </p:pic>
      <p:sp>
        <p:nvSpPr>
          <p:cNvPr id="9" name="Rectangle: Rounded Corners 8">
            <a:extLst>
              <a:ext uri="{FF2B5EF4-FFF2-40B4-BE49-F238E27FC236}">
                <a16:creationId xmlns:a16="http://schemas.microsoft.com/office/drawing/2014/main" id="{E32C6AD6-8551-80B7-B6B3-D84FAC3B52AC}"/>
              </a:ext>
            </a:extLst>
          </p:cNvPr>
          <p:cNvSpPr/>
          <p:nvPr/>
        </p:nvSpPr>
        <p:spPr>
          <a:xfrm>
            <a:off x="5251293" y="2043916"/>
            <a:ext cx="1996069" cy="914400"/>
          </a:xfrm>
          <a:prstGeom prst="roundRect">
            <a:avLst/>
          </a:prstGeom>
          <a:solidFill>
            <a:srgbClr val="38BDF8"/>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b="1" dirty="0"/>
              <a:t>Too Many Tasks</a:t>
            </a:r>
          </a:p>
        </p:txBody>
      </p:sp>
      <p:sp>
        <p:nvSpPr>
          <p:cNvPr id="11" name="Rectangle: Rounded Corners 10">
            <a:extLst>
              <a:ext uri="{FF2B5EF4-FFF2-40B4-BE49-F238E27FC236}">
                <a16:creationId xmlns:a16="http://schemas.microsoft.com/office/drawing/2014/main" id="{1BD98064-E38F-2258-9D64-66FAC3D8AB34}"/>
              </a:ext>
            </a:extLst>
          </p:cNvPr>
          <p:cNvSpPr/>
          <p:nvPr/>
        </p:nvSpPr>
        <p:spPr>
          <a:xfrm>
            <a:off x="8026088" y="2025331"/>
            <a:ext cx="1996069" cy="914400"/>
          </a:xfrm>
          <a:prstGeom prst="roundRect">
            <a:avLst/>
          </a:prstGeom>
          <a:solidFill>
            <a:srgbClr val="D1D5DB"/>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b="1" dirty="0"/>
              <a:t>Weak Output</a:t>
            </a:r>
          </a:p>
        </p:txBody>
      </p:sp>
      <p:pic>
        <p:nvPicPr>
          <p:cNvPr id="14" name="Picture 13">
            <a:extLst>
              <a:ext uri="{FF2B5EF4-FFF2-40B4-BE49-F238E27FC236}">
                <a16:creationId xmlns:a16="http://schemas.microsoft.com/office/drawing/2014/main" id="{CB174257-8E70-E36E-489C-B39B89FAC602}"/>
              </a:ext>
            </a:extLst>
          </p:cNvPr>
          <p:cNvPicPr>
            <a:picLocks noChangeAspect="1"/>
          </p:cNvPicPr>
          <p:nvPr/>
        </p:nvPicPr>
        <p:blipFill>
          <a:blip r:embed="rId5"/>
          <a:stretch>
            <a:fillRect/>
          </a:stretch>
        </p:blipFill>
        <p:spPr>
          <a:xfrm>
            <a:off x="6024444" y="2076775"/>
            <a:ext cx="457200" cy="457200"/>
          </a:xfrm>
          <a:prstGeom prst="rect">
            <a:avLst/>
          </a:prstGeom>
        </p:spPr>
      </p:pic>
      <p:pic>
        <p:nvPicPr>
          <p:cNvPr id="16" name="Picture 15">
            <a:extLst>
              <a:ext uri="{FF2B5EF4-FFF2-40B4-BE49-F238E27FC236}">
                <a16:creationId xmlns:a16="http://schemas.microsoft.com/office/drawing/2014/main" id="{1B8766B8-9CC6-2453-07F7-2A14121188FE}"/>
              </a:ext>
            </a:extLst>
          </p:cNvPr>
          <p:cNvPicPr>
            <a:picLocks noChangeAspect="1"/>
          </p:cNvPicPr>
          <p:nvPr/>
        </p:nvPicPr>
        <p:blipFill>
          <a:blip r:embed="rId6"/>
          <a:stretch>
            <a:fillRect/>
          </a:stretch>
        </p:blipFill>
        <p:spPr>
          <a:xfrm>
            <a:off x="8795435" y="2076775"/>
            <a:ext cx="405756" cy="405756"/>
          </a:xfrm>
          <a:prstGeom prst="rect">
            <a:avLst/>
          </a:prstGeom>
        </p:spPr>
      </p:pic>
      <p:grpSp>
        <p:nvGrpSpPr>
          <p:cNvPr id="17" name="Group 16">
            <a:extLst>
              <a:ext uri="{FF2B5EF4-FFF2-40B4-BE49-F238E27FC236}">
                <a16:creationId xmlns:a16="http://schemas.microsoft.com/office/drawing/2014/main" id="{3DBE47DD-EC2A-85F1-7961-BAD38461C9C8}"/>
              </a:ext>
            </a:extLst>
          </p:cNvPr>
          <p:cNvGrpSpPr/>
          <p:nvPr/>
        </p:nvGrpSpPr>
        <p:grpSpPr>
          <a:xfrm>
            <a:off x="4523729" y="2349073"/>
            <a:ext cx="692165" cy="266915"/>
            <a:chOff x="5944604" y="-8642"/>
            <a:chExt cx="692165" cy="536209"/>
          </a:xfrm>
        </p:grpSpPr>
        <p:sp>
          <p:nvSpPr>
            <p:cNvPr id="18" name="Arrow: Right 17">
              <a:extLst>
                <a:ext uri="{FF2B5EF4-FFF2-40B4-BE49-F238E27FC236}">
                  <a16:creationId xmlns:a16="http://schemas.microsoft.com/office/drawing/2014/main" id="{CDAFEFD1-3240-6A70-FA4D-DA59CB5E3B94}"/>
                </a:ext>
              </a:extLst>
            </p:cNvPr>
            <p:cNvSpPr/>
            <p:nvPr/>
          </p:nvSpPr>
          <p:spPr>
            <a:xfrm>
              <a:off x="5944604" y="-8642"/>
              <a:ext cx="692165" cy="53620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a:p>
          </p:txBody>
        </p:sp>
        <p:sp>
          <p:nvSpPr>
            <p:cNvPr id="19" name="Arrow: Right 4">
              <a:extLst>
                <a:ext uri="{FF2B5EF4-FFF2-40B4-BE49-F238E27FC236}">
                  <a16:creationId xmlns:a16="http://schemas.microsoft.com/office/drawing/2014/main" id="{601A0A4E-0051-BD3E-9C97-03ACCC1589FA}"/>
                </a:ext>
              </a:extLst>
            </p:cNvPr>
            <p:cNvSpPr txBox="1"/>
            <p:nvPr/>
          </p:nvSpPr>
          <p:spPr>
            <a:xfrm>
              <a:off x="5944604" y="98600"/>
              <a:ext cx="531302" cy="32172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p:txBody>
        </p:sp>
      </p:grpSp>
      <p:grpSp>
        <p:nvGrpSpPr>
          <p:cNvPr id="20" name="Group 19">
            <a:extLst>
              <a:ext uri="{FF2B5EF4-FFF2-40B4-BE49-F238E27FC236}">
                <a16:creationId xmlns:a16="http://schemas.microsoft.com/office/drawing/2014/main" id="{277A26E0-14DB-1F71-7D5B-21184D9FE232}"/>
              </a:ext>
            </a:extLst>
          </p:cNvPr>
          <p:cNvGrpSpPr/>
          <p:nvPr/>
        </p:nvGrpSpPr>
        <p:grpSpPr>
          <a:xfrm>
            <a:off x="7290642" y="2349073"/>
            <a:ext cx="692165" cy="266915"/>
            <a:chOff x="5944604" y="-8642"/>
            <a:chExt cx="692165" cy="536209"/>
          </a:xfrm>
        </p:grpSpPr>
        <p:sp>
          <p:nvSpPr>
            <p:cNvPr id="21" name="Arrow: Right 20">
              <a:extLst>
                <a:ext uri="{FF2B5EF4-FFF2-40B4-BE49-F238E27FC236}">
                  <a16:creationId xmlns:a16="http://schemas.microsoft.com/office/drawing/2014/main" id="{7A4AC8F0-3705-AC91-812B-10D5AC8CBED3}"/>
                </a:ext>
              </a:extLst>
            </p:cNvPr>
            <p:cNvSpPr/>
            <p:nvPr/>
          </p:nvSpPr>
          <p:spPr>
            <a:xfrm>
              <a:off x="5944604" y="-8642"/>
              <a:ext cx="692165" cy="53620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a:p>
          </p:txBody>
        </p:sp>
        <p:sp>
          <p:nvSpPr>
            <p:cNvPr id="22" name="Arrow: Right 4">
              <a:extLst>
                <a:ext uri="{FF2B5EF4-FFF2-40B4-BE49-F238E27FC236}">
                  <a16:creationId xmlns:a16="http://schemas.microsoft.com/office/drawing/2014/main" id="{8E7C0F3B-9223-2466-5487-BE00B7BD7C3B}"/>
                </a:ext>
              </a:extLst>
            </p:cNvPr>
            <p:cNvSpPr txBox="1"/>
            <p:nvPr/>
          </p:nvSpPr>
          <p:spPr>
            <a:xfrm>
              <a:off x="5944604" y="98600"/>
              <a:ext cx="531302" cy="32172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p:txBody>
        </p:sp>
      </p:grpSp>
      <p:sp>
        <p:nvSpPr>
          <p:cNvPr id="24" name="TextBox 23">
            <a:extLst>
              <a:ext uri="{FF2B5EF4-FFF2-40B4-BE49-F238E27FC236}">
                <a16:creationId xmlns:a16="http://schemas.microsoft.com/office/drawing/2014/main" id="{7159D362-515D-C96E-7FF6-E121D6FC46E4}"/>
              </a:ext>
            </a:extLst>
          </p:cNvPr>
          <p:cNvSpPr txBox="1"/>
          <p:nvPr/>
        </p:nvSpPr>
        <p:spPr>
          <a:xfrm>
            <a:off x="2590736" y="6293586"/>
            <a:ext cx="7511276" cy="400110"/>
          </a:xfrm>
          <a:prstGeom prst="rect">
            <a:avLst/>
          </a:prstGeom>
          <a:noFill/>
        </p:spPr>
        <p:txBody>
          <a:bodyPr wrap="square">
            <a:spAutoFit/>
          </a:bodyPr>
          <a:lstStyle/>
          <a:p>
            <a:pPr>
              <a:buNone/>
            </a:pPr>
            <a:r>
              <a:rPr lang="en-US" sz="2000" b="1" dirty="0"/>
              <a:t>AI works best when it focuses on one clear task at a time.</a:t>
            </a:r>
          </a:p>
        </p:txBody>
      </p:sp>
      <p:sp>
        <p:nvSpPr>
          <p:cNvPr id="25" name="Rectangle 24">
            <a:extLst>
              <a:ext uri="{FF2B5EF4-FFF2-40B4-BE49-F238E27FC236}">
                <a16:creationId xmlns:a16="http://schemas.microsoft.com/office/drawing/2014/main" id="{34DEE2EC-C515-68B7-63A5-DAE5ED877C2C}"/>
              </a:ext>
            </a:extLst>
          </p:cNvPr>
          <p:cNvSpPr/>
          <p:nvPr/>
        </p:nvSpPr>
        <p:spPr>
          <a:xfrm>
            <a:off x="1338779" y="3704254"/>
            <a:ext cx="3716252" cy="2462189"/>
          </a:xfrm>
          <a:prstGeom prst="rect">
            <a:avLst/>
          </a:prstGeom>
          <a:solidFill>
            <a:srgbClr val="F9FAFB"/>
          </a:solidFill>
          <a:ln w="12700">
            <a:solidFill>
              <a:srgbClr val="6B72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2000" b="1" dirty="0">
                <a:solidFill>
                  <a:schemeClr val="tx1"/>
                </a:solidFill>
              </a:rPr>
              <a:t>We give AI everything at once</a:t>
            </a:r>
            <a:endParaRPr lang="en-US" altLang="en-US" dirty="0">
              <a:solidFill>
                <a:schemeClr val="tx1"/>
              </a:solidFill>
              <a:latin typeface="Arial" panose="020B0604020202020204" pitchFamily="34" charset="0"/>
            </a:endParaRPr>
          </a:p>
          <a:p>
            <a:pPr marL="285750" indent="-285750">
              <a:lnSpc>
                <a:spcPct val="150000"/>
              </a:lnSpc>
              <a:buFont typeface="Arial" panose="020B0604020202020204" pitchFamily="34" charset="0"/>
              <a:buChar char="•"/>
            </a:pPr>
            <a:r>
              <a:rPr lang="en-US" altLang="en-US" dirty="0">
                <a:solidFill>
                  <a:schemeClr val="tx1"/>
                </a:solidFill>
                <a:latin typeface="Arial" panose="020B0604020202020204" pitchFamily="34" charset="0"/>
              </a:rPr>
              <a:t>Write the full report”</a:t>
            </a:r>
          </a:p>
          <a:p>
            <a:pPr marL="285750" indent="-285750">
              <a:lnSpc>
                <a:spcPct val="150000"/>
              </a:lnSpc>
              <a:buFont typeface="Arial" panose="020B0604020202020204" pitchFamily="34" charset="0"/>
              <a:buChar char="•"/>
            </a:pPr>
            <a:r>
              <a:rPr lang="en-US" altLang="en-US" dirty="0">
                <a:solidFill>
                  <a:schemeClr val="tx1"/>
                </a:solidFill>
                <a:latin typeface="Arial" panose="020B0604020202020204" pitchFamily="34" charset="0"/>
              </a:rPr>
              <a:t>“Do all the analysis”</a:t>
            </a:r>
          </a:p>
          <a:p>
            <a:pPr marL="285750" indent="-285750">
              <a:lnSpc>
                <a:spcPct val="150000"/>
              </a:lnSpc>
              <a:buFont typeface="Arial" panose="020B0604020202020204" pitchFamily="34" charset="0"/>
              <a:buChar char="•"/>
            </a:pPr>
            <a:r>
              <a:rPr lang="en-US" altLang="en-US" dirty="0">
                <a:solidFill>
                  <a:schemeClr val="tx1"/>
                </a:solidFill>
                <a:latin typeface="Arial" panose="020B0604020202020204" pitchFamily="34" charset="0"/>
              </a:rPr>
              <a:t>“Create all the charts”</a:t>
            </a:r>
          </a:p>
          <a:p>
            <a:pPr marL="285750" indent="-285750">
              <a:lnSpc>
                <a:spcPct val="150000"/>
              </a:lnSpc>
              <a:buFont typeface="Arial" panose="020B0604020202020204" pitchFamily="34" charset="0"/>
              <a:buChar char="•"/>
            </a:pPr>
            <a:r>
              <a:rPr lang="en-US" altLang="en-US" dirty="0">
                <a:solidFill>
                  <a:schemeClr val="tx1"/>
                </a:solidFill>
                <a:latin typeface="Arial" panose="020B0604020202020204" pitchFamily="34" charset="0"/>
              </a:rPr>
              <a:t>“Make it perfect”</a:t>
            </a:r>
          </a:p>
        </p:txBody>
      </p:sp>
      <p:sp>
        <p:nvSpPr>
          <p:cNvPr id="28" name="TextBox 27">
            <a:extLst>
              <a:ext uri="{FF2B5EF4-FFF2-40B4-BE49-F238E27FC236}">
                <a16:creationId xmlns:a16="http://schemas.microsoft.com/office/drawing/2014/main" id="{AFAC4C55-3A44-465D-58D7-EC9F848ABA91}"/>
              </a:ext>
            </a:extLst>
          </p:cNvPr>
          <p:cNvSpPr txBox="1"/>
          <p:nvPr/>
        </p:nvSpPr>
        <p:spPr>
          <a:xfrm>
            <a:off x="1338779" y="3316337"/>
            <a:ext cx="2503915" cy="369332"/>
          </a:xfrm>
          <a:prstGeom prst="rect">
            <a:avLst/>
          </a:prstGeom>
          <a:noFill/>
        </p:spPr>
        <p:txBody>
          <a:bodyPr wrap="square">
            <a:spAutoFit/>
          </a:bodyPr>
          <a:lstStyle/>
          <a:p>
            <a:r>
              <a:rPr lang="en-US" b="1" dirty="0"/>
              <a:t>What We Usually Do</a:t>
            </a:r>
          </a:p>
        </p:txBody>
      </p:sp>
      <p:sp>
        <p:nvSpPr>
          <p:cNvPr id="29" name="Rectangle 28">
            <a:extLst>
              <a:ext uri="{FF2B5EF4-FFF2-40B4-BE49-F238E27FC236}">
                <a16:creationId xmlns:a16="http://schemas.microsoft.com/office/drawing/2014/main" id="{7D0A723F-BF64-CA4D-D95D-9E3D3DAE0A55}"/>
              </a:ext>
            </a:extLst>
          </p:cNvPr>
          <p:cNvSpPr/>
          <p:nvPr/>
        </p:nvSpPr>
        <p:spPr>
          <a:xfrm>
            <a:off x="6846569" y="3704254"/>
            <a:ext cx="3849140" cy="2462189"/>
          </a:xfrm>
          <a:prstGeom prst="rect">
            <a:avLst/>
          </a:prstGeom>
          <a:solidFill>
            <a:srgbClr val="F0F9FF"/>
          </a:solidFill>
          <a:ln w="12700">
            <a:solidFill>
              <a:srgbClr val="6B72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sz="2000" b="1" dirty="0">
              <a:solidFill>
                <a:srgbClr val="085C7A"/>
              </a:solidFill>
            </a:endParaRPr>
          </a:p>
          <a:p>
            <a:pPr algn="ctr">
              <a:lnSpc>
                <a:spcPct val="150000"/>
              </a:lnSpc>
            </a:pPr>
            <a:r>
              <a:rPr lang="en-US" sz="2000" b="1" dirty="0">
                <a:solidFill>
                  <a:srgbClr val="085C7A"/>
                </a:solidFill>
              </a:rPr>
              <a:t>AI responds with</a:t>
            </a:r>
          </a:p>
          <a:p>
            <a:pPr marL="285750" indent="-285750">
              <a:lnSpc>
                <a:spcPct val="150000"/>
              </a:lnSpc>
              <a:buFont typeface="Arial" panose="020B0604020202020204" pitchFamily="34" charset="0"/>
              <a:buChar char="•"/>
            </a:pPr>
            <a:r>
              <a:rPr lang="en-US" altLang="en-US" dirty="0">
                <a:solidFill>
                  <a:schemeClr val="tx1"/>
                </a:solidFill>
                <a:latin typeface="Arial" panose="020B0604020202020204" pitchFamily="34" charset="0"/>
              </a:rPr>
              <a:t>Generic answers</a:t>
            </a:r>
          </a:p>
          <a:p>
            <a:pPr marL="285750" indent="-285750">
              <a:lnSpc>
                <a:spcPct val="150000"/>
              </a:lnSpc>
              <a:buFont typeface="Arial" panose="020B0604020202020204" pitchFamily="34" charset="0"/>
              <a:buChar char="•"/>
            </a:pPr>
            <a:r>
              <a:rPr lang="en-US" altLang="en-US" dirty="0">
                <a:solidFill>
                  <a:schemeClr val="tx1"/>
                </a:solidFill>
                <a:latin typeface="Arial" panose="020B0604020202020204" pitchFamily="34" charset="0"/>
              </a:rPr>
              <a:t>Missing key details</a:t>
            </a:r>
          </a:p>
          <a:p>
            <a:pPr marL="285750" indent="-285750">
              <a:lnSpc>
                <a:spcPct val="150000"/>
              </a:lnSpc>
              <a:buFont typeface="Arial" panose="020B0604020202020204" pitchFamily="34" charset="0"/>
              <a:buChar char="•"/>
            </a:pPr>
            <a:r>
              <a:rPr lang="en-US" altLang="en-US" dirty="0">
                <a:solidFill>
                  <a:schemeClr val="tx1"/>
                </a:solidFill>
                <a:latin typeface="Arial" panose="020B0604020202020204" pitchFamily="34" charset="0"/>
              </a:rPr>
              <a:t>Confusing </a:t>
            </a:r>
            <a:r>
              <a:rPr lang="en-US" altLang="en-US" dirty="0">
                <a:solidFill>
                  <a:srgbClr val="000000"/>
                </a:solidFill>
                <a:latin typeface="Arial" panose="020B0604020202020204" pitchFamily="34" charset="0"/>
              </a:rPr>
              <a:t>structure</a:t>
            </a:r>
          </a:p>
          <a:p>
            <a:pPr marL="285750" indent="-285750">
              <a:lnSpc>
                <a:spcPct val="150000"/>
              </a:lnSpc>
              <a:buFont typeface="Arial" panose="020B0604020202020204" pitchFamily="34" charset="0"/>
              <a:buChar char="•"/>
            </a:pPr>
            <a:r>
              <a:rPr lang="en-US" dirty="0">
                <a:solidFill>
                  <a:schemeClr val="tx1"/>
                </a:solidFill>
              </a:rPr>
              <a:t>“Try again” frustration</a:t>
            </a:r>
            <a:endParaRPr lang="en-US" altLang="en-US" dirty="0">
              <a:solidFill>
                <a:schemeClr val="tx1"/>
              </a:solidFill>
              <a:latin typeface="Arial" panose="020B0604020202020204" pitchFamily="34" charset="0"/>
            </a:endParaRPr>
          </a:p>
          <a:p>
            <a:pPr marL="285750" indent="-285750">
              <a:lnSpc>
                <a:spcPct val="150000"/>
              </a:lnSpc>
              <a:buFont typeface="Arial" panose="020B0604020202020204" pitchFamily="34" charset="0"/>
              <a:buChar char="•"/>
            </a:pPr>
            <a:endParaRPr lang="en-US" altLang="en-US" dirty="0">
              <a:solidFill>
                <a:schemeClr val="tx1"/>
              </a:solidFill>
              <a:latin typeface="Arial" panose="020B0604020202020204" pitchFamily="34" charset="0"/>
            </a:endParaRPr>
          </a:p>
        </p:txBody>
      </p:sp>
      <p:sp>
        <p:nvSpPr>
          <p:cNvPr id="32" name="TextBox 31">
            <a:extLst>
              <a:ext uri="{FF2B5EF4-FFF2-40B4-BE49-F238E27FC236}">
                <a16:creationId xmlns:a16="http://schemas.microsoft.com/office/drawing/2014/main" id="{51C75BCB-592F-8A71-7275-037C4FCB7806}"/>
              </a:ext>
            </a:extLst>
          </p:cNvPr>
          <p:cNvSpPr txBox="1"/>
          <p:nvPr/>
        </p:nvSpPr>
        <p:spPr>
          <a:xfrm>
            <a:off x="6846569" y="3316337"/>
            <a:ext cx="4268129" cy="369332"/>
          </a:xfrm>
          <a:prstGeom prst="rect">
            <a:avLst/>
          </a:prstGeom>
          <a:noFill/>
        </p:spPr>
        <p:txBody>
          <a:bodyPr wrap="square">
            <a:spAutoFit/>
          </a:bodyPr>
          <a:lstStyle/>
          <a:p>
            <a:r>
              <a:rPr lang="en-US" b="1" dirty="0"/>
              <a:t>What We Usually Get</a:t>
            </a:r>
          </a:p>
        </p:txBody>
      </p:sp>
    </p:spTree>
    <p:extLst>
      <p:ext uri="{BB962C8B-B14F-4D97-AF65-F5344CB8AC3E}">
        <p14:creationId xmlns:p14="http://schemas.microsoft.com/office/powerpoint/2010/main" val="17936939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80136-4C66-9627-6C85-2083342683B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A7A7DA6-FEF0-8B68-9EA0-F88945D86F10}"/>
              </a:ext>
            </a:extLst>
          </p:cNvPr>
          <p:cNvSpPr txBox="1"/>
          <p:nvPr/>
        </p:nvSpPr>
        <p:spPr>
          <a:xfrm>
            <a:off x="643419" y="935727"/>
            <a:ext cx="10138355" cy="1569660"/>
          </a:xfrm>
          <a:prstGeom prst="rect">
            <a:avLst/>
          </a:prstGeom>
          <a:noFill/>
        </p:spPr>
        <p:txBody>
          <a:bodyPr wrap="square">
            <a:spAutoFit/>
          </a:bodyPr>
          <a:lstStyle/>
          <a:p>
            <a:pPr marL="342900" indent="-342900">
              <a:buFont typeface="Arial" panose="020B0604020202020204" pitchFamily="34" charset="0"/>
              <a:buChar char="•"/>
            </a:pPr>
            <a:r>
              <a:rPr lang="en-US" sz="2400" dirty="0">
                <a:solidFill>
                  <a:schemeClr val="accent1">
                    <a:lumMod val="75000"/>
                  </a:schemeClr>
                </a:solidFill>
              </a:rPr>
              <a:t>Prompt chaining is the practice of solving a complex task by breaking it into a sequence of smaller, focused prompts, where each prompt performs a single step and its output is intentionally used as input for the next step.</a:t>
            </a:r>
          </a:p>
        </p:txBody>
      </p:sp>
      <p:sp>
        <p:nvSpPr>
          <p:cNvPr id="7" name="TextBox 6">
            <a:extLst>
              <a:ext uri="{FF2B5EF4-FFF2-40B4-BE49-F238E27FC236}">
                <a16:creationId xmlns:a16="http://schemas.microsoft.com/office/drawing/2014/main" id="{1DC65619-587C-0E72-5E63-7F85289C4B2E}"/>
              </a:ext>
            </a:extLst>
          </p:cNvPr>
          <p:cNvSpPr txBox="1"/>
          <p:nvPr/>
        </p:nvSpPr>
        <p:spPr>
          <a:xfrm>
            <a:off x="1323629" y="2936699"/>
            <a:ext cx="2049221" cy="366530"/>
          </a:xfrm>
          <a:prstGeom prst="rect">
            <a:avLst/>
          </a:prstGeom>
          <a:solidFill>
            <a:schemeClr val="accent3"/>
          </a:solidFill>
        </p:spPr>
        <p:txBody>
          <a:bodyPr wrap="square" rtlCol="0">
            <a:spAutoFit/>
          </a:bodyPr>
          <a:lstStyle/>
          <a:p>
            <a:pPr algn="ctr"/>
            <a:r>
              <a:rPr lang="en-US" b="1" dirty="0"/>
              <a:t>How It works</a:t>
            </a:r>
          </a:p>
        </p:txBody>
      </p:sp>
      <p:sp>
        <p:nvSpPr>
          <p:cNvPr id="19" name="Rectangle: Rounded Corners 18">
            <a:extLst>
              <a:ext uri="{FF2B5EF4-FFF2-40B4-BE49-F238E27FC236}">
                <a16:creationId xmlns:a16="http://schemas.microsoft.com/office/drawing/2014/main" id="{02871686-8AF5-ADCE-BD7B-F4B9B02E31A3}"/>
              </a:ext>
            </a:extLst>
          </p:cNvPr>
          <p:cNvSpPr/>
          <p:nvPr/>
        </p:nvSpPr>
        <p:spPr>
          <a:xfrm>
            <a:off x="1444135" y="3738036"/>
            <a:ext cx="1791527" cy="1737751"/>
          </a:xfrm>
          <a:prstGeom prst="roundRect">
            <a:avLst/>
          </a:prstGeom>
          <a:solidFill>
            <a:srgbClr val="FEFDFA"/>
          </a:solidFill>
          <a:ln w="38100">
            <a:solidFill>
              <a:srgbClr val="4B9DE1"/>
            </a:solidFill>
          </a:ln>
          <a:effectLst>
            <a:glow rad="101600">
              <a:schemeClr val="accent1">
                <a:satMod val="175000"/>
                <a:alpha val="40000"/>
              </a:schemeClr>
            </a:glow>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a:p>
            <a:pPr algn="ctr"/>
            <a:endParaRPr lang="en-US" b="1" dirty="0">
              <a:solidFill>
                <a:schemeClr val="tx1"/>
              </a:solidFill>
            </a:endParaRPr>
          </a:p>
          <a:p>
            <a:pPr algn="ctr"/>
            <a:r>
              <a:rPr lang="en-US" b="1" dirty="0">
                <a:solidFill>
                  <a:schemeClr val="tx1"/>
                </a:solidFill>
              </a:rPr>
              <a:t>Input</a:t>
            </a:r>
          </a:p>
        </p:txBody>
      </p:sp>
      <p:sp>
        <p:nvSpPr>
          <p:cNvPr id="20" name="Rectangle: Rounded Corners 19">
            <a:extLst>
              <a:ext uri="{FF2B5EF4-FFF2-40B4-BE49-F238E27FC236}">
                <a16:creationId xmlns:a16="http://schemas.microsoft.com/office/drawing/2014/main" id="{79ECD1C8-226B-ABCB-2C1E-FC296C213535}"/>
              </a:ext>
            </a:extLst>
          </p:cNvPr>
          <p:cNvSpPr/>
          <p:nvPr/>
        </p:nvSpPr>
        <p:spPr>
          <a:xfrm>
            <a:off x="3921070" y="3738039"/>
            <a:ext cx="1791527" cy="1802414"/>
          </a:xfrm>
          <a:prstGeom prst="roundRect">
            <a:avLst/>
          </a:prstGeom>
          <a:solidFill>
            <a:srgbClr val="FEFDFA"/>
          </a:solidFill>
          <a:ln w="38100">
            <a:solidFill>
              <a:srgbClr val="E19354"/>
            </a:solidFill>
          </a:ln>
          <a:effectLst>
            <a:glow rad="1016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a:p>
            <a:pPr algn="ctr"/>
            <a:endParaRPr lang="en-US" b="1" dirty="0">
              <a:solidFill>
                <a:schemeClr val="tx1"/>
              </a:solidFill>
            </a:endParaRPr>
          </a:p>
          <a:p>
            <a:pPr algn="ctr"/>
            <a:r>
              <a:rPr lang="en-US" b="1" dirty="0">
                <a:solidFill>
                  <a:schemeClr val="tx1"/>
                </a:solidFill>
              </a:rPr>
              <a:t>Input 2</a:t>
            </a:r>
          </a:p>
          <a:p>
            <a:pPr algn="ctr"/>
            <a:r>
              <a:rPr lang="en-US" sz="1600" dirty="0">
                <a:solidFill>
                  <a:schemeClr val="tx1"/>
                </a:solidFill>
              </a:rPr>
              <a:t>(Output from 1)</a:t>
            </a:r>
          </a:p>
        </p:txBody>
      </p:sp>
      <p:sp>
        <p:nvSpPr>
          <p:cNvPr id="21" name="Rectangle: Rounded Corners 20">
            <a:extLst>
              <a:ext uri="{FF2B5EF4-FFF2-40B4-BE49-F238E27FC236}">
                <a16:creationId xmlns:a16="http://schemas.microsoft.com/office/drawing/2014/main" id="{6C9C6FF4-BC35-6201-8BAF-C020AB66CD72}"/>
              </a:ext>
            </a:extLst>
          </p:cNvPr>
          <p:cNvSpPr/>
          <p:nvPr/>
        </p:nvSpPr>
        <p:spPr>
          <a:xfrm>
            <a:off x="6398005" y="3738037"/>
            <a:ext cx="1791527" cy="1802415"/>
          </a:xfrm>
          <a:prstGeom prst="roundRect">
            <a:avLst/>
          </a:prstGeom>
          <a:solidFill>
            <a:srgbClr val="FEFDFA"/>
          </a:solidFill>
          <a:ln w="38100">
            <a:solidFill>
              <a:srgbClr val="6ABE98"/>
            </a:solidFill>
          </a:ln>
          <a:effectLst>
            <a:glow rad="1016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a:p>
            <a:pPr algn="ctr"/>
            <a:endParaRPr lang="en-US" b="1" dirty="0">
              <a:solidFill>
                <a:schemeClr val="tx1"/>
              </a:solidFill>
            </a:endParaRPr>
          </a:p>
          <a:p>
            <a:pPr algn="ctr"/>
            <a:r>
              <a:rPr lang="en-US" b="1" dirty="0">
                <a:solidFill>
                  <a:schemeClr val="tx1"/>
                </a:solidFill>
              </a:rPr>
              <a:t>Input 3</a:t>
            </a:r>
          </a:p>
          <a:p>
            <a:pPr algn="ctr"/>
            <a:r>
              <a:rPr lang="en-US" sz="1600" dirty="0">
                <a:solidFill>
                  <a:schemeClr val="tx1"/>
                </a:solidFill>
              </a:rPr>
              <a:t>(Output from 2)</a:t>
            </a:r>
          </a:p>
        </p:txBody>
      </p:sp>
      <p:sp>
        <p:nvSpPr>
          <p:cNvPr id="22" name="Rectangle: Rounded Corners 21">
            <a:extLst>
              <a:ext uri="{FF2B5EF4-FFF2-40B4-BE49-F238E27FC236}">
                <a16:creationId xmlns:a16="http://schemas.microsoft.com/office/drawing/2014/main" id="{84B7C416-DEB2-9921-7139-A95FC6706C2E}"/>
              </a:ext>
            </a:extLst>
          </p:cNvPr>
          <p:cNvSpPr/>
          <p:nvPr/>
        </p:nvSpPr>
        <p:spPr>
          <a:xfrm>
            <a:off x="8862101" y="3738038"/>
            <a:ext cx="1791527" cy="1802414"/>
          </a:xfrm>
          <a:prstGeom prst="roundRect">
            <a:avLst/>
          </a:prstGeom>
          <a:noFill/>
          <a:ln w="38100">
            <a:solidFill>
              <a:srgbClr val="BD8AC5"/>
            </a:solidFill>
          </a:ln>
          <a:effectLst>
            <a:glow rad="635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957149C9-4AB3-2D09-42ED-9DCBC42DF022}"/>
              </a:ext>
            </a:extLst>
          </p:cNvPr>
          <p:cNvSpPr txBox="1"/>
          <p:nvPr/>
        </p:nvSpPr>
        <p:spPr>
          <a:xfrm>
            <a:off x="8862101" y="4749089"/>
            <a:ext cx="1600370" cy="369332"/>
          </a:xfrm>
          <a:prstGeom prst="rect">
            <a:avLst/>
          </a:prstGeom>
          <a:noFill/>
        </p:spPr>
        <p:txBody>
          <a:bodyPr wrap="square">
            <a:spAutoFit/>
          </a:bodyPr>
          <a:lstStyle/>
          <a:p>
            <a:pPr algn="ctr"/>
            <a:r>
              <a:rPr lang="en-US" b="1" dirty="0">
                <a:solidFill>
                  <a:schemeClr val="tx1"/>
                </a:solidFill>
              </a:rPr>
              <a:t>Output</a:t>
            </a:r>
          </a:p>
        </p:txBody>
      </p:sp>
      <p:pic>
        <p:nvPicPr>
          <p:cNvPr id="36" name="Picture 35">
            <a:extLst>
              <a:ext uri="{FF2B5EF4-FFF2-40B4-BE49-F238E27FC236}">
                <a16:creationId xmlns:a16="http://schemas.microsoft.com/office/drawing/2014/main" id="{AA0FAC56-C564-1CCB-6520-5E7D31AB5510}"/>
              </a:ext>
            </a:extLst>
          </p:cNvPr>
          <p:cNvPicPr>
            <a:picLocks noChangeAspect="1"/>
          </p:cNvPicPr>
          <p:nvPr/>
        </p:nvPicPr>
        <p:blipFill>
          <a:blip r:embed="rId2"/>
          <a:stretch>
            <a:fillRect/>
          </a:stretch>
        </p:blipFill>
        <p:spPr>
          <a:xfrm>
            <a:off x="2042316" y="4114899"/>
            <a:ext cx="595163" cy="595163"/>
          </a:xfrm>
          <a:prstGeom prst="rect">
            <a:avLst/>
          </a:prstGeom>
        </p:spPr>
      </p:pic>
      <p:pic>
        <p:nvPicPr>
          <p:cNvPr id="38" name="Picture 37">
            <a:extLst>
              <a:ext uri="{FF2B5EF4-FFF2-40B4-BE49-F238E27FC236}">
                <a16:creationId xmlns:a16="http://schemas.microsoft.com/office/drawing/2014/main" id="{F3C2FC2C-C1AE-241F-041A-2B3B7A9D49E8}"/>
              </a:ext>
            </a:extLst>
          </p:cNvPr>
          <p:cNvPicPr>
            <a:picLocks noChangeAspect="1"/>
          </p:cNvPicPr>
          <p:nvPr/>
        </p:nvPicPr>
        <p:blipFill>
          <a:blip r:embed="rId3"/>
          <a:stretch>
            <a:fillRect/>
          </a:stretch>
        </p:blipFill>
        <p:spPr>
          <a:xfrm>
            <a:off x="4594414" y="4114899"/>
            <a:ext cx="545092" cy="545092"/>
          </a:xfrm>
          <a:prstGeom prst="rect">
            <a:avLst/>
          </a:prstGeom>
        </p:spPr>
      </p:pic>
      <p:pic>
        <p:nvPicPr>
          <p:cNvPr id="42" name="Picture 41">
            <a:extLst>
              <a:ext uri="{FF2B5EF4-FFF2-40B4-BE49-F238E27FC236}">
                <a16:creationId xmlns:a16="http://schemas.microsoft.com/office/drawing/2014/main" id="{09156E72-ED67-06FF-BDEE-630EC7A0DA54}"/>
              </a:ext>
            </a:extLst>
          </p:cNvPr>
          <p:cNvPicPr>
            <a:picLocks noChangeAspect="1"/>
          </p:cNvPicPr>
          <p:nvPr/>
        </p:nvPicPr>
        <p:blipFill>
          <a:blip r:embed="rId4"/>
          <a:stretch>
            <a:fillRect/>
          </a:stretch>
        </p:blipFill>
        <p:spPr>
          <a:xfrm>
            <a:off x="9464780" y="4025158"/>
            <a:ext cx="684904" cy="684904"/>
          </a:xfrm>
          <a:prstGeom prst="rect">
            <a:avLst/>
          </a:prstGeom>
        </p:spPr>
      </p:pic>
      <p:sp>
        <p:nvSpPr>
          <p:cNvPr id="43" name="TextBox 42">
            <a:extLst>
              <a:ext uri="{FF2B5EF4-FFF2-40B4-BE49-F238E27FC236}">
                <a16:creationId xmlns:a16="http://schemas.microsoft.com/office/drawing/2014/main" id="{0F4D844C-C516-99BB-B5A1-99F2E5BFCAC8}"/>
              </a:ext>
            </a:extLst>
          </p:cNvPr>
          <p:cNvSpPr txBox="1"/>
          <p:nvPr/>
        </p:nvSpPr>
        <p:spPr>
          <a:xfrm>
            <a:off x="2904037" y="5849126"/>
            <a:ext cx="7137737" cy="369332"/>
          </a:xfrm>
          <a:prstGeom prst="rect">
            <a:avLst/>
          </a:prstGeom>
          <a:noFill/>
          <a:ln w="19050">
            <a:solidFill>
              <a:schemeClr val="tx2">
                <a:lumMod val="75000"/>
                <a:lumOff val="25000"/>
              </a:schemeClr>
            </a:solidFill>
          </a:ln>
        </p:spPr>
        <p:txBody>
          <a:bodyPr wrap="square" rtlCol="0">
            <a:spAutoFit/>
          </a:bodyPr>
          <a:lstStyle/>
          <a:p>
            <a:r>
              <a:rPr lang="en-US" b="1" dirty="0"/>
              <a:t>The output from one step become the input for the very next step.</a:t>
            </a:r>
          </a:p>
        </p:txBody>
      </p:sp>
      <p:cxnSp>
        <p:nvCxnSpPr>
          <p:cNvPr id="46" name="Connector: Elbow 45">
            <a:extLst>
              <a:ext uri="{FF2B5EF4-FFF2-40B4-BE49-F238E27FC236}">
                <a16:creationId xmlns:a16="http://schemas.microsoft.com/office/drawing/2014/main" id="{F02CC85E-C14F-3431-CE08-8290A72181C9}"/>
              </a:ext>
            </a:extLst>
          </p:cNvPr>
          <p:cNvCxnSpPr>
            <a:cxnSpLocks/>
          </p:cNvCxnSpPr>
          <p:nvPr/>
        </p:nvCxnSpPr>
        <p:spPr>
          <a:xfrm>
            <a:off x="3248501" y="4340090"/>
            <a:ext cx="685408" cy="511509"/>
          </a:xfrm>
          <a:prstGeom prst="bentConnector3">
            <a:avLst/>
          </a:prstGeom>
          <a:ln w="57150">
            <a:solidFill>
              <a:srgbClr val="4B9DE1"/>
            </a:solidFill>
          </a:ln>
        </p:spPr>
        <p:style>
          <a:lnRef idx="2">
            <a:schemeClr val="accent1"/>
          </a:lnRef>
          <a:fillRef idx="0">
            <a:schemeClr val="accent1"/>
          </a:fillRef>
          <a:effectRef idx="1">
            <a:schemeClr val="accent1"/>
          </a:effectRef>
          <a:fontRef idx="minor">
            <a:schemeClr val="tx1"/>
          </a:fontRef>
        </p:style>
      </p:cxnSp>
      <p:cxnSp>
        <p:nvCxnSpPr>
          <p:cNvPr id="47" name="Connector: Elbow 46">
            <a:extLst>
              <a:ext uri="{FF2B5EF4-FFF2-40B4-BE49-F238E27FC236}">
                <a16:creationId xmlns:a16="http://schemas.microsoft.com/office/drawing/2014/main" id="{379D58CE-8EB5-F327-0745-117D2FB1F757}"/>
              </a:ext>
            </a:extLst>
          </p:cNvPr>
          <p:cNvCxnSpPr>
            <a:cxnSpLocks/>
          </p:cNvCxnSpPr>
          <p:nvPr/>
        </p:nvCxnSpPr>
        <p:spPr>
          <a:xfrm flipV="1">
            <a:off x="5722266" y="4238210"/>
            <a:ext cx="678909" cy="675935"/>
          </a:xfrm>
          <a:prstGeom prst="bentConnector3">
            <a:avLst>
              <a:gd name="adj1" fmla="val 50000"/>
            </a:avLst>
          </a:prstGeom>
          <a:ln w="57150">
            <a:solidFill>
              <a:srgbClr val="E19354"/>
            </a:solidFill>
          </a:ln>
        </p:spPr>
        <p:style>
          <a:lnRef idx="2">
            <a:schemeClr val="accent1"/>
          </a:lnRef>
          <a:fillRef idx="0">
            <a:schemeClr val="accent1"/>
          </a:fillRef>
          <a:effectRef idx="1">
            <a:schemeClr val="accent1"/>
          </a:effectRef>
          <a:fontRef idx="minor">
            <a:schemeClr val="tx1"/>
          </a:fontRef>
        </p:style>
      </p:cxnSp>
      <p:cxnSp>
        <p:nvCxnSpPr>
          <p:cNvPr id="59" name="Connector: Elbow 58">
            <a:extLst>
              <a:ext uri="{FF2B5EF4-FFF2-40B4-BE49-F238E27FC236}">
                <a16:creationId xmlns:a16="http://schemas.microsoft.com/office/drawing/2014/main" id="{0C26CBA6-4B94-523D-5059-949C31B963FD}"/>
              </a:ext>
            </a:extLst>
          </p:cNvPr>
          <p:cNvCxnSpPr>
            <a:cxnSpLocks/>
          </p:cNvCxnSpPr>
          <p:nvPr/>
        </p:nvCxnSpPr>
        <p:spPr>
          <a:xfrm>
            <a:off x="8189884" y="4306665"/>
            <a:ext cx="685408" cy="511509"/>
          </a:xfrm>
          <a:prstGeom prst="bentConnector3">
            <a:avLst/>
          </a:prstGeom>
          <a:ln w="57150">
            <a:solidFill>
              <a:srgbClr val="6ABE98"/>
            </a:solidFill>
          </a:ln>
        </p:spPr>
        <p:style>
          <a:lnRef idx="2">
            <a:schemeClr val="accent1"/>
          </a:lnRef>
          <a:fillRef idx="0">
            <a:schemeClr val="accent1"/>
          </a:fillRef>
          <a:effectRef idx="1">
            <a:schemeClr val="accent1"/>
          </a:effectRef>
          <a:fontRef idx="minor">
            <a:schemeClr val="tx1"/>
          </a:fontRef>
        </p:style>
      </p:cxnSp>
      <p:pic>
        <p:nvPicPr>
          <p:cNvPr id="62" name="Picture 61">
            <a:extLst>
              <a:ext uri="{FF2B5EF4-FFF2-40B4-BE49-F238E27FC236}">
                <a16:creationId xmlns:a16="http://schemas.microsoft.com/office/drawing/2014/main" id="{2E6F45D1-E98E-8349-A5BA-018A4650E109}"/>
              </a:ext>
            </a:extLst>
          </p:cNvPr>
          <p:cNvPicPr>
            <a:picLocks noChangeAspect="1"/>
          </p:cNvPicPr>
          <p:nvPr/>
        </p:nvPicPr>
        <p:blipFill>
          <a:blip r:embed="rId5"/>
          <a:stretch>
            <a:fillRect/>
          </a:stretch>
        </p:blipFill>
        <p:spPr>
          <a:xfrm>
            <a:off x="6990663" y="4075353"/>
            <a:ext cx="584514" cy="584514"/>
          </a:xfrm>
          <a:prstGeom prst="rect">
            <a:avLst/>
          </a:prstGeom>
        </p:spPr>
      </p:pic>
      <p:sp>
        <p:nvSpPr>
          <p:cNvPr id="2" name="Rectangle 1">
            <a:extLst>
              <a:ext uri="{FF2B5EF4-FFF2-40B4-BE49-F238E27FC236}">
                <a16:creationId xmlns:a16="http://schemas.microsoft.com/office/drawing/2014/main" id="{AF963E02-33EB-54FA-358B-DDDA62AC4A65}"/>
              </a:ext>
            </a:extLst>
          </p:cNvPr>
          <p:cNvSpPr/>
          <p:nvPr/>
        </p:nvSpPr>
        <p:spPr>
          <a:xfrm>
            <a:off x="0" y="78756"/>
            <a:ext cx="12192000" cy="644274"/>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latinLnBrk="1"/>
            <a:r>
              <a:rPr lang="en-US" sz="3600" b="1" dirty="0"/>
              <a:t>Prompt Chaining</a:t>
            </a:r>
          </a:p>
        </p:txBody>
      </p:sp>
    </p:spTree>
    <p:extLst>
      <p:ext uri="{BB962C8B-B14F-4D97-AF65-F5344CB8AC3E}">
        <p14:creationId xmlns:p14="http://schemas.microsoft.com/office/powerpoint/2010/main" val="244806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1702B000-2C83-AE7C-FC3C-DDA2C07646D1}"/>
              </a:ext>
            </a:extLst>
          </p:cNvPr>
          <p:cNvSpPr txBox="1"/>
          <p:nvPr/>
        </p:nvSpPr>
        <p:spPr>
          <a:xfrm>
            <a:off x="116378" y="852208"/>
            <a:ext cx="6633557" cy="523220"/>
          </a:xfrm>
          <a:prstGeom prst="rect">
            <a:avLst/>
          </a:prstGeom>
          <a:noFill/>
        </p:spPr>
        <p:txBody>
          <a:bodyPr wrap="square" rtlCol="0">
            <a:spAutoFit/>
          </a:bodyPr>
          <a:lstStyle/>
          <a:p>
            <a:r>
              <a:rPr lang="en-US" sz="2800" b="1" u="sng" dirty="0"/>
              <a:t>In Action: Creating A Startup Pitch</a:t>
            </a:r>
          </a:p>
        </p:txBody>
      </p:sp>
      <p:sp>
        <p:nvSpPr>
          <p:cNvPr id="26" name="Rectangle: Rounded Corners 25">
            <a:extLst>
              <a:ext uri="{FF2B5EF4-FFF2-40B4-BE49-F238E27FC236}">
                <a16:creationId xmlns:a16="http://schemas.microsoft.com/office/drawing/2014/main" id="{B46A7CEF-07C1-1D1E-0997-BDF16B3F9523}"/>
              </a:ext>
            </a:extLst>
          </p:cNvPr>
          <p:cNvSpPr/>
          <p:nvPr/>
        </p:nvSpPr>
        <p:spPr>
          <a:xfrm>
            <a:off x="2785402" y="1873173"/>
            <a:ext cx="1791527" cy="3000016"/>
          </a:xfrm>
          <a:prstGeom prst="roundRect">
            <a:avLst/>
          </a:prstGeom>
          <a:solidFill>
            <a:srgbClr val="FEFDFA"/>
          </a:solidFill>
          <a:ln w="38100">
            <a:solidFill>
              <a:srgbClr val="4B9DE1"/>
            </a:solidFill>
          </a:ln>
          <a:effectLst>
            <a:glow rad="101600">
              <a:schemeClr val="accent1">
                <a:satMod val="175000"/>
                <a:alpha val="40000"/>
              </a:schemeClr>
            </a:glow>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a:p>
            <a:pPr algn="ctr"/>
            <a:endParaRPr lang="en-US" b="1" dirty="0">
              <a:solidFill>
                <a:schemeClr val="tx1"/>
              </a:solidFill>
            </a:endParaRPr>
          </a:p>
          <a:p>
            <a:pPr algn="ctr"/>
            <a:r>
              <a:rPr lang="en-US" sz="1600" b="1" dirty="0">
                <a:solidFill>
                  <a:schemeClr val="tx1"/>
                </a:solidFill>
              </a:rPr>
              <a:t>Step 1: Brainstorm</a:t>
            </a:r>
          </a:p>
          <a:p>
            <a:pPr algn="ctr"/>
            <a:r>
              <a:rPr lang="en-US" sz="1500" b="1" dirty="0">
                <a:solidFill>
                  <a:schemeClr val="tx1"/>
                </a:solidFill>
              </a:rPr>
              <a:t>Prompt: </a:t>
            </a:r>
            <a:r>
              <a:rPr lang="en-US" sz="1600" dirty="0">
                <a:solidFill>
                  <a:schemeClr val="tx1"/>
                </a:solidFill>
              </a:rPr>
              <a:t>“List 10 startup ideas for AI in education.” </a:t>
            </a:r>
          </a:p>
        </p:txBody>
      </p:sp>
      <p:sp>
        <p:nvSpPr>
          <p:cNvPr id="32" name="Rectangle: Rounded Corners 31">
            <a:extLst>
              <a:ext uri="{FF2B5EF4-FFF2-40B4-BE49-F238E27FC236}">
                <a16:creationId xmlns:a16="http://schemas.microsoft.com/office/drawing/2014/main" id="{C0D23186-2ACD-1588-48E8-B7FDDC93E318}"/>
              </a:ext>
            </a:extLst>
          </p:cNvPr>
          <p:cNvSpPr/>
          <p:nvPr/>
        </p:nvSpPr>
        <p:spPr>
          <a:xfrm>
            <a:off x="5262337" y="1873175"/>
            <a:ext cx="1791527" cy="3111649"/>
          </a:xfrm>
          <a:prstGeom prst="roundRect">
            <a:avLst/>
          </a:prstGeom>
          <a:solidFill>
            <a:srgbClr val="FEFDFA"/>
          </a:solidFill>
          <a:ln w="38100">
            <a:solidFill>
              <a:srgbClr val="E19354"/>
            </a:solidFill>
          </a:ln>
          <a:effectLst>
            <a:glow rad="1397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a:p>
            <a:pPr algn="ctr"/>
            <a:endParaRPr lang="en-US" b="1" dirty="0">
              <a:solidFill>
                <a:schemeClr val="tx1"/>
              </a:solidFill>
            </a:endParaRPr>
          </a:p>
          <a:p>
            <a:pPr algn="ctr"/>
            <a:r>
              <a:rPr lang="en-US" sz="1600" b="1" dirty="0">
                <a:solidFill>
                  <a:schemeClr val="tx1"/>
                </a:solidFill>
              </a:rPr>
              <a:t>Step 2: Evaluate</a:t>
            </a:r>
          </a:p>
          <a:p>
            <a:pPr algn="ctr"/>
            <a:r>
              <a:rPr lang="en-US" sz="1500" b="1" dirty="0">
                <a:solidFill>
                  <a:schemeClr val="tx1"/>
                </a:solidFill>
              </a:rPr>
              <a:t>Prompt</a:t>
            </a:r>
            <a:r>
              <a:rPr lang="en-US" sz="1500" dirty="0">
                <a:solidFill>
                  <a:schemeClr val="tx1"/>
                </a:solidFill>
              </a:rPr>
              <a:t>: </a:t>
            </a:r>
            <a:r>
              <a:rPr lang="en-US" sz="1600" dirty="0">
                <a:solidFill>
                  <a:schemeClr val="tx1"/>
                </a:solidFill>
              </a:rPr>
              <a:t>“Pick the best 3 ideas from the list and explain why.”</a:t>
            </a:r>
          </a:p>
        </p:txBody>
      </p:sp>
      <p:sp>
        <p:nvSpPr>
          <p:cNvPr id="33" name="Rectangle: Rounded Corners 32">
            <a:extLst>
              <a:ext uri="{FF2B5EF4-FFF2-40B4-BE49-F238E27FC236}">
                <a16:creationId xmlns:a16="http://schemas.microsoft.com/office/drawing/2014/main" id="{4518D499-9AAC-CF69-BC1C-B3AB0E85D2DA}"/>
              </a:ext>
            </a:extLst>
          </p:cNvPr>
          <p:cNvSpPr/>
          <p:nvPr/>
        </p:nvSpPr>
        <p:spPr>
          <a:xfrm>
            <a:off x="7739272" y="1873174"/>
            <a:ext cx="1791527" cy="3111651"/>
          </a:xfrm>
          <a:prstGeom prst="roundRect">
            <a:avLst/>
          </a:prstGeom>
          <a:solidFill>
            <a:srgbClr val="FEFDFA"/>
          </a:solidFill>
          <a:ln w="38100">
            <a:solidFill>
              <a:srgbClr val="6ABE98"/>
            </a:solidFill>
          </a:ln>
          <a:effectLst>
            <a:glow rad="1397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a:p>
            <a:pPr algn="ctr"/>
            <a:endParaRPr lang="en-US" sz="1600" b="1" dirty="0">
              <a:solidFill>
                <a:schemeClr val="tx1"/>
              </a:solidFill>
            </a:endParaRPr>
          </a:p>
          <a:p>
            <a:pPr algn="ctr"/>
            <a:r>
              <a:rPr lang="en-US" sz="1600" b="1" dirty="0">
                <a:solidFill>
                  <a:schemeClr val="tx1"/>
                </a:solidFill>
              </a:rPr>
              <a:t>Step 3: Create</a:t>
            </a:r>
            <a:br>
              <a:rPr lang="en-US" b="1" dirty="0">
                <a:solidFill>
                  <a:schemeClr val="tx1"/>
                </a:solidFill>
              </a:rPr>
            </a:br>
            <a:r>
              <a:rPr lang="en-US" sz="1500" b="1" dirty="0">
                <a:solidFill>
                  <a:schemeClr val="tx1"/>
                </a:solidFill>
              </a:rPr>
              <a:t>Prompt: </a:t>
            </a:r>
            <a:r>
              <a:rPr lang="en-US" sz="1600" dirty="0">
                <a:solidFill>
                  <a:schemeClr val="tx1"/>
                </a:solidFill>
              </a:rPr>
              <a:t>“For the top idea, write a 3-minute investor pitch script.” </a:t>
            </a:r>
          </a:p>
        </p:txBody>
      </p:sp>
      <p:cxnSp>
        <p:nvCxnSpPr>
          <p:cNvPr id="42" name="Connector: Elbow 41">
            <a:extLst>
              <a:ext uri="{FF2B5EF4-FFF2-40B4-BE49-F238E27FC236}">
                <a16:creationId xmlns:a16="http://schemas.microsoft.com/office/drawing/2014/main" id="{44215574-8B3A-8F5E-99B0-06F7A4A2F0DF}"/>
              </a:ext>
            </a:extLst>
          </p:cNvPr>
          <p:cNvCxnSpPr>
            <a:cxnSpLocks/>
          </p:cNvCxnSpPr>
          <p:nvPr/>
        </p:nvCxnSpPr>
        <p:spPr>
          <a:xfrm>
            <a:off x="4583428" y="3171987"/>
            <a:ext cx="685408" cy="511509"/>
          </a:xfrm>
          <a:prstGeom prst="bentConnector3">
            <a:avLst/>
          </a:prstGeom>
          <a:ln w="57150">
            <a:solidFill>
              <a:srgbClr val="4B9DE1"/>
            </a:solidFill>
          </a:ln>
        </p:spPr>
        <p:style>
          <a:lnRef idx="2">
            <a:schemeClr val="accent1"/>
          </a:lnRef>
          <a:fillRef idx="0">
            <a:schemeClr val="accent1"/>
          </a:fillRef>
          <a:effectRef idx="1">
            <a:schemeClr val="accent1"/>
          </a:effectRef>
          <a:fontRef idx="minor">
            <a:schemeClr val="tx1"/>
          </a:fontRef>
        </p:style>
      </p:cxnSp>
      <p:cxnSp>
        <p:nvCxnSpPr>
          <p:cNvPr id="43" name="Connector: Elbow 42">
            <a:extLst>
              <a:ext uri="{FF2B5EF4-FFF2-40B4-BE49-F238E27FC236}">
                <a16:creationId xmlns:a16="http://schemas.microsoft.com/office/drawing/2014/main" id="{C884F834-F234-0F14-4929-517C88E9DE40}"/>
              </a:ext>
            </a:extLst>
          </p:cNvPr>
          <p:cNvCxnSpPr>
            <a:cxnSpLocks/>
          </p:cNvCxnSpPr>
          <p:nvPr/>
        </p:nvCxnSpPr>
        <p:spPr>
          <a:xfrm flipV="1">
            <a:off x="7053864" y="3089775"/>
            <a:ext cx="678909" cy="675935"/>
          </a:xfrm>
          <a:prstGeom prst="bentConnector3">
            <a:avLst>
              <a:gd name="adj1" fmla="val 50000"/>
            </a:avLst>
          </a:prstGeom>
          <a:ln w="57150">
            <a:solidFill>
              <a:srgbClr val="E19354"/>
            </a:solidFill>
          </a:ln>
        </p:spPr>
        <p:style>
          <a:lnRef idx="2">
            <a:schemeClr val="accent1"/>
          </a:lnRef>
          <a:fillRef idx="0">
            <a:schemeClr val="accent1"/>
          </a:fillRef>
          <a:effectRef idx="1">
            <a:schemeClr val="accent1"/>
          </a:effectRef>
          <a:fontRef idx="minor">
            <a:schemeClr val="tx1"/>
          </a:fontRef>
        </p:style>
      </p:cxnSp>
      <p:cxnSp>
        <p:nvCxnSpPr>
          <p:cNvPr id="44" name="Connector: Elbow 43">
            <a:extLst>
              <a:ext uri="{FF2B5EF4-FFF2-40B4-BE49-F238E27FC236}">
                <a16:creationId xmlns:a16="http://schemas.microsoft.com/office/drawing/2014/main" id="{ACAD1FC4-EE88-72F2-4311-5ED260501714}"/>
              </a:ext>
            </a:extLst>
          </p:cNvPr>
          <p:cNvCxnSpPr>
            <a:cxnSpLocks/>
          </p:cNvCxnSpPr>
          <p:nvPr/>
        </p:nvCxnSpPr>
        <p:spPr>
          <a:xfrm>
            <a:off x="9537298" y="3117425"/>
            <a:ext cx="685408" cy="511509"/>
          </a:xfrm>
          <a:prstGeom prst="bentConnector3">
            <a:avLst/>
          </a:prstGeom>
          <a:ln w="57150">
            <a:solidFill>
              <a:srgbClr val="6ABE98"/>
            </a:solidFill>
          </a:ln>
        </p:spPr>
        <p:style>
          <a:lnRef idx="2">
            <a:schemeClr val="accent1"/>
          </a:lnRef>
          <a:fillRef idx="0">
            <a:schemeClr val="accent1"/>
          </a:fillRef>
          <a:effectRef idx="1">
            <a:schemeClr val="accent1"/>
          </a:effectRef>
          <a:fontRef idx="minor">
            <a:schemeClr val="tx1"/>
          </a:fontRef>
        </p:style>
      </p:cxnSp>
      <p:sp>
        <p:nvSpPr>
          <p:cNvPr id="46" name="Rectangle: Rounded Corners 45">
            <a:extLst>
              <a:ext uri="{FF2B5EF4-FFF2-40B4-BE49-F238E27FC236}">
                <a16:creationId xmlns:a16="http://schemas.microsoft.com/office/drawing/2014/main" id="{B9085543-434E-1C61-EE6C-82E1D75DDE9C}"/>
              </a:ext>
            </a:extLst>
          </p:cNvPr>
          <p:cNvSpPr/>
          <p:nvPr/>
        </p:nvSpPr>
        <p:spPr>
          <a:xfrm>
            <a:off x="321658" y="1817355"/>
            <a:ext cx="1791527" cy="3000016"/>
          </a:xfrm>
          <a:prstGeom prst="roundRect">
            <a:avLst/>
          </a:prstGeom>
          <a:solidFill>
            <a:srgbClr val="FEFDFA"/>
          </a:solidFill>
          <a:ln w="38100">
            <a:solidFill>
              <a:srgbClr val="446F88"/>
            </a:solidFill>
          </a:ln>
          <a:effectLst>
            <a:glow rad="101600">
              <a:schemeClr val="accent1">
                <a:satMod val="175000"/>
                <a:alpha val="40000"/>
              </a:schemeClr>
            </a:glow>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a:p>
            <a:pPr algn="ctr"/>
            <a:endParaRPr lang="en-US" b="1" dirty="0">
              <a:solidFill>
                <a:schemeClr val="tx1"/>
              </a:solidFill>
            </a:endParaRPr>
          </a:p>
          <a:p>
            <a:pPr algn="ctr"/>
            <a:endParaRPr lang="en-US" sz="1600" b="1" dirty="0">
              <a:solidFill>
                <a:schemeClr val="tx1"/>
              </a:solidFill>
            </a:endParaRPr>
          </a:p>
          <a:p>
            <a:pPr algn="ctr"/>
            <a:r>
              <a:rPr lang="en-US" sz="1600" b="1" dirty="0">
                <a:solidFill>
                  <a:schemeClr val="tx1"/>
                </a:solidFill>
              </a:rPr>
              <a:t>Goal:</a:t>
            </a:r>
            <a:br>
              <a:rPr lang="en-US" sz="1600" b="1" dirty="0">
                <a:solidFill>
                  <a:schemeClr val="tx1"/>
                </a:solidFill>
              </a:rPr>
            </a:br>
            <a:r>
              <a:rPr lang="en-US" sz="1500" b="1" dirty="0">
                <a:solidFill>
                  <a:schemeClr val="tx1"/>
                </a:solidFill>
              </a:rPr>
              <a:t>Write a compelling startup pitch.”</a:t>
            </a:r>
          </a:p>
          <a:p>
            <a:pPr algn="ctr"/>
            <a:r>
              <a:rPr lang="en-US" sz="1600" dirty="0">
                <a:solidFill>
                  <a:schemeClr val="tx1"/>
                </a:solidFill>
              </a:rPr>
              <a:t>This is too complex for one prompt, so we create a chain</a:t>
            </a:r>
          </a:p>
        </p:txBody>
      </p:sp>
      <p:sp>
        <p:nvSpPr>
          <p:cNvPr id="51" name="Rectangle: Rounded Corners 50">
            <a:extLst>
              <a:ext uri="{FF2B5EF4-FFF2-40B4-BE49-F238E27FC236}">
                <a16:creationId xmlns:a16="http://schemas.microsoft.com/office/drawing/2014/main" id="{DAB8A9F3-89E9-5163-FF8D-0474520D39B2}"/>
              </a:ext>
            </a:extLst>
          </p:cNvPr>
          <p:cNvSpPr/>
          <p:nvPr/>
        </p:nvSpPr>
        <p:spPr>
          <a:xfrm>
            <a:off x="10216207" y="1817355"/>
            <a:ext cx="1791527" cy="3111651"/>
          </a:xfrm>
          <a:prstGeom prst="roundRect">
            <a:avLst/>
          </a:prstGeom>
          <a:solidFill>
            <a:srgbClr val="FEFDFA"/>
          </a:solidFill>
          <a:ln w="38100">
            <a:solidFill>
              <a:srgbClr val="9A52BA"/>
            </a:solidFill>
          </a:ln>
          <a:effectLst>
            <a:glow rad="1397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a:p>
            <a:pPr algn="ctr"/>
            <a:endParaRPr lang="en-US" sz="1600" b="1" dirty="0">
              <a:solidFill>
                <a:schemeClr val="tx1"/>
              </a:solidFill>
            </a:endParaRPr>
          </a:p>
          <a:p>
            <a:pPr algn="ctr"/>
            <a:endParaRPr lang="en-US" sz="1600" b="1" dirty="0">
              <a:solidFill>
                <a:schemeClr val="tx1"/>
              </a:solidFill>
            </a:endParaRPr>
          </a:p>
          <a:p>
            <a:pPr algn="ctr"/>
            <a:r>
              <a:rPr lang="en-US" sz="1600" b="1" dirty="0">
                <a:solidFill>
                  <a:schemeClr val="tx1"/>
                </a:solidFill>
              </a:rPr>
              <a:t>Final Result:</a:t>
            </a:r>
          </a:p>
          <a:p>
            <a:pPr algn="ctr"/>
            <a:r>
              <a:rPr lang="en-US" sz="1500" b="1" dirty="0">
                <a:solidFill>
                  <a:schemeClr val="tx1"/>
                </a:solidFill>
              </a:rPr>
              <a:t>A Polished Pitch</a:t>
            </a:r>
            <a:br>
              <a:rPr lang="en-US" b="1" dirty="0">
                <a:solidFill>
                  <a:schemeClr val="tx1"/>
                </a:solidFill>
              </a:rPr>
            </a:br>
            <a:r>
              <a:rPr lang="en-US" sz="1600" dirty="0">
                <a:solidFill>
                  <a:schemeClr val="tx1"/>
                </a:solidFill>
              </a:rPr>
              <a:t>Achieved through focused steps instead of one massive, error-prone request</a:t>
            </a:r>
          </a:p>
        </p:txBody>
      </p:sp>
      <p:cxnSp>
        <p:nvCxnSpPr>
          <p:cNvPr id="53" name="Connector: Elbow 52">
            <a:extLst>
              <a:ext uri="{FF2B5EF4-FFF2-40B4-BE49-F238E27FC236}">
                <a16:creationId xmlns:a16="http://schemas.microsoft.com/office/drawing/2014/main" id="{AFF2BE27-54E6-D320-48C2-5B1F0023D68D}"/>
              </a:ext>
            </a:extLst>
          </p:cNvPr>
          <p:cNvCxnSpPr>
            <a:cxnSpLocks/>
          </p:cNvCxnSpPr>
          <p:nvPr/>
        </p:nvCxnSpPr>
        <p:spPr>
          <a:xfrm flipV="1">
            <a:off x="2119684" y="3098673"/>
            <a:ext cx="678909" cy="675935"/>
          </a:xfrm>
          <a:prstGeom prst="bentConnector3">
            <a:avLst>
              <a:gd name="adj1" fmla="val 50000"/>
            </a:avLst>
          </a:prstGeom>
          <a:ln w="57150">
            <a:solidFill>
              <a:srgbClr val="446F88"/>
            </a:solidFill>
          </a:ln>
        </p:spPr>
        <p:style>
          <a:lnRef idx="2">
            <a:schemeClr val="accent1"/>
          </a:lnRef>
          <a:fillRef idx="0">
            <a:schemeClr val="accent1"/>
          </a:fillRef>
          <a:effectRef idx="1">
            <a:schemeClr val="accent1"/>
          </a:effectRef>
          <a:fontRef idx="minor">
            <a:schemeClr val="tx1"/>
          </a:fontRef>
        </p:style>
      </p:cxnSp>
      <p:pic>
        <p:nvPicPr>
          <p:cNvPr id="57" name="Picture 56">
            <a:extLst>
              <a:ext uri="{FF2B5EF4-FFF2-40B4-BE49-F238E27FC236}">
                <a16:creationId xmlns:a16="http://schemas.microsoft.com/office/drawing/2014/main" id="{12C0D22B-46AC-C779-CAA2-8F29946315C9}"/>
              </a:ext>
            </a:extLst>
          </p:cNvPr>
          <p:cNvPicPr>
            <a:picLocks noChangeAspect="1"/>
          </p:cNvPicPr>
          <p:nvPr/>
        </p:nvPicPr>
        <p:blipFill>
          <a:blip r:embed="rId2"/>
          <a:stretch>
            <a:fillRect/>
          </a:stretch>
        </p:blipFill>
        <p:spPr>
          <a:xfrm>
            <a:off x="856222" y="1963780"/>
            <a:ext cx="722398" cy="722398"/>
          </a:xfrm>
          <a:prstGeom prst="rect">
            <a:avLst/>
          </a:prstGeom>
        </p:spPr>
      </p:pic>
      <p:grpSp>
        <p:nvGrpSpPr>
          <p:cNvPr id="73" name="Group 72">
            <a:extLst>
              <a:ext uri="{FF2B5EF4-FFF2-40B4-BE49-F238E27FC236}">
                <a16:creationId xmlns:a16="http://schemas.microsoft.com/office/drawing/2014/main" id="{EC7A96D3-BFDD-1490-A97A-C678BBD269E9}"/>
              </a:ext>
            </a:extLst>
          </p:cNvPr>
          <p:cNvGrpSpPr/>
          <p:nvPr/>
        </p:nvGrpSpPr>
        <p:grpSpPr>
          <a:xfrm>
            <a:off x="3225287" y="2085398"/>
            <a:ext cx="922713" cy="872708"/>
            <a:chOff x="3225287" y="2085398"/>
            <a:chExt cx="922713" cy="872708"/>
          </a:xfrm>
        </p:grpSpPr>
        <p:sp>
          <p:nvSpPr>
            <p:cNvPr id="58" name="Oval 57">
              <a:extLst>
                <a:ext uri="{FF2B5EF4-FFF2-40B4-BE49-F238E27FC236}">
                  <a16:creationId xmlns:a16="http://schemas.microsoft.com/office/drawing/2014/main" id="{4C5106F3-7E4B-9033-9F68-A2745B20D3AF}"/>
                </a:ext>
              </a:extLst>
            </p:cNvPr>
            <p:cNvSpPr/>
            <p:nvPr/>
          </p:nvSpPr>
          <p:spPr>
            <a:xfrm>
              <a:off x="3225287" y="2085398"/>
              <a:ext cx="922713" cy="872708"/>
            </a:xfrm>
            <a:prstGeom prst="ellipse">
              <a:avLst/>
            </a:prstGeom>
            <a:solidFill>
              <a:srgbClr val="DBEB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3" name="Picture 62">
              <a:extLst>
                <a:ext uri="{FF2B5EF4-FFF2-40B4-BE49-F238E27FC236}">
                  <a16:creationId xmlns:a16="http://schemas.microsoft.com/office/drawing/2014/main" id="{F88A70EF-DEA7-AF5E-696F-23172B5563A0}"/>
                </a:ext>
              </a:extLst>
            </p:cNvPr>
            <p:cNvPicPr>
              <a:picLocks noChangeAspect="1"/>
            </p:cNvPicPr>
            <p:nvPr/>
          </p:nvPicPr>
          <p:blipFill>
            <a:blip r:embed="rId3"/>
            <a:stretch>
              <a:fillRect/>
            </a:stretch>
          </p:blipFill>
          <p:spPr>
            <a:xfrm>
              <a:off x="3366977" y="2214203"/>
              <a:ext cx="615098" cy="615098"/>
            </a:xfrm>
            <a:prstGeom prst="rect">
              <a:avLst/>
            </a:prstGeom>
          </p:spPr>
        </p:pic>
      </p:grpSp>
      <p:grpSp>
        <p:nvGrpSpPr>
          <p:cNvPr id="74" name="Group 73">
            <a:extLst>
              <a:ext uri="{FF2B5EF4-FFF2-40B4-BE49-F238E27FC236}">
                <a16:creationId xmlns:a16="http://schemas.microsoft.com/office/drawing/2014/main" id="{C5D9F494-A00A-797A-93A1-31FF61352050}"/>
              </a:ext>
            </a:extLst>
          </p:cNvPr>
          <p:cNvGrpSpPr/>
          <p:nvPr/>
        </p:nvGrpSpPr>
        <p:grpSpPr>
          <a:xfrm>
            <a:off x="5703339" y="1988178"/>
            <a:ext cx="922713" cy="872708"/>
            <a:chOff x="5703339" y="1988178"/>
            <a:chExt cx="922713" cy="872708"/>
          </a:xfrm>
        </p:grpSpPr>
        <p:sp>
          <p:nvSpPr>
            <p:cNvPr id="59" name="Oval 58">
              <a:extLst>
                <a:ext uri="{FF2B5EF4-FFF2-40B4-BE49-F238E27FC236}">
                  <a16:creationId xmlns:a16="http://schemas.microsoft.com/office/drawing/2014/main" id="{D538C302-98E7-E0AF-EFBB-2A31779CBDC2}"/>
                </a:ext>
              </a:extLst>
            </p:cNvPr>
            <p:cNvSpPr/>
            <p:nvPr/>
          </p:nvSpPr>
          <p:spPr>
            <a:xfrm>
              <a:off x="5703339" y="1988178"/>
              <a:ext cx="922713" cy="872708"/>
            </a:xfrm>
            <a:prstGeom prst="ellipse">
              <a:avLst/>
            </a:prstGeom>
            <a:solidFill>
              <a:srgbClr val="FCEA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5" name="Picture 64">
              <a:extLst>
                <a:ext uri="{FF2B5EF4-FFF2-40B4-BE49-F238E27FC236}">
                  <a16:creationId xmlns:a16="http://schemas.microsoft.com/office/drawing/2014/main" id="{3DAA0EE1-3D0E-0F0D-96E8-2DD528E45E6F}"/>
                </a:ext>
              </a:extLst>
            </p:cNvPr>
            <p:cNvPicPr>
              <a:picLocks noChangeAspect="1"/>
            </p:cNvPicPr>
            <p:nvPr/>
          </p:nvPicPr>
          <p:blipFill>
            <a:blip r:embed="rId4"/>
            <a:stretch>
              <a:fillRect/>
            </a:stretch>
          </p:blipFill>
          <p:spPr>
            <a:xfrm>
              <a:off x="5877106" y="2124142"/>
              <a:ext cx="600780" cy="600780"/>
            </a:xfrm>
            <a:prstGeom prst="rect">
              <a:avLst/>
            </a:prstGeom>
          </p:spPr>
        </p:pic>
      </p:grpSp>
      <p:grpSp>
        <p:nvGrpSpPr>
          <p:cNvPr id="75" name="Group 74">
            <a:extLst>
              <a:ext uri="{FF2B5EF4-FFF2-40B4-BE49-F238E27FC236}">
                <a16:creationId xmlns:a16="http://schemas.microsoft.com/office/drawing/2014/main" id="{0BEF7DCA-FE25-1117-0B98-293FF5E2EB80}"/>
              </a:ext>
            </a:extLst>
          </p:cNvPr>
          <p:cNvGrpSpPr/>
          <p:nvPr/>
        </p:nvGrpSpPr>
        <p:grpSpPr>
          <a:xfrm>
            <a:off x="8173678" y="1988178"/>
            <a:ext cx="922713" cy="872708"/>
            <a:chOff x="8173678" y="1988178"/>
            <a:chExt cx="922713" cy="872708"/>
          </a:xfrm>
        </p:grpSpPr>
        <p:sp>
          <p:nvSpPr>
            <p:cNvPr id="60" name="Oval 59">
              <a:extLst>
                <a:ext uri="{FF2B5EF4-FFF2-40B4-BE49-F238E27FC236}">
                  <a16:creationId xmlns:a16="http://schemas.microsoft.com/office/drawing/2014/main" id="{A63671AF-C089-ADF6-AEA3-53C20237E16A}"/>
                </a:ext>
              </a:extLst>
            </p:cNvPr>
            <p:cNvSpPr/>
            <p:nvPr/>
          </p:nvSpPr>
          <p:spPr>
            <a:xfrm>
              <a:off x="8173678" y="1988178"/>
              <a:ext cx="922713" cy="872708"/>
            </a:xfrm>
            <a:prstGeom prst="ellipse">
              <a:avLst/>
            </a:prstGeom>
            <a:solidFill>
              <a:srgbClr val="D4F3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2" name="Group 71">
              <a:extLst>
                <a:ext uri="{FF2B5EF4-FFF2-40B4-BE49-F238E27FC236}">
                  <a16:creationId xmlns:a16="http://schemas.microsoft.com/office/drawing/2014/main" id="{92808C73-0F1F-0D86-A8F6-6DE1E03237C4}"/>
                </a:ext>
              </a:extLst>
            </p:cNvPr>
            <p:cNvGrpSpPr/>
            <p:nvPr/>
          </p:nvGrpSpPr>
          <p:grpSpPr>
            <a:xfrm>
              <a:off x="8291945" y="2155948"/>
              <a:ext cx="714055" cy="652171"/>
              <a:chOff x="8291945" y="2155948"/>
              <a:chExt cx="714055" cy="652171"/>
            </a:xfrm>
          </p:grpSpPr>
          <p:pic>
            <p:nvPicPr>
              <p:cNvPr id="67" name="Picture 66">
                <a:extLst>
                  <a:ext uri="{FF2B5EF4-FFF2-40B4-BE49-F238E27FC236}">
                    <a16:creationId xmlns:a16="http://schemas.microsoft.com/office/drawing/2014/main" id="{9F4C65DC-5BAE-7EF3-42E3-C7CF5CA17657}"/>
                  </a:ext>
                </a:extLst>
              </p:cNvPr>
              <p:cNvPicPr>
                <a:picLocks noChangeAspect="1"/>
              </p:cNvPicPr>
              <p:nvPr/>
            </p:nvPicPr>
            <p:blipFill>
              <a:blip r:embed="rId5"/>
              <a:stretch>
                <a:fillRect/>
              </a:stretch>
            </p:blipFill>
            <p:spPr>
              <a:xfrm>
                <a:off x="8291945" y="2155948"/>
                <a:ext cx="537167" cy="537167"/>
              </a:xfrm>
              <a:prstGeom prst="rect">
                <a:avLst/>
              </a:prstGeom>
            </p:spPr>
          </p:pic>
          <p:pic>
            <p:nvPicPr>
              <p:cNvPr id="71" name="Picture 70">
                <a:extLst>
                  <a:ext uri="{FF2B5EF4-FFF2-40B4-BE49-F238E27FC236}">
                    <a16:creationId xmlns:a16="http://schemas.microsoft.com/office/drawing/2014/main" id="{81ACF963-8804-8B5B-2B84-B46A685168AA}"/>
                  </a:ext>
                </a:extLst>
              </p:cNvPr>
              <p:cNvPicPr>
                <a:picLocks noChangeAspect="1"/>
              </p:cNvPicPr>
              <p:nvPr/>
            </p:nvPicPr>
            <p:blipFill>
              <a:blip r:embed="rId6"/>
              <a:stretch>
                <a:fillRect/>
              </a:stretch>
            </p:blipFill>
            <p:spPr>
              <a:xfrm>
                <a:off x="8557938" y="2360057"/>
                <a:ext cx="448062" cy="448062"/>
              </a:xfrm>
              <a:prstGeom prst="rect">
                <a:avLst/>
              </a:prstGeom>
            </p:spPr>
          </p:pic>
        </p:grpSp>
      </p:grpSp>
      <p:grpSp>
        <p:nvGrpSpPr>
          <p:cNvPr id="80" name="Group 79">
            <a:extLst>
              <a:ext uri="{FF2B5EF4-FFF2-40B4-BE49-F238E27FC236}">
                <a16:creationId xmlns:a16="http://schemas.microsoft.com/office/drawing/2014/main" id="{F9C1FCDA-7EBC-0F8C-07A4-BF6A9C31CA1A}"/>
              </a:ext>
            </a:extLst>
          </p:cNvPr>
          <p:cNvGrpSpPr/>
          <p:nvPr/>
        </p:nvGrpSpPr>
        <p:grpSpPr>
          <a:xfrm>
            <a:off x="10650613" y="1888625"/>
            <a:ext cx="922713" cy="872708"/>
            <a:chOff x="10650613" y="1888625"/>
            <a:chExt cx="922713" cy="872708"/>
          </a:xfrm>
        </p:grpSpPr>
        <p:sp>
          <p:nvSpPr>
            <p:cNvPr id="61" name="Oval 60">
              <a:extLst>
                <a:ext uri="{FF2B5EF4-FFF2-40B4-BE49-F238E27FC236}">
                  <a16:creationId xmlns:a16="http://schemas.microsoft.com/office/drawing/2014/main" id="{A82A3B2C-3611-3CC1-70E4-BFAD9504879D}"/>
                </a:ext>
              </a:extLst>
            </p:cNvPr>
            <p:cNvSpPr/>
            <p:nvPr/>
          </p:nvSpPr>
          <p:spPr>
            <a:xfrm>
              <a:off x="10650613" y="1888625"/>
              <a:ext cx="922713" cy="872708"/>
            </a:xfrm>
            <a:prstGeom prst="ellipse">
              <a:avLst/>
            </a:prstGeom>
            <a:solidFill>
              <a:srgbClr val="EED4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7" name="Picture 76">
              <a:extLst>
                <a:ext uri="{FF2B5EF4-FFF2-40B4-BE49-F238E27FC236}">
                  <a16:creationId xmlns:a16="http://schemas.microsoft.com/office/drawing/2014/main" id="{D1DCC77B-572D-774C-F4BA-D8BDC8D796AE}"/>
                </a:ext>
              </a:extLst>
            </p:cNvPr>
            <p:cNvPicPr>
              <a:picLocks noChangeAspect="1"/>
            </p:cNvPicPr>
            <p:nvPr/>
          </p:nvPicPr>
          <p:blipFill>
            <a:blip r:embed="rId7"/>
            <a:stretch>
              <a:fillRect/>
            </a:stretch>
          </p:blipFill>
          <p:spPr>
            <a:xfrm>
              <a:off x="10802667" y="2085398"/>
              <a:ext cx="533111" cy="533111"/>
            </a:xfrm>
            <a:prstGeom prst="rect">
              <a:avLst/>
            </a:prstGeom>
          </p:spPr>
        </p:pic>
        <p:pic>
          <p:nvPicPr>
            <p:cNvPr id="79" name="Picture 78">
              <a:extLst>
                <a:ext uri="{FF2B5EF4-FFF2-40B4-BE49-F238E27FC236}">
                  <a16:creationId xmlns:a16="http://schemas.microsoft.com/office/drawing/2014/main" id="{C524A59F-3D73-EF4C-19E9-78CB14882D90}"/>
                </a:ext>
              </a:extLst>
            </p:cNvPr>
            <p:cNvPicPr>
              <a:picLocks noChangeAspect="1"/>
            </p:cNvPicPr>
            <p:nvPr/>
          </p:nvPicPr>
          <p:blipFill>
            <a:blip r:embed="rId8"/>
            <a:stretch>
              <a:fillRect/>
            </a:stretch>
          </p:blipFill>
          <p:spPr>
            <a:xfrm>
              <a:off x="11111969" y="1963780"/>
              <a:ext cx="283441" cy="283441"/>
            </a:xfrm>
            <a:prstGeom prst="rect">
              <a:avLst/>
            </a:prstGeom>
          </p:spPr>
        </p:pic>
      </p:grpSp>
    </p:spTree>
    <p:extLst>
      <p:ext uri="{BB962C8B-B14F-4D97-AF65-F5344CB8AC3E}">
        <p14:creationId xmlns:p14="http://schemas.microsoft.com/office/powerpoint/2010/main" val="37300166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E5C4D-F5E3-B7BD-8523-ED94DA59929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3CF653D-2A45-C328-2548-CC39480D4243}"/>
              </a:ext>
            </a:extLst>
          </p:cNvPr>
          <p:cNvSpPr txBox="1"/>
          <p:nvPr/>
        </p:nvSpPr>
        <p:spPr>
          <a:xfrm>
            <a:off x="-498762" y="570862"/>
            <a:ext cx="6384174" cy="523220"/>
          </a:xfrm>
          <a:prstGeom prst="rect">
            <a:avLst/>
          </a:prstGeom>
          <a:noFill/>
        </p:spPr>
        <p:txBody>
          <a:bodyPr wrap="square" rtlCol="0">
            <a:spAutoFit/>
          </a:bodyPr>
          <a:lstStyle/>
          <a:p>
            <a:pPr algn="ctr"/>
            <a:r>
              <a:rPr lang="en-US" sz="2800" b="1" u="sng" dirty="0"/>
              <a:t>Practical Patterns In Action</a:t>
            </a:r>
          </a:p>
        </p:txBody>
      </p:sp>
      <p:sp>
        <p:nvSpPr>
          <p:cNvPr id="5" name="Grey_unpressed">
            <a:extLst>
              <a:ext uri="{FF2B5EF4-FFF2-40B4-BE49-F238E27FC236}">
                <a16:creationId xmlns:a16="http://schemas.microsoft.com/office/drawing/2014/main" id="{A44909C2-C030-54B0-EFCB-6BEE9111FCCF}"/>
              </a:ext>
            </a:extLst>
          </p:cNvPr>
          <p:cNvSpPr>
            <a:spLocks/>
          </p:cNvSpPr>
          <p:nvPr/>
        </p:nvSpPr>
        <p:spPr bwMode="auto">
          <a:xfrm>
            <a:off x="1584185" y="1253614"/>
            <a:ext cx="3012753" cy="573946"/>
          </a:xfrm>
          <a:custGeom>
            <a:avLst/>
            <a:gdLst>
              <a:gd name="T0" fmla="*/ 2584 w 2950"/>
              <a:gd name="T1" fmla="*/ 732 h 732"/>
              <a:gd name="T2" fmla="*/ 366 w 2950"/>
              <a:gd name="T3" fmla="*/ 732 h 732"/>
              <a:gd name="T4" fmla="*/ 0 w 2950"/>
              <a:gd name="T5" fmla="*/ 366 h 732"/>
              <a:gd name="T6" fmla="*/ 366 w 2950"/>
              <a:gd name="T7" fmla="*/ 0 h 732"/>
              <a:gd name="T8" fmla="*/ 2584 w 2950"/>
              <a:gd name="T9" fmla="*/ 0 h 732"/>
              <a:gd name="T10" fmla="*/ 2950 w 2950"/>
              <a:gd name="T11" fmla="*/ 366 h 732"/>
              <a:gd name="T12" fmla="*/ 2584 w 2950"/>
              <a:gd name="T13" fmla="*/ 732 h 732"/>
            </a:gdLst>
            <a:ahLst/>
            <a:cxnLst>
              <a:cxn ang="0">
                <a:pos x="T0" y="T1"/>
              </a:cxn>
              <a:cxn ang="0">
                <a:pos x="T2" y="T3"/>
              </a:cxn>
              <a:cxn ang="0">
                <a:pos x="T4" y="T5"/>
              </a:cxn>
              <a:cxn ang="0">
                <a:pos x="T6" y="T7"/>
              </a:cxn>
              <a:cxn ang="0">
                <a:pos x="T8" y="T9"/>
              </a:cxn>
              <a:cxn ang="0">
                <a:pos x="T10" y="T11"/>
              </a:cxn>
              <a:cxn ang="0">
                <a:pos x="T12" y="T13"/>
              </a:cxn>
            </a:cxnLst>
            <a:rect l="0" t="0" r="r" b="b"/>
            <a:pathLst>
              <a:path w="2950" h="732">
                <a:moveTo>
                  <a:pt x="2584" y="732"/>
                </a:moveTo>
                <a:cubicBezTo>
                  <a:pt x="366" y="732"/>
                  <a:pt x="366" y="732"/>
                  <a:pt x="366" y="732"/>
                </a:cubicBezTo>
                <a:cubicBezTo>
                  <a:pt x="164" y="732"/>
                  <a:pt x="0" y="568"/>
                  <a:pt x="0" y="366"/>
                </a:cubicBezTo>
                <a:cubicBezTo>
                  <a:pt x="0" y="164"/>
                  <a:pt x="164" y="0"/>
                  <a:pt x="366" y="0"/>
                </a:cubicBezTo>
                <a:cubicBezTo>
                  <a:pt x="2584" y="0"/>
                  <a:pt x="2584" y="0"/>
                  <a:pt x="2584" y="0"/>
                </a:cubicBezTo>
                <a:cubicBezTo>
                  <a:pt x="2786" y="0"/>
                  <a:pt x="2950" y="164"/>
                  <a:pt x="2950" y="366"/>
                </a:cubicBezTo>
                <a:cubicBezTo>
                  <a:pt x="2950" y="568"/>
                  <a:pt x="2786" y="732"/>
                  <a:pt x="2584" y="732"/>
                </a:cubicBezTo>
                <a:close/>
              </a:path>
            </a:pathLst>
          </a:custGeom>
          <a:solidFill>
            <a:srgbClr val="9483B6"/>
          </a:solidFill>
          <a:ln>
            <a:noFill/>
          </a:ln>
          <a:effectLst>
            <a:innerShdw blurRad="317500" dist="88900" dir="13200000">
              <a:schemeClr val="tx1">
                <a:alpha val="50000"/>
              </a:schemeClr>
            </a:innerShdw>
          </a:effectLst>
        </p:spPr>
        <p:txBody>
          <a:bodyPr vert="horz" wrap="square" lIns="91440" tIns="45720" rIns="91440" bIns="45720" numCol="1" anchor="t" anchorCtr="0" compatLnSpc="1">
            <a:prstTxWarp prst="textNoShape">
              <a:avLst/>
            </a:prstTxWarp>
          </a:bodyPr>
          <a:lstStyle/>
          <a:p>
            <a:pPr algn="ctr"/>
            <a:endParaRPr lang="ru-UA" b="1" dirty="0"/>
          </a:p>
        </p:txBody>
      </p:sp>
      <p:sp>
        <p:nvSpPr>
          <p:cNvPr id="6" name="TextBox 5">
            <a:extLst>
              <a:ext uri="{FF2B5EF4-FFF2-40B4-BE49-F238E27FC236}">
                <a16:creationId xmlns:a16="http://schemas.microsoft.com/office/drawing/2014/main" id="{03D79813-435B-170E-072B-4DBFE0984643}"/>
              </a:ext>
            </a:extLst>
          </p:cNvPr>
          <p:cNvSpPr txBox="1"/>
          <p:nvPr/>
        </p:nvSpPr>
        <p:spPr>
          <a:xfrm>
            <a:off x="1706491" y="1355921"/>
            <a:ext cx="2768139" cy="369332"/>
          </a:xfrm>
          <a:prstGeom prst="rect">
            <a:avLst/>
          </a:prstGeom>
          <a:noFill/>
        </p:spPr>
        <p:txBody>
          <a:bodyPr wrap="square" rtlCol="0">
            <a:spAutoFit/>
          </a:bodyPr>
          <a:lstStyle/>
          <a:p>
            <a:pPr algn="ctr"/>
            <a:r>
              <a:rPr lang="en-US" b="1"/>
              <a:t>For Content Creation</a:t>
            </a:r>
            <a:endParaRPr lang="ru-UA" b="1" dirty="0"/>
          </a:p>
        </p:txBody>
      </p:sp>
      <p:sp>
        <p:nvSpPr>
          <p:cNvPr id="8" name="Rectangle: Diagonal Corners Rounded 7">
            <a:extLst>
              <a:ext uri="{FF2B5EF4-FFF2-40B4-BE49-F238E27FC236}">
                <a16:creationId xmlns:a16="http://schemas.microsoft.com/office/drawing/2014/main" id="{00B56706-C9A5-8262-5664-5D2AB36A319C}"/>
              </a:ext>
            </a:extLst>
          </p:cNvPr>
          <p:cNvSpPr/>
          <p:nvPr/>
        </p:nvSpPr>
        <p:spPr>
          <a:xfrm>
            <a:off x="1068795" y="1885862"/>
            <a:ext cx="2196943" cy="1494422"/>
          </a:xfrm>
          <a:prstGeom prst="round2DiagRect">
            <a:avLst/>
          </a:prstGeom>
          <a:solidFill>
            <a:srgbClr val="FAC52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a:p>
            <a:pPr algn="ctr"/>
            <a:endParaRPr lang="en-US" b="1" dirty="0">
              <a:solidFill>
                <a:schemeClr val="tx1"/>
              </a:solidFill>
            </a:endParaRPr>
          </a:p>
          <a:p>
            <a:pPr algn="ctr"/>
            <a:r>
              <a:rPr lang="en-US" b="1" dirty="0">
                <a:solidFill>
                  <a:schemeClr val="tx1"/>
                </a:solidFill>
              </a:rPr>
              <a:t>1.Research</a:t>
            </a:r>
          </a:p>
          <a:p>
            <a:pPr algn="ctr"/>
            <a:r>
              <a:rPr lang="en-US" sz="1550" dirty="0">
                <a:solidFill>
                  <a:schemeClr val="tx1"/>
                </a:solidFill>
              </a:rPr>
              <a:t>Extract key facts from a source</a:t>
            </a:r>
          </a:p>
        </p:txBody>
      </p:sp>
      <p:sp>
        <p:nvSpPr>
          <p:cNvPr id="9" name="Rectangle: Diagonal Corners Rounded 8">
            <a:extLst>
              <a:ext uri="{FF2B5EF4-FFF2-40B4-BE49-F238E27FC236}">
                <a16:creationId xmlns:a16="http://schemas.microsoft.com/office/drawing/2014/main" id="{98BBA64C-345C-ECDF-E409-7693E0065870}"/>
              </a:ext>
            </a:extLst>
          </p:cNvPr>
          <p:cNvSpPr/>
          <p:nvPr/>
        </p:nvSpPr>
        <p:spPr>
          <a:xfrm>
            <a:off x="3634934" y="1885862"/>
            <a:ext cx="2461066" cy="1494422"/>
          </a:xfrm>
          <a:prstGeom prst="round2DiagRect">
            <a:avLst/>
          </a:prstGeom>
          <a:solidFill>
            <a:srgbClr val="FC8D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a:p>
            <a:pPr algn="ctr"/>
            <a:endParaRPr lang="en-US" b="1" dirty="0">
              <a:solidFill>
                <a:schemeClr val="tx1"/>
              </a:solidFill>
            </a:endParaRPr>
          </a:p>
          <a:p>
            <a:pPr algn="ctr"/>
            <a:r>
              <a:rPr lang="en-US" b="1" dirty="0">
                <a:solidFill>
                  <a:schemeClr val="tx1"/>
                </a:solidFill>
              </a:rPr>
              <a:t>2.Outline</a:t>
            </a:r>
          </a:p>
          <a:p>
            <a:pPr algn="ctr"/>
            <a:r>
              <a:rPr lang="en-US" sz="1550" dirty="0">
                <a:solidFill>
                  <a:schemeClr val="tx1"/>
                </a:solidFill>
              </a:rPr>
              <a:t>Create a detailed article structure from the facts</a:t>
            </a:r>
            <a:r>
              <a:rPr lang="en-US" sz="1600" dirty="0">
                <a:solidFill>
                  <a:schemeClr val="tx1"/>
                </a:solidFill>
              </a:rPr>
              <a:t>.</a:t>
            </a:r>
          </a:p>
        </p:txBody>
      </p:sp>
      <p:sp>
        <p:nvSpPr>
          <p:cNvPr id="10" name="Rectangle: Diagonal Corners Rounded 9">
            <a:extLst>
              <a:ext uri="{FF2B5EF4-FFF2-40B4-BE49-F238E27FC236}">
                <a16:creationId xmlns:a16="http://schemas.microsoft.com/office/drawing/2014/main" id="{D24BC037-0FD2-850A-286A-C7D6941AF59D}"/>
              </a:ext>
            </a:extLst>
          </p:cNvPr>
          <p:cNvSpPr/>
          <p:nvPr/>
        </p:nvSpPr>
        <p:spPr>
          <a:xfrm>
            <a:off x="6450323" y="1885862"/>
            <a:ext cx="2574673" cy="1494422"/>
          </a:xfrm>
          <a:prstGeom prst="round2DiagRect">
            <a:avLst/>
          </a:prstGeom>
          <a:solidFill>
            <a:srgbClr val="F361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a:p>
            <a:pPr algn="ctr"/>
            <a:endParaRPr lang="en-US" b="1" dirty="0">
              <a:solidFill>
                <a:schemeClr val="tx1"/>
              </a:solidFill>
            </a:endParaRPr>
          </a:p>
          <a:p>
            <a:pPr algn="ctr"/>
            <a:r>
              <a:rPr lang="en-US" b="1" dirty="0">
                <a:solidFill>
                  <a:schemeClr val="tx1"/>
                </a:solidFill>
              </a:rPr>
              <a:t>3.Draft </a:t>
            </a:r>
            <a:br>
              <a:rPr lang="en-US" dirty="0">
                <a:solidFill>
                  <a:schemeClr val="tx1"/>
                </a:solidFill>
              </a:rPr>
            </a:br>
            <a:r>
              <a:rPr lang="en-US" sz="1550" dirty="0">
                <a:solidFill>
                  <a:schemeClr val="tx1"/>
                </a:solidFill>
              </a:rPr>
              <a:t>Write the article section-by-section based on the outcome.</a:t>
            </a:r>
          </a:p>
        </p:txBody>
      </p:sp>
      <p:sp>
        <p:nvSpPr>
          <p:cNvPr id="11" name="Rectangle: Diagonal Corners Rounded 10">
            <a:extLst>
              <a:ext uri="{FF2B5EF4-FFF2-40B4-BE49-F238E27FC236}">
                <a16:creationId xmlns:a16="http://schemas.microsoft.com/office/drawing/2014/main" id="{8479D256-5035-2D32-9EE5-624599CF2B25}"/>
              </a:ext>
            </a:extLst>
          </p:cNvPr>
          <p:cNvSpPr/>
          <p:nvPr/>
        </p:nvSpPr>
        <p:spPr>
          <a:xfrm>
            <a:off x="9379319" y="1827560"/>
            <a:ext cx="2196943" cy="1494422"/>
          </a:xfrm>
          <a:prstGeom prst="round2DiagRect">
            <a:avLst/>
          </a:prstGeom>
          <a:solidFill>
            <a:srgbClr val="1AA9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a:p>
            <a:pPr algn="ctr"/>
            <a:endParaRPr lang="en-US" b="1" dirty="0">
              <a:solidFill>
                <a:schemeClr val="tx1"/>
              </a:solidFill>
            </a:endParaRPr>
          </a:p>
          <a:p>
            <a:pPr algn="ctr"/>
            <a:r>
              <a:rPr lang="en-US" b="1" dirty="0">
                <a:solidFill>
                  <a:schemeClr val="tx1"/>
                </a:solidFill>
              </a:rPr>
              <a:t>4.Edit</a:t>
            </a:r>
          </a:p>
          <a:p>
            <a:pPr algn="ctr"/>
            <a:r>
              <a:rPr lang="en-US" sz="1600" dirty="0">
                <a:solidFill>
                  <a:schemeClr val="tx1"/>
                </a:solidFill>
              </a:rPr>
              <a:t>Refine the draft for clarity and tone.</a:t>
            </a:r>
          </a:p>
        </p:txBody>
      </p:sp>
      <p:pic>
        <p:nvPicPr>
          <p:cNvPr id="13" name="Picture 12">
            <a:extLst>
              <a:ext uri="{FF2B5EF4-FFF2-40B4-BE49-F238E27FC236}">
                <a16:creationId xmlns:a16="http://schemas.microsoft.com/office/drawing/2014/main" id="{6E57070A-F239-8F84-2458-6536450BE887}"/>
              </a:ext>
            </a:extLst>
          </p:cNvPr>
          <p:cNvPicPr>
            <a:picLocks noChangeAspect="1"/>
          </p:cNvPicPr>
          <p:nvPr/>
        </p:nvPicPr>
        <p:blipFill>
          <a:blip r:embed="rId3"/>
          <a:stretch>
            <a:fillRect/>
          </a:stretch>
        </p:blipFill>
        <p:spPr>
          <a:xfrm>
            <a:off x="1885535" y="2011307"/>
            <a:ext cx="563464" cy="563464"/>
          </a:xfrm>
          <a:prstGeom prst="rect">
            <a:avLst/>
          </a:prstGeom>
        </p:spPr>
      </p:pic>
      <p:pic>
        <p:nvPicPr>
          <p:cNvPr id="15" name="Picture 14">
            <a:extLst>
              <a:ext uri="{FF2B5EF4-FFF2-40B4-BE49-F238E27FC236}">
                <a16:creationId xmlns:a16="http://schemas.microsoft.com/office/drawing/2014/main" id="{37A61FC7-97C7-D230-9898-66FF08C58DB7}"/>
              </a:ext>
            </a:extLst>
          </p:cNvPr>
          <p:cNvPicPr>
            <a:picLocks noChangeAspect="1"/>
          </p:cNvPicPr>
          <p:nvPr/>
        </p:nvPicPr>
        <p:blipFill>
          <a:blip r:embed="rId4"/>
          <a:stretch>
            <a:fillRect/>
          </a:stretch>
        </p:blipFill>
        <p:spPr>
          <a:xfrm>
            <a:off x="4596938" y="2008246"/>
            <a:ext cx="530630" cy="530630"/>
          </a:xfrm>
          <a:prstGeom prst="rect">
            <a:avLst/>
          </a:prstGeom>
        </p:spPr>
      </p:pic>
      <p:pic>
        <p:nvPicPr>
          <p:cNvPr id="17" name="Picture 16">
            <a:extLst>
              <a:ext uri="{FF2B5EF4-FFF2-40B4-BE49-F238E27FC236}">
                <a16:creationId xmlns:a16="http://schemas.microsoft.com/office/drawing/2014/main" id="{69391019-D6B7-8A47-546C-4A02F2300A05}"/>
              </a:ext>
            </a:extLst>
          </p:cNvPr>
          <p:cNvPicPr>
            <a:picLocks noChangeAspect="1"/>
          </p:cNvPicPr>
          <p:nvPr/>
        </p:nvPicPr>
        <p:blipFill>
          <a:blip r:embed="rId5"/>
          <a:stretch>
            <a:fillRect/>
          </a:stretch>
        </p:blipFill>
        <p:spPr>
          <a:xfrm>
            <a:off x="7489388" y="1885862"/>
            <a:ext cx="564130" cy="564130"/>
          </a:xfrm>
          <a:prstGeom prst="rect">
            <a:avLst/>
          </a:prstGeom>
        </p:spPr>
      </p:pic>
      <p:pic>
        <p:nvPicPr>
          <p:cNvPr id="19" name="Picture 18">
            <a:extLst>
              <a:ext uri="{FF2B5EF4-FFF2-40B4-BE49-F238E27FC236}">
                <a16:creationId xmlns:a16="http://schemas.microsoft.com/office/drawing/2014/main" id="{7DC718AB-E3BD-D717-772E-6F9299A7D1F8}"/>
              </a:ext>
            </a:extLst>
          </p:cNvPr>
          <p:cNvPicPr>
            <a:picLocks noChangeAspect="1"/>
          </p:cNvPicPr>
          <p:nvPr/>
        </p:nvPicPr>
        <p:blipFill>
          <a:blip r:embed="rId6"/>
          <a:stretch>
            <a:fillRect/>
          </a:stretch>
        </p:blipFill>
        <p:spPr>
          <a:xfrm>
            <a:off x="10246957" y="1885862"/>
            <a:ext cx="461665" cy="461665"/>
          </a:xfrm>
          <a:prstGeom prst="rect">
            <a:avLst/>
          </a:prstGeom>
        </p:spPr>
      </p:pic>
      <p:sp>
        <p:nvSpPr>
          <p:cNvPr id="20" name="Grey_unpressed">
            <a:extLst>
              <a:ext uri="{FF2B5EF4-FFF2-40B4-BE49-F238E27FC236}">
                <a16:creationId xmlns:a16="http://schemas.microsoft.com/office/drawing/2014/main" id="{2573B91A-2140-80FE-ACA6-82CEB465CAA0}"/>
              </a:ext>
            </a:extLst>
          </p:cNvPr>
          <p:cNvSpPr>
            <a:spLocks/>
          </p:cNvSpPr>
          <p:nvPr/>
        </p:nvSpPr>
        <p:spPr bwMode="auto">
          <a:xfrm>
            <a:off x="1584184" y="3679972"/>
            <a:ext cx="3012753" cy="573946"/>
          </a:xfrm>
          <a:custGeom>
            <a:avLst/>
            <a:gdLst>
              <a:gd name="T0" fmla="*/ 2584 w 2950"/>
              <a:gd name="T1" fmla="*/ 732 h 732"/>
              <a:gd name="T2" fmla="*/ 366 w 2950"/>
              <a:gd name="T3" fmla="*/ 732 h 732"/>
              <a:gd name="T4" fmla="*/ 0 w 2950"/>
              <a:gd name="T5" fmla="*/ 366 h 732"/>
              <a:gd name="T6" fmla="*/ 366 w 2950"/>
              <a:gd name="T7" fmla="*/ 0 h 732"/>
              <a:gd name="T8" fmla="*/ 2584 w 2950"/>
              <a:gd name="T9" fmla="*/ 0 h 732"/>
              <a:gd name="T10" fmla="*/ 2950 w 2950"/>
              <a:gd name="T11" fmla="*/ 366 h 732"/>
              <a:gd name="T12" fmla="*/ 2584 w 2950"/>
              <a:gd name="T13" fmla="*/ 732 h 732"/>
            </a:gdLst>
            <a:ahLst/>
            <a:cxnLst>
              <a:cxn ang="0">
                <a:pos x="T0" y="T1"/>
              </a:cxn>
              <a:cxn ang="0">
                <a:pos x="T2" y="T3"/>
              </a:cxn>
              <a:cxn ang="0">
                <a:pos x="T4" y="T5"/>
              </a:cxn>
              <a:cxn ang="0">
                <a:pos x="T6" y="T7"/>
              </a:cxn>
              <a:cxn ang="0">
                <a:pos x="T8" y="T9"/>
              </a:cxn>
              <a:cxn ang="0">
                <a:pos x="T10" y="T11"/>
              </a:cxn>
              <a:cxn ang="0">
                <a:pos x="T12" y="T13"/>
              </a:cxn>
            </a:cxnLst>
            <a:rect l="0" t="0" r="r" b="b"/>
            <a:pathLst>
              <a:path w="2950" h="732">
                <a:moveTo>
                  <a:pt x="2584" y="732"/>
                </a:moveTo>
                <a:cubicBezTo>
                  <a:pt x="366" y="732"/>
                  <a:pt x="366" y="732"/>
                  <a:pt x="366" y="732"/>
                </a:cubicBezTo>
                <a:cubicBezTo>
                  <a:pt x="164" y="732"/>
                  <a:pt x="0" y="568"/>
                  <a:pt x="0" y="366"/>
                </a:cubicBezTo>
                <a:cubicBezTo>
                  <a:pt x="0" y="164"/>
                  <a:pt x="164" y="0"/>
                  <a:pt x="366" y="0"/>
                </a:cubicBezTo>
                <a:cubicBezTo>
                  <a:pt x="2584" y="0"/>
                  <a:pt x="2584" y="0"/>
                  <a:pt x="2584" y="0"/>
                </a:cubicBezTo>
                <a:cubicBezTo>
                  <a:pt x="2786" y="0"/>
                  <a:pt x="2950" y="164"/>
                  <a:pt x="2950" y="366"/>
                </a:cubicBezTo>
                <a:cubicBezTo>
                  <a:pt x="2950" y="568"/>
                  <a:pt x="2786" y="732"/>
                  <a:pt x="2584" y="732"/>
                </a:cubicBezTo>
                <a:close/>
              </a:path>
            </a:pathLst>
          </a:custGeom>
          <a:solidFill>
            <a:srgbClr val="0C9D9E"/>
          </a:solidFill>
          <a:ln>
            <a:noFill/>
          </a:ln>
          <a:effectLst>
            <a:innerShdw blurRad="317500" dist="88900" dir="13200000">
              <a:schemeClr val="tx1">
                <a:alpha val="50000"/>
              </a:schemeClr>
            </a:innerShdw>
          </a:effectLst>
        </p:spPr>
        <p:txBody>
          <a:bodyPr vert="horz" wrap="square" lIns="91440" tIns="45720" rIns="91440" bIns="45720" numCol="1" anchor="t" anchorCtr="0" compatLnSpc="1">
            <a:prstTxWarp prst="textNoShape">
              <a:avLst/>
            </a:prstTxWarp>
          </a:bodyPr>
          <a:lstStyle/>
          <a:p>
            <a:pPr algn="ctr"/>
            <a:endParaRPr lang="ru-UA" b="1" dirty="0"/>
          </a:p>
        </p:txBody>
      </p:sp>
      <p:sp>
        <p:nvSpPr>
          <p:cNvPr id="21" name="TextBox 20">
            <a:extLst>
              <a:ext uri="{FF2B5EF4-FFF2-40B4-BE49-F238E27FC236}">
                <a16:creationId xmlns:a16="http://schemas.microsoft.com/office/drawing/2014/main" id="{8543862F-02EF-5928-3616-A4973F181B40}"/>
              </a:ext>
            </a:extLst>
          </p:cNvPr>
          <p:cNvSpPr txBox="1"/>
          <p:nvPr/>
        </p:nvSpPr>
        <p:spPr>
          <a:xfrm>
            <a:off x="1706490" y="3782279"/>
            <a:ext cx="2768139" cy="369332"/>
          </a:xfrm>
          <a:prstGeom prst="rect">
            <a:avLst/>
          </a:prstGeom>
          <a:noFill/>
        </p:spPr>
        <p:txBody>
          <a:bodyPr wrap="square" rtlCol="0">
            <a:spAutoFit/>
          </a:bodyPr>
          <a:lstStyle/>
          <a:p>
            <a:pPr algn="ctr"/>
            <a:r>
              <a:rPr lang="en-US" b="1" dirty="0"/>
              <a:t>For Business Strategy</a:t>
            </a:r>
            <a:endParaRPr lang="ru-UA" b="1" dirty="0"/>
          </a:p>
        </p:txBody>
      </p:sp>
      <p:sp>
        <p:nvSpPr>
          <p:cNvPr id="28" name="Rectangle 27">
            <a:extLst>
              <a:ext uri="{FF2B5EF4-FFF2-40B4-BE49-F238E27FC236}">
                <a16:creationId xmlns:a16="http://schemas.microsoft.com/office/drawing/2014/main" id="{20332503-3E85-DC23-480C-E59D3CEBB7A5}"/>
              </a:ext>
            </a:extLst>
          </p:cNvPr>
          <p:cNvSpPr/>
          <p:nvPr/>
        </p:nvSpPr>
        <p:spPr>
          <a:xfrm>
            <a:off x="782324" y="4553606"/>
            <a:ext cx="3176916" cy="1494422"/>
          </a:xfrm>
          <a:prstGeom prst="rect">
            <a:avLst/>
          </a:prstGeom>
          <a:solidFill>
            <a:srgbClr val="2F82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b="1" dirty="0"/>
          </a:p>
          <a:p>
            <a:pPr algn="ctr"/>
            <a:r>
              <a:rPr lang="en-US" b="1" dirty="0">
                <a:solidFill>
                  <a:schemeClr val="tx1"/>
                </a:solidFill>
              </a:rPr>
              <a:t>1.Generate</a:t>
            </a:r>
          </a:p>
          <a:p>
            <a:pPr algn="ctr"/>
            <a:r>
              <a:rPr lang="en-US" sz="1600" dirty="0">
                <a:solidFill>
                  <a:schemeClr val="tx1"/>
                </a:solidFill>
              </a:rPr>
              <a:t>Brainstorm a large list of business ideas.</a:t>
            </a:r>
          </a:p>
        </p:txBody>
      </p:sp>
      <p:sp>
        <p:nvSpPr>
          <p:cNvPr id="29" name="Rectangle 28">
            <a:extLst>
              <a:ext uri="{FF2B5EF4-FFF2-40B4-BE49-F238E27FC236}">
                <a16:creationId xmlns:a16="http://schemas.microsoft.com/office/drawing/2014/main" id="{9C86D020-68F0-71E9-2F35-BFE93009B9BD}"/>
              </a:ext>
            </a:extLst>
          </p:cNvPr>
          <p:cNvSpPr/>
          <p:nvPr/>
        </p:nvSpPr>
        <p:spPr>
          <a:xfrm>
            <a:off x="4492669" y="4553606"/>
            <a:ext cx="3176916" cy="1494422"/>
          </a:xfrm>
          <a:prstGeom prst="rect">
            <a:avLst/>
          </a:prstGeom>
          <a:solidFill>
            <a:srgbClr val="6A5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b="1" dirty="0"/>
          </a:p>
          <a:p>
            <a:pPr algn="ctr"/>
            <a:r>
              <a:rPr lang="en-US" b="1" dirty="0">
                <a:solidFill>
                  <a:schemeClr val="tx1"/>
                </a:solidFill>
              </a:rPr>
              <a:t>2.Filter</a:t>
            </a:r>
          </a:p>
          <a:p>
            <a:pPr algn="ctr"/>
            <a:r>
              <a:rPr lang="en-US" sz="1600" dirty="0">
                <a:solidFill>
                  <a:schemeClr val="tx1"/>
                </a:solidFill>
              </a:rPr>
              <a:t>Source each idea on criteria like market size and revenue.</a:t>
            </a:r>
          </a:p>
        </p:txBody>
      </p:sp>
      <p:sp>
        <p:nvSpPr>
          <p:cNvPr id="30" name="Rectangle 29">
            <a:extLst>
              <a:ext uri="{FF2B5EF4-FFF2-40B4-BE49-F238E27FC236}">
                <a16:creationId xmlns:a16="http://schemas.microsoft.com/office/drawing/2014/main" id="{DBD48729-6BAA-4057-57D1-7B5F84643562}"/>
              </a:ext>
            </a:extLst>
          </p:cNvPr>
          <p:cNvSpPr/>
          <p:nvPr/>
        </p:nvSpPr>
        <p:spPr>
          <a:xfrm>
            <a:off x="8203014" y="4553606"/>
            <a:ext cx="3176916" cy="1494422"/>
          </a:xfrm>
          <a:prstGeom prst="rect">
            <a:avLst/>
          </a:prstGeom>
          <a:solidFill>
            <a:srgbClr val="FAC3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b="1" dirty="0"/>
          </a:p>
          <a:p>
            <a:pPr algn="ctr"/>
            <a:r>
              <a:rPr lang="en-US" b="1" dirty="0">
                <a:solidFill>
                  <a:schemeClr val="tx1"/>
                </a:solidFill>
              </a:rPr>
              <a:t>3.Expand</a:t>
            </a:r>
          </a:p>
          <a:p>
            <a:pPr algn="ctr"/>
            <a:r>
              <a:rPr lang="en-US" sz="1600" dirty="0">
                <a:solidFill>
                  <a:schemeClr val="tx1"/>
                </a:solidFill>
              </a:rPr>
              <a:t>Write a detailed concept note for the top-scoring ideas.</a:t>
            </a:r>
          </a:p>
        </p:txBody>
      </p:sp>
      <p:pic>
        <p:nvPicPr>
          <p:cNvPr id="34" name="Picture 33">
            <a:extLst>
              <a:ext uri="{FF2B5EF4-FFF2-40B4-BE49-F238E27FC236}">
                <a16:creationId xmlns:a16="http://schemas.microsoft.com/office/drawing/2014/main" id="{2653BFBF-E96B-F00B-FBDB-801A36ABB5B7}"/>
              </a:ext>
            </a:extLst>
          </p:cNvPr>
          <p:cNvPicPr>
            <a:picLocks noChangeAspect="1"/>
          </p:cNvPicPr>
          <p:nvPr/>
        </p:nvPicPr>
        <p:blipFill>
          <a:blip r:embed="rId7"/>
          <a:stretch>
            <a:fillRect/>
          </a:stretch>
        </p:blipFill>
        <p:spPr>
          <a:xfrm>
            <a:off x="2055679" y="4653051"/>
            <a:ext cx="504642" cy="504642"/>
          </a:xfrm>
          <a:prstGeom prst="rect">
            <a:avLst/>
          </a:prstGeom>
        </p:spPr>
      </p:pic>
      <p:pic>
        <p:nvPicPr>
          <p:cNvPr id="36" name="Picture 35">
            <a:extLst>
              <a:ext uri="{FF2B5EF4-FFF2-40B4-BE49-F238E27FC236}">
                <a16:creationId xmlns:a16="http://schemas.microsoft.com/office/drawing/2014/main" id="{55ABD2BA-C603-67B9-3948-9DDD8D695EC0}"/>
              </a:ext>
            </a:extLst>
          </p:cNvPr>
          <p:cNvPicPr>
            <a:picLocks noChangeAspect="1"/>
          </p:cNvPicPr>
          <p:nvPr/>
        </p:nvPicPr>
        <p:blipFill>
          <a:blip r:embed="rId8"/>
          <a:stretch>
            <a:fillRect/>
          </a:stretch>
        </p:blipFill>
        <p:spPr>
          <a:xfrm>
            <a:off x="5774682" y="4598927"/>
            <a:ext cx="612890" cy="612890"/>
          </a:xfrm>
          <a:prstGeom prst="rect">
            <a:avLst/>
          </a:prstGeom>
        </p:spPr>
      </p:pic>
      <p:pic>
        <p:nvPicPr>
          <p:cNvPr id="40" name="Picture 39">
            <a:extLst>
              <a:ext uri="{FF2B5EF4-FFF2-40B4-BE49-F238E27FC236}">
                <a16:creationId xmlns:a16="http://schemas.microsoft.com/office/drawing/2014/main" id="{F23BE5BA-DE9E-ACF9-B14C-0F01EA2F103D}"/>
              </a:ext>
            </a:extLst>
          </p:cNvPr>
          <p:cNvPicPr>
            <a:picLocks noChangeAspect="1"/>
          </p:cNvPicPr>
          <p:nvPr/>
        </p:nvPicPr>
        <p:blipFill>
          <a:blip r:embed="rId9"/>
          <a:stretch>
            <a:fillRect/>
          </a:stretch>
        </p:blipFill>
        <p:spPr>
          <a:xfrm>
            <a:off x="9504499" y="4618399"/>
            <a:ext cx="573946" cy="573946"/>
          </a:xfrm>
          <a:prstGeom prst="rect">
            <a:avLst/>
          </a:prstGeom>
        </p:spPr>
      </p:pic>
      <p:cxnSp>
        <p:nvCxnSpPr>
          <p:cNvPr id="45" name="Straight Arrow Connector 44">
            <a:extLst>
              <a:ext uri="{FF2B5EF4-FFF2-40B4-BE49-F238E27FC236}">
                <a16:creationId xmlns:a16="http://schemas.microsoft.com/office/drawing/2014/main" id="{A2869DDA-1C3C-100E-E02B-3899871AC25A}"/>
              </a:ext>
            </a:extLst>
          </p:cNvPr>
          <p:cNvCxnSpPr>
            <a:stCxn id="8" idx="0"/>
            <a:endCxn id="9" idx="2"/>
          </p:cNvCxnSpPr>
          <p:nvPr/>
        </p:nvCxnSpPr>
        <p:spPr>
          <a:xfrm>
            <a:off x="3265738" y="2633073"/>
            <a:ext cx="36919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5D8916AF-9DC4-74B4-C573-0D1904607FAB}"/>
              </a:ext>
            </a:extLst>
          </p:cNvPr>
          <p:cNvCxnSpPr/>
          <p:nvPr/>
        </p:nvCxnSpPr>
        <p:spPr>
          <a:xfrm>
            <a:off x="6081127" y="2633073"/>
            <a:ext cx="36919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6533E0B5-647D-1F47-3EFA-5C2A03E3B248}"/>
              </a:ext>
            </a:extLst>
          </p:cNvPr>
          <p:cNvCxnSpPr/>
          <p:nvPr/>
        </p:nvCxnSpPr>
        <p:spPr>
          <a:xfrm>
            <a:off x="9024996" y="2633073"/>
            <a:ext cx="36919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4A92399A-3B63-EC0C-A922-BCD895C6D7A2}"/>
              </a:ext>
            </a:extLst>
          </p:cNvPr>
          <p:cNvCxnSpPr>
            <a:cxnSpLocks/>
            <a:stCxn id="28" idx="3"/>
            <a:endCxn id="29" idx="1"/>
          </p:cNvCxnSpPr>
          <p:nvPr/>
        </p:nvCxnSpPr>
        <p:spPr>
          <a:xfrm>
            <a:off x="3959240" y="5300817"/>
            <a:ext cx="53342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88081FE3-5867-1347-F485-DE3F21696CAC}"/>
              </a:ext>
            </a:extLst>
          </p:cNvPr>
          <p:cNvCxnSpPr>
            <a:cxnSpLocks/>
          </p:cNvCxnSpPr>
          <p:nvPr/>
        </p:nvCxnSpPr>
        <p:spPr>
          <a:xfrm>
            <a:off x="7669585" y="5334068"/>
            <a:ext cx="53342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20372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0"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08AFE-F1A2-D60C-F8A5-FD840677476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068B9D7-7D12-C3EE-078C-26380A1CC8A4}"/>
              </a:ext>
            </a:extLst>
          </p:cNvPr>
          <p:cNvSpPr/>
          <p:nvPr/>
        </p:nvSpPr>
        <p:spPr>
          <a:xfrm>
            <a:off x="0" y="420607"/>
            <a:ext cx="8006403" cy="73364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latinLnBrk="1"/>
            <a:endParaRPr lang="en-US" sz="2800" b="1" dirty="0"/>
          </a:p>
          <a:p>
            <a:pPr algn="ctr" latinLnBrk="1"/>
            <a:r>
              <a:rPr lang="en-US" sz="2800" b="1" u="sng" dirty="0">
                <a:solidFill>
                  <a:schemeClr val="tx1"/>
                </a:solidFill>
              </a:rPr>
              <a:t>Chaining in Action: A Real-Life Example</a:t>
            </a:r>
          </a:p>
          <a:p>
            <a:pPr algn="ctr" latinLnBrk="1"/>
            <a:endParaRPr lang="en-US" sz="2800" b="1" dirty="0"/>
          </a:p>
        </p:txBody>
      </p:sp>
      <p:sp>
        <p:nvSpPr>
          <p:cNvPr id="10" name="Rectangle 9">
            <a:extLst>
              <a:ext uri="{FF2B5EF4-FFF2-40B4-BE49-F238E27FC236}">
                <a16:creationId xmlns:a16="http://schemas.microsoft.com/office/drawing/2014/main" id="{8C06967D-5BED-3668-A12B-6772C8BA86DA}"/>
              </a:ext>
            </a:extLst>
          </p:cNvPr>
          <p:cNvSpPr/>
          <p:nvPr/>
        </p:nvSpPr>
        <p:spPr>
          <a:xfrm>
            <a:off x="859436" y="1439957"/>
            <a:ext cx="4192067" cy="4236788"/>
          </a:xfrm>
          <a:prstGeom prst="rect">
            <a:avLst/>
          </a:prstGeom>
          <a:solidFill>
            <a:srgbClr val="F9FAFB"/>
          </a:solidFill>
          <a:ln w="12700">
            <a:solidFill>
              <a:srgbClr val="6B72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2000" dirty="0">
                <a:solidFill>
                  <a:schemeClr val="tx1"/>
                </a:solidFill>
              </a:rPr>
              <a:t> </a:t>
            </a:r>
            <a:r>
              <a:rPr lang="en-US" sz="2400" b="1" dirty="0">
                <a:solidFill>
                  <a:schemeClr val="tx1"/>
                </a:solidFill>
              </a:rPr>
              <a:t>BAD APPROACH</a:t>
            </a:r>
          </a:p>
          <a:p>
            <a:pPr algn="ctr">
              <a:lnSpc>
                <a:spcPct val="150000"/>
              </a:lnSpc>
            </a:pPr>
            <a:r>
              <a:rPr lang="en-US" sz="2400" b="1" dirty="0">
                <a:solidFill>
                  <a:schemeClr val="tx1"/>
                </a:solidFill>
              </a:rPr>
              <a:t> </a:t>
            </a:r>
            <a:r>
              <a:rPr lang="en-US" sz="2000" dirty="0">
                <a:solidFill>
                  <a:schemeClr val="tx1"/>
                </a:solidFill>
              </a:rPr>
              <a:t>ONE BIG PROMPT</a:t>
            </a:r>
          </a:p>
          <a:p>
            <a:pPr algn="ctr">
              <a:lnSpc>
                <a:spcPct val="150000"/>
              </a:lnSpc>
            </a:pPr>
            <a:r>
              <a:rPr lang="en-US" sz="2000" dirty="0">
                <a:solidFill>
                  <a:schemeClr val="tx1"/>
                </a:solidFill>
              </a:rPr>
              <a:t> "Teach me everything about photosynthesis" </a:t>
            </a:r>
          </a:p>
          <a:p>
            <a:pPr>
              <a:lnSpc>
                <a:spcPct val="150000"/>
              </a:lnSpc>
            </a:pPr>
            <a:r>
              <a:rPr lang="en-US" sz="2000" b="1" dirty="0">
                <a:solidFill>
                  <a:schemeClr val="tx1"/>
                </a:solidFill>
              </a:rPr>
              <a:t>RESULT </a:t>
            </a:r>
          </a:p>
          <a:p>
            <a:pPr marL="342900" indent="-342900">
              <a:lnSpc>
                <a:spcPct val="150000"/>
              </a:lnSpc>
              <a:buFont typeface="Arial" panose="020B0604020202020204" pitchFamily="34" charset="0"/>
              <a:buChar char="•"/>
            </a:pPr>
            <a:r>
              <a:rPr lang="en-US" sz="2000" dirty="0">
                <a:solidFill>
                  <a:schemeClr val="tx1"/>
                </a:solidFill>
              </a:rPr>
              <a:t>Too much information</a:t>
            </a:r>
            <a:endParaRPr lang="en-US" sz="2000" b="1" dirty="0">
              <a:solidFill>
                <a:schemeClr val="tx1"/>
              </a:solidFill>
            </a:endParaRPr>
          </a:p>
          <a:p>
            <a:pPr marL="342900" indent="-342900">
              <a:lnSpc>
                <a:spcPct val="150000"/>
              </a:lnSpc>
              <a:buFont typeface="Arial" panose="020B0604020202020204" pitchFamily="34" charset="0"/>
              <a:buChar char="•"/>
            </a:pPr>
            <a:r>
              <a:rPr lang="en-US" sz="2000" dirty="0">
                <a:solidFill>
                  <a:schemeClr val="tx1"/>
                </a:solidFill>
              </a:rPr>
              <a:t>Hard to follow</a:t>
            </a:r>
          </a:p>
          <a:p>
            <a:pPr marL="342900" indent="-342900">
              <a:lnSpc>
                <a:spcPct val="150000"/>
              </a:lnSpc>
              <a:buFont typeface="Arial" panose="020B0604020202020204" pitchFamily="34" charset="0"/>
              <a:buChar char="•"/>
            </a:pPr>
            <a:r>
              <a:rPr lang="en-US" sz="2000" dirty="0">
                <a:solidFill>
                  <a:schemeClr val="tx1"/>
                </a:solidFill>
              </a:rPr>
              <a:t>Easy to forget </a:t>
            </a:r>
          </a:p>
        </p:txBody>
      </p:sp>
      <p:sp>
        <p:nvSpPr>
          <p:cNvPr id="13" name="Rectangle 12">
            <a:extLst>
              <a:ext uri="{FF2B5EF4-FFF2-40B4-BE49-F238E27FC236}">
                <a16:creationId xmlns:a16="http://schemas.microsoft.com/office/drawing/2014/main" id="{77AEA2D3-6242-B765-4F05-4A004001505F}"/>
              </a:ext>
            </a:extLst>
          </p:cNvPr>
          <p:cNvSpPr/>
          <p:nvPr/>
        </p:nvSpPr>
        <p:spPr>
          <a:xfrm>
            <a:off x="5512462" y="1507251"/>
            <a:ext cx="6203709" cy="4169494"/>
          </a:xfrm>
          <a:prstGeom prst="rect">
            <a:avLst/>
          </a:prstGeom>
          <a:solidFill>
            <a:srgbClr val="F0F9FF"/>
          </a:solidFill>
          <a:ln w="12700">
            <a:solidFill>
              <a:srgbClr val="6B72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2000" b="1" dirty="0">
                <a:solidFill>
                  <a:schemeClr val="tx1"/>
                </a:solidFill>
              </a:rPr>
              <a:t>Good Approach (Chaining)</a:t>
            </a:r>
          </a:p>
          <a:p>
            <a:pPr algn="ctr">
              <a:lnSpc>
                <a:spcPct val="150000"/>
              </a:lnSpc>
            </a:pPr>
            <a:r>
              <a:rPr lang="en-US" altLang="en-US" b="1" dirty="0">
                <a:solidFill>
                  <a:schemeClr val="tx1"/>
                </a:solidFill>
                <a:latin typeface="Arial" panose="020B0604020202020204" pitchFamily="34" charset="0"/>
              </a:rPr>
              <a:t>STEP-BY-STEP PROMPTS</a:t>
            </a:r>
          </a:p>
          <a:p>
            <a:pPr algn="ctr">
              <a:lnSpc>
                <a:spcPct val="150000"/>
              </a:lnSpc>
            </a:pPr>
            <a:endParaRPr lang="en-US" altLang="en-US" sz="2000" b="1" dirty="0">
              <a:solidFill>
                <a:schemeClr val="tx1"/>
              </a:solidFill>
              <a:latin typeface="Arial" panose="020B0604020202020204" pitchFamily="34" charset="0"/>
            </a:endParaRPr>
          </a:p>
          <a:p>
            <a:pPr algn="ctr">
              <a:lnSpc>
                <a:spcPct val="150000"/>
              </a:lnSpc>
            </a:pPr>
            <a:endParaRPr lang="en-US" altLang="en-US" sz="2000" b="1" dirty="0">
              <a:solidFill>
                <a:schemeClr val="tx1"/>
              </a:solidFill>
              <a:latin typeface="Arial" panose="020B0604020202020204" pitchFamily="34" charset="0"/>
            </a:endParaRPr>
          </a:p>
          <a:p>
            <a:pPr algn="ctr">
              <a:lnSpc>
                <a:spcPct val="150000"/>
              </a:lnSpc>
            </a:pPr>
            <a:endParaRPr lang="en-US" altLang="en-US" sz="2000" b="1" dirty="0">
              <a:solidFill>
                <a:schemeClr val="tx1"/>
              </a:solidFill>
              <a:latin typeface="Arial" panose="020B0604020202020204" pitchFamily="34" charset="0"/>
            </a:endParaRPr>
          </a:p>
          <a:p>
            <a:pPr algn="ctr">
              <a:lnSpc>
                <a:spcPct val="150000"/>
              </a:lnSpc>
            </a:pPr>
            <a:endParaRPr lang="en-US" altLang="en-US" sz="2000" b="1" dirty="0">
              <a:solidFill>
                <a:schemeClr val="tx1"/>
              </a:solidFill>
              <a:latin typeface="Arial" panose="020B0604020202020204" pitchFamily="34" charset="0"/>
            </a:endParaRPr>
          </a:p>
          <a:p>
            <a:pPr algn="ctr">
              <a:lnSpc>
                <a:spcPct val="150000"/>
              </a:lnSpc>
            </a:pPr>
            <a:r>
              <a:rPr lang="en-US" altLang="en-US" sz="2000" b="1" dirty="0">
                <a:solidFill>
                  <a:schemeClr val="tx1"/>
                </a:solidFill>
                <a:latin typeface="Arial" panose="020B0604020202020204" pitchFamily="34" charset="0"/>
              </a:rPr>
              <a:t> </a:t>
            </a:r>
          </a:p>
          <a:p>
            <a:pPr algn="ctr">
              <a:lnSpc>
                <a:spcPct val="150000"/>
              </a:lnSpc>
            </a:pPr>
            <a:endParaRPr lang="en-US" altLang="en-US" sz="2000" b="1" dirty="0">
              <a:solidFill>
                <a:schemeClr val="tx1"/>
              </a:solidFill>
              <a:latin typeface="Arial" panose="020B0604020202020204" pitchFamily="34" charset="0"/>
            </a:endParaRPr>
          </a:p>
          <a:p>
            <a:pPr algn="ctr">
              <a:lnSpc>
                <a:spcPct val="150000"/>
              </a:lnSpc>
            </a:pPr>
            <a:endParaRPr lang="en-US" altLang="en-US" sz="2000" b="1" dirty="0">
              <a:solidFill>
                <a:schemeClr val="tx1"/>
              </a:solidFill>
              <a:latin typeface="Arial" panose="020B0604020202020204" pitchFamily="34" charset="0"/>
            </a:endParaRPr>
          </a:p>
        </p:txBody>
      </p:sp>
      <p:sp>
        <p:nvSpPr>
          <p:cNvPr id="15" name="Rectangle: Rounded Corners 14">
            <a:extLst>
              <a:ext uri="{FF2B5EF4-FFF2-40B4-BE49-F238E27FC236}">
                <a16:creationId xmlns:a16="http://schemas.microsoft.com/office/drawing/2014/main" id="{CF2358D2-49A9-A74D-1AC9-EA4482393C5B}"/>
              </a:ext>
            </a:extLst>
          </p:cNvPr>
          <p:cNvSpPr/>
          <p:nvPr/>
        </p:nvSpPr>
        <p:spPr>
          <a:xfrm>
            <a:off x="7081024" y="2425941"/>
            <a:ext cx="3066586" cy="5497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Step – 1</a:t>
            </a:r>
          </a:p>
          <a:p>
            <a:pPr algn="ctr"/>
            <a:r>
              <a:rPr lang="en-US" sz="1600" dirty="0"/>
              <a:t>"Explain photosynthesis simply"</a:t>
            </a:r>
          </a:p>
        </p:txBody>
      </p:sp>
      <p:sp>
        <p:nvSpPr>
          <p:cNvPr id="16" name="Rectangle: Rounded Corners 15">
            <a:extLst>
              <a:ext uri="{FF2B5EF4-FFF2-40B4-BE49-F238E27FC236}">
                <a16:creationId xmlns:a16="http://schemas.microsoft.com/office/drawing/2014/main" id="{E4AD7B01-0D71-B3D6-FE6F-1A31824DE7A9}"/>
              </a:ext>
            </a:extLst>
          </p:cNvPr>
          <p:cNvSpPr/>
          <p:nvPr/>
        </p:nvSpPr>
        <p:spPr>
          <a:xfrm>
            <a:off x="7103326" y="3231053"/>
            <a:ext cx="3021980" cy="5497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Step 2</a:t>
            </a:r>
          </a:p>
          <a:p>
            <a:pPr algn="ctr"/>
            <a:r>
              <a:rPr lang="en-US" dirty="0"/>
              <a:t>"List the main stages"</a:t>
            </a:r>
          </a:p>
        </p:txBody>
      </p:sp>
      <p:sp>
        <p:nvSpPr>
          <p:cNvPr id="17" name="Rectangle: Rounded Corners 16">
            <a:extLst>
              <a:ext uri="{FF2B5EF4-FFF2-40B4-BE49-F238E27FC236}">
                <a16:creationId xmlns:a16="http://schemas.microsoft.com/office/drawing/2014/main" id="{D45BB585-BD84-23A5-8E4D-7F0733A8BA25}"/>
              </a:ext>
            </a:extLst>
          </p:cNvPr>
          <p:cNvSpPr/>
          <p:nvPr/>
        </p:nvSpPr>
        <p:spPr>
          <a:xfrm>
            <a:off x="7103327" y="4066518"/>
            <a:ext cx="3021980" cy="5497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Step 3</a:t>
            </a:r>
          </a:p>
          <a:p>
            <a:pPr algn="ctr"/>
            <a:r>
              <a:rPr lang="en-US" dirty="0"/>
              <a:t>"Explain stage 1 in detail"</a:t>
            </a:r>
          </a:p>
        </p:txBody>
      </p:sp>
      <p:sp>
        <p:nvSpPr>
          <p:cNvPr id="18" name="Rectangle: Rounded Corners 17">
            <a:extLst>
              <a:ext uri="{FF2B5EF4-FFF2-40B4-BE49-F238E27FC236}">
                <a16:creationId xmlns:a16="http://schemas.microsoft.com/office/drawing/2014/main" id="{026A9D32-7C8B-80AF-2E20-B2292195FB97}"/>
              </a:ext>
            </a:extLst>
          </p:cNvPr>
          <p:cNvSpPr/>
          <p:nvPr/>
        </p:nvSpPr>
        <p:spPr>
          <a:xfrm>
            <a:off x="7081024" y="4901915"/>
            <a:ext cx="3021980" cy="5497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Step 4</a:t>
            </a:r>
          </a:p>
          <a:p>
            <a:pPr algn="ctr"/>
            <a:r>
              <a:rPr lang="en-US" dirty="0"/>
              <a:t>"Give me 3 quiz questions"</a:t>
            </a:r>
          </a:p>
        </p:txBody>
      </p:sp>
      <p:cxnSp>
        <p:nvCxnSpPr>
          <p:cNvPr id="24" name="Straight Arrow Connector 23">
            <a:extLst>
              <a:ext uri="{FF2B5EF4-FFF2-40B4-BE49-F238E27FC236}">
                <a16:creationId xmlns:a16="http://schemas.microsoft.com/office/drawing/2014/main" id="{D6C1B29F-D105-7668-554F-FE4C63BDB10A}"/>
              </a:ext>
            </a:extLst>
          </p:cNvPr>
          <p:cNvCxnSpPr>
            <a:stCxn id="15" idx="2"/>
            <a:endCxn id="16" idx="0"/>
          </p:cNvCxnSpPr>
          <p:nvPr/>
        </p:nvCxnSpPr>
        <p:spPr>
          <a:xfrm flipH="1">
            <a:off x="8614316" y="2975701"/>
            <a:ext cx="1" cy="2553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98A03F66-A784-AF94-5DDB-99A69C1D51E5}"/>
              </a:ext>
            </a:extLst>
          </p:cNvPr>
          <p:cNvCxnSpPr/>
          <p:nvPr/>
        </p:nvCxnSpPr>
        <p:spPr>
          <a:xfrm flipH="1">
            <a:off x="8592013" y="3795956"/>
            <a:ext cx="1" cy="2553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5E47F286-27CF-A14D-A6E4-41F7ED900273}"/>
              </a:ext>
            </a:extLst>
          </p:cNvPr>
          <p:cNvCxnSpPr/>
          <p:nvPr/>
        </p:nvCxnSpPr>
        <p:spPr>
          <a:xfrm flipH="1">
            <a:off x="8592012" y="4646563"/>
            <a:ext cx="1" cy="2553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540412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CB4F3-8357-CC83-3655-276E99C75EE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96EA570-224C-5786-1842-0B69C35460BE}"/>
              </a:ext>
            </a:extLst>
          </p:cNvPr>
          <p:cNvSpPr txBox="1"/>
          <p:nvPr/>
        </p:nvSpPr>
        <p:spPr>
          <a:xfrm>
            <a:off x="0" y="178825"/>
            <a:ext cx="12192000" cy="584775"/>
          </a:xfrm>
          <a:prstGeom prst="rect">
            <a:avLst/>
          </a:prstGeom>
          <a:solidFill>
            <a:schemeClr val="accent2">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US" sz="3200" b="1" dirty="0">
                <a:solidFill>
                  <a:schemeClr val="bg1"/>
                </a:solidFill>
              </a:rPr>
              <a:t>Meta Prompting (Prompting About Prompting)</a:t>
            </a:r>
            <a:endParaRPr lang="en-IN" sz="3200" b="1" dirty="0">
              <a:solidFill>
                <a:schemeClr val="bg1"/>
              </a:solidFill>
            </a:endParaRPr>
          </a:p>
        </p:txBody>
      </p:sp>
      <p:sp>
        <p:nvSpPr>
          <p:cNvPr id="5" name="TextBox 4">
            <a:extLst>
              <a:ext uri="{FF2B5EF4-FFF2-40B4-BE49-F238E27FC236}">
                <a16:creationId xmlns:a16="http://schemas.microsoft.com/office/drawing/2014/main" id="{CAB55144-C333-7D27-4FF9-862A39855B37}"/>
              </a:ext>
            </a:extLst>
          </p:cNvPr>
          <p:cNvSpPr txBox="1"/>
          <p:nvPr/>
        </p:nvSpPr>
        <p:spPr>
          <a:xfrm>
            <a:off x="1291243" y="1160167"/>
            <a:ext cx="10188633" cy="923330"/>
          </a:xfrm>
          <a:prstGeom prst="rect">
            <a:avLst/>
          </a:prstGeom>
          <a:noFill/>
        </p:spPr>
        <p:txBody>
          <a:bodyPr wrap="square">
            <a:spAutoFit/>
          </a:bodyPr>
          <a:lstStyle/>
          <a:p>
            <a:r>
              <a:rPr lang="en-US" b="1" dirty="0"/>
              <a:t>Meta prompting is the practice of using an AI to analyze, design, and improve prompts themselves, so that instructions become clearer, more reliable, and reusable across different tasks and situations.</a:t>
            </a:r>
          </a:p>
        </p:txBody>
      </p:sp>
      <p:sp>
        <p:nvSpPr>
          <p:cNvPr id="7" name="TextBox 6">
            <a:extLst>
              <a:ext uri="{FF2B5EF4-FFF2-40B4-BE49-F238E27FC236}">
                <a16:creationId xmlns:a16="http://schemas.microsoft.com/office/drawing/2014/main" id="{B263C311-D05F-223B-6257-7E6B40DD1F0A}"/>
              </a:ext>
            </a:extLst>
          </p:cNvPr>
          <p:cNvSpPr txBox="1"/>
          <p:nvPr/>
        </p:nvSpPr>
        <p:spPr>
          <a:xfrm>
            <a:off x="1654578" y="5866313"/>
            <a:ext cx="9461962" cy="646331"/>
          </a:xfrm>
          <a:prstGeom prst="rect">
            <a:avLst/>
          </a:prstGeom>
          <a:noFill/>
          <a:ln w="12700">
            <a:solidFill>
              <a:schemeClr val="tx1"/>
            </a:solidFill>
          </a:ln>
        </p:spPr>
        <p:txBody>
          <a:bodyPr wrap="square">
            <a:spAutoFit/>
          </a:bodyPr>
          <a:lstStyle/>
          <a:p>
            <a:r>
              <a:rPr lang="en-US" dirty="0"/>
              <a:t>Meta prompting isn’t about “AI writes a prompt and we’re done.”</a:t>
            </a:r>
            <a:br>
              <a:rPr lang="en-US" dirty="0"/>
            </a:br>
            <a:r>
              <a:rPr lang="en-US" dirty="0"/>
              <a:t>It’s about </a:t>
            </a:r>
            <a:r>
              <a:rPr lang="en-US" b="1" dirty="0"/>
              <a:t>controlling the prompt-creation process itself</a:t>
            </a:r>
            <a:r>
              <a:rPr lang="en-US" dirty="0"/>
              <a:t>, usually with feedback baked in.</a:t>
            </a:r>
          </a:p>
        </p:txBody>
      </p:sp>
      <p:sp>
        <p:nvSpPr>
          <p:cNvPr id="8" name="AutoShape 2" descr="What is Meta Prompting? | IBM">
            <a:extLst>
              <a:ext uri="{FF2B5EF4-FFF2-40B4-BE49-F238E27FC236}">
                <a16:creationId xmlns:a16="http://schemas.microsoft.com/office/drawing/2014/main" id="{6AC66270-95CF-B35A-228A-2D5A1A39D91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extBox 10">
            <a:extLst>
              <a:ext uri="{FF2B5EF4-FFF2-40B4-BE49-F238E27FC236}">
                <a16:creationId xmlns:a16="http://schemas.microsoft.com/office/drawing/2014/main" id="{A2695132-2F4A-C794-02B4-393A120840C2}"/>
              </a:ext>
            </a:extLst>
          </p:cNvPr>
          <p:cNvSpPr txBox="1"/>
          <p:nvPr/>
        </p:nvSpPr>
        <p:spPr>
          <a:xfrm>
            <a:off x="1291243" y="2263587"/>
            <a:ext cx="6097384" cy="1714380"/>
          </a:xfrm>
          <a:prstGeom prst="rect">
            <a:avLst/>
          </a:prstGeom>
          <a:noFill/>
          <a:ln w="9525">
            <a:solidFill>
              <a:schemeClr val="tx1"/>
            </a:solidFill>
          </a:ln>
        </p:spPr>
        <p:txBody>
          <a:bodyPr wrap="square">
            <a:spAutoFit/>
          </a:bodyPr>
          <a:lstStyle/>
          <a:p>
            <a:pPr>
              <a:lnSpc>
                <a:spcPct val="150000"/>
              </a:lnSpc>
              <a:buNone/>
            </a:pPr>
            <a:r>
              <a:rPr lang="en-US" b="1" dirty="0"/>
              <a:t>What makes a prompt “meta”:</a:t>
            </a:r>
            <a:endParaRPr lang="en-US" dirty="0"/>
          </a:p>
          <a:p>
            <a:pPr>
              <a:lnSpc>
                <a:spcPct val="150000"/>
              </a:lnSpc>
              <a:buFont typeface="Arial" panose="020B0604020202020204" pitchFamily="34" charset="0"/>
              <a:buChar char="•"/>
            </a:pPr>
            <a:r>
              <a:rPr lang="en-US" dirty="0"/>
              <a:t>The AI evaluates or improves a prompt</a:t>
            </a:r>
          </a:p>
          <a:p>
            <a:pPr>
              <a:lnSpc>
                <a:spcPct val="150000"/>
              </a:lnSpc>
              <a:buFont typeface="Arial" panose="020B0604020202020204" pitchFamily="34" charset="0"/>
              <a:buChar char="•"/>
            </a:pPr>
            <a:r>
              <a:rPr lang="en-US" dirty="0"/>
              <a:t>The goal is better instructions, not immediate output</a:t>
            </a:r>
          </a:p>
          <a:p>
            <a:pPr>
              <a:lnSpc>
                <a:spcPct val="150000"/>
              </a:lnSpc>
              <a:buFont typeface="Arial" panose="020B0604020202020204" pitchFamily="34" charset="0"/>
              <a:buChar char="•"/>
            </a:pPr>
            <a:r>
              <a:rPr lang="en-US" dirty="0"/>
              <a:t>The result is reusable across multiple tasks</a:t>
            </a:r>
          </a:p>
        </p:txBody>
      </p:sp>
      <p:sp>
        <p:nvSpPr>
          <p:cNvPr id="12" name="Rectangle: Diagonal Corners Rounded 11">
            <a:extLst>
              <a:ext uri="{FF2B5EF4-FFF2-40B4-BE49-F238E27FC236}">
                <a16:creationId xmlns:a16="http://schemas.microsoft.com/office/drawing/2014/main" id="{1E02FB10-7C0F-A19E-F33C-7878C189E074}"/>
              </a:ext>
            </a:extLst>
          </p:cNvPr>
          <p:cNvSpPr/>
          <p:nvPr/>
        </p:nvSpPr>
        <p:spPr>
          <a:xfrm>
            <a:off x="2261061" y="4464940"/>
            <a:ext cx="3250277" cy="914400"/>
          </a:xfrm>
          <a:prstGeom prst="round2Diag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Normal prompting:</a:t>
            </a:r>
            <a:br>
              <a:rPr lang="en-US" dirty="0">
                <a:solidFill>
                  <a:schemeClr val="tx1"/>
                </a:solidFill>
              </a:rPr>
            </a:br>
            <a:r>
              <a:rPr lang="en-US" dirty="0">
                <a:solidFill>
                  <a:schemeClr val="tx1"/>
                </a:solidFill>
              </a:rPr>
              <a:t>Ask the AI to </a:t>
            </a:r>
            <a:r>
              <a:rPr lang="en-US" i="1" dirty="0">
                <a:solidFill>
                  <a:schemeClr val="tx1"/>
                </a:solidFill>
              </a:rPr>
              <a:t>do the task</a:t>
            </a:r>
            <a:endParaRPr lang="en-US" dirty="0">
              <a:solidFill>
                <a:schemeClr val="tx1"/>
              </a:solidFill>
            </a:endParaRPr>
          </a:p>
        </p:txBody>
      </p:sp>
      <p:sp>
        <p:nvSpPr>
          <p:cNvPr id="13" name="Rectangle: Diagonal Corners Rounded 12">
            <a:extLst>
              <a:ext uri="{FF2B5EF4-FFF2-40B4-BE49-F238E27FC236}">
                <a16:creationId xmlns:a16="http://schemas.microsoft.com/office/drawing/2014/main" id="{623B4388-93DE-7CA3-47DA-AA64E535AFC3}"/>
              </a:ext>
            </a:extLst>
          </p:cNvPr>
          <p:cNvSpPr/>
          <p:nvPr/>
        </p:nvSpPr>
        <p:spPr>
          <a:xfrm>
            <a:off x="7167597" y="4464940"/>
            <a:ext cx="3250277" cy="914400"/>
          </a:xfrm>
          <a:prstGeom prst="round2Diag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Meta prompting:</a:t>
            </a:r>
            <a:br>
              <a:rPr lang="en-US" dirty="0">
                <a:solidFill>
                  <a:schemeClr val="tx1"/>
                </a:solidFill>
              </a:rPr>
            </a:br>
            <a:r>
              <a:rPr lang="en-US" dirty="0">
                <a:solidFill>
                  <a:schemeClr val="tx1"/>
                </a:solidFill>
              </a:rPr>
              <a:t>Ask the AI to </a:t>
            </a:r>
            <a:r>
              <a:rPr lang="en-US" i="1" dirty="0">
                <a:solidFill>
                  <a:schemeClr val="tx1"/>
                </a:solidFill>
              </a:rPr>
              <a:t>design how the task should be asked</a:t>
            </a:r>
            <a:endParaRPr lang="en-US" dirty="0">
              <a:solidFill>
                <a:schemeClr val="tx1"/>
              </a:solidFill>
            </a:endParaRPr>
          </a:p>
        </p:txBody>
      </p:sp>
    </p:spTree>
    <p:extLst>
      <p:ext uri="{BB962C8B-B14F-4D97-AF65-F5344CB8AC3E}">
        <p14:creationId xmlns:p14="http://schemas.microsoft.com/office/powerpoint/2010/main" val="38444917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A949B-4FEB-BB01-419D-B3A4B3BF8C7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20C317-3E0B-A458-C394-36E595D20603}"/>
              </a:ext>
            </a:extLst>
          </p:cNvPr>
          <p:cNvSpPr txBox="1"/>
          <p:nvPr/>
        </p:nvSpPr>
        <p:spPr>
          <a:xfrm>
            <a:off x="1772688" y="77307"/>
            <a:ext cx="6425738" cy="461665"/>
          </a:xfrm>
          <a:prstGeom prst="rect">
            <a:avLst/>
          </a:prstGeom>
          <a:noFill/>
        </p:spPr>
        <p:txBody>
          <a:bodyPr wrap="square" rtlCol="0">
            <a:spAutoFit/>
          </a:bodyPr>
          <a:lstStyle/>
          <a:p>
            <a:r>
              <a:rPr lang="en-US" sz="2400" b="1" u="sng" dirty="0">
                <a:solidFill>
                  <a:schemeClr val="accent3">
                    <a:lumMod val="50000"/>
                  </a:schemeClr>
                </a:solidFill>
              </a:rPr>
              <a:t>Meta Prompting Workflow</a:t>
            </a:r>
          </a:p>
        </p:txBody>
      </p:sp>
      <p:sp>
        <p:nvSpPr>
          <p:cNvPr id="4" name="Rectangle: Rounded Corners 3">
            <a:extLst>
              <a:ext uri="{FF2B5EF4-FFF2-40B4-BE49-F238E27FC236}">
                <a16:creationId xmlns:a16="http://schemas.microsoft.com/office/drawing/2014/main" id="{40984291-B3B7-CCC7-EB52-A6D2FCC59175}"/>
              </a:ext>
            </a:extLst>
          </p:cNvPr>
          <p:cNvSpPr/>
          <p:nvPr/>
        </p:nvSpPr>
        <p:spPr>
          <a:xfrm>
            <a:off x="2065712" y="642605"/>
            <a:ext cx="1712422" cy="1115846"/>
          </a:xfrm>
          <a:prstGeom prst="roundRect">
            <a:avLst/>
          </a:prstGeom>
          <a:solidFill>
            <a:srgbClr val="A6C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Task Identification</a:t>
            </a:r>
          </a:p>
        </p:txBody>
      </p:sp>
      <p:sp>
        <p:nvSpPr>
          <p:cNvPr id="5" name="Flowchart: Decision 4">
            <a:extLst>
              <a:ext uri="{FF2B5EF4-FFF2-40B4-BE49-F238E27FC236}">
                <a16:creationId xmlns:a16="http://schemas.microsoft.com/office/drawing/2014/main" id="{C0D3F2FE-D3AF-44A0-5CC7-63DBCE1E811A}"/>
              </a:ext>
            </a:extLst>
          </p:cNvPr>
          <p:cNvSpPr/>
          <p:nvPr/>
        </p:nvSpPr>
        <p:spPr>
          <a:xfrm>
            <a:off x="1803861" y="2123625"/>
            <a:ext cx="2236124" cy="1559531"/>
          </a:xfrm>
          <a:prstGeom prst="flowChartDecision">
            <a:avLst/>
          </a:prstGeom>
          <a:solidFill>
            <a:srgbClr val="A6C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Determine Task Category</a:t>
            </a:r>
          </a:p>
        </p:txBody>
      </p:sp>
      <p:cxnSp>
        <p:nvCxnSpPr>
          <p:cNvPr id="7" name="Straight Arrow Connector 6">
            <a:extLst>
              <a:ext uri="{FF2B5EF4-FFF2-40B4-BE49-F238E27FC236}">
                <a16:creationId xmlns:a16="http://schemas.microsoft.com/office/drawing/2014/main" id="{33F26F57-9BF0-DA4E-8761-871BF69C7BF1}"/>
              </a:ext>
            </a:extLst>
          </p:cNvPr>
          <p:cNvCxnSpPr>
            <a:stCxn id="4" idx="2"/>
            <a:endCxn id="5" idx="0"/>
          </p:cNvCxnSpPr>
          <p:nvPr/>
        </p:nvCxnSpPr>
        <p:spPr>
          <a:xfrm>
            <a:off x="2921923" y="1758451"/>
            <a:ext cx="0" cy="36517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Rounded Corners 7">
            <a:extLst>
              <a:ext uri="{FF2B5EF4-FFF2-40B4-BE49-F238E27FC236}">
                <a16:creationId xmlns:a16="http://schemas.microsoft.com/office/drawing/2014/main" id="{47D99ADE-D1C1-BFDB-047D-46EBFAC0C9DB}"/>
              </a:ext>
            </a:extLst>
          </p:cNvPr>
          <p:cNvSpPr/>
          <p:nvPr/>
        </p:nvSpPr>
        <p:spPr>
          <a:xfrm>
            <a:off x="4896196" y="1758451"/>
            <a:ext cx="6080760" cy="2286587"/>
          </a:xfrm>
          <a:prstGeom prst="roundRect">
            <a:avLst/>
          </a:prstGeom>
          <a:solidFill>
            <a:srgbClr val="FFF8FB"/>
          </a:solidFill>
          <a:ln>
            <a:solidFill>
              <a:srgbClr val="FFD6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Rounded Corners 8">
            <a:extLst>
              <a:ext uri="{FF2B5EF4-FFF2-40B4-BE49-F238E27FC236}">
                <a16:creationId xmlns:a16="http://schemas.microsoft.com/office/drawing/2014/main" id="{E20886C6-C37C-EF94-B530-FB42B22AB31D}"/>
              </a:ext>
            </a:extLst>
          </p:cNvPr>
          <p:cNvSpPr/>
          <p:nvPr/>
        </p:nvSpPr>
        <p:spPr>
          <a:xfrm>
            <a:off x="5278580" y="2336463"/>
            <a:ext cx="1471353" cy="1309562"/>
          </a:xfrm>
          <a:prstGeom prst="roundRect">
            <a:avLst/>
          </a:prstGeom>
          <a:solidFill>
            <a:srgbClr val="FFAF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Prompt Design Rules</a:t>
            </a:r>
          </a:p>
        </p:txBody>
      </p:sp>
      <p:sp>
        <p:nvSpPr>
          <p:cNvPr id="10" name="Rectangle: Rounded Corners 9">
            <a:extLst>
              <a:ext uri="{FF2B5EF4-FFF2-40B4-BE49-F238E27FC236}">
                <a16:creationId xmlns:a16="http://schemas.microsoft.com/office/drawing/2014/main" id="{F06FC301-3C9B-ED86-CC2D-D511A1D5899E}"/>
              </a:ext>
            </a:extLst>
          </p:cNvPr>
          <p:cNvSpPr/>
          <p:nvPr/>
        </p:nvSpPr>
        <p:spPr>
          <a:xfrm>
            <a:off x="7392091" y="2336463"/>
            <a:ext cx="1471353" cy="1309562"/>
          </a:xfrm>
          <a:prstGeom prst="roundRect">
            <a:avLst/>
          </a:prstGeom>
          <a:solidFill>
            <a:srgbClr val="FFAF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Generate Structured Prompt Template</a:t>
            </a:r>
          </a:p>
        </p:txBody>
      </p:sp>
      <p:sp>
        <p:nvSpPr>
          <p:cNvPr id="12" name="Flowchart: Decision 11">
            <a:extLst>
              <a:ext uri="{FF2B5EF4-FFF2-40B4-BE49-F238E27FC236}">
                <a16:creationId xmlns:a16="http://schemas.microsoft.com/office/drawing/2014/main" id="{2458D899-826E-5C36-9D9A-89141273107F}"/>
              </a:ext>
            </a:extLst>
          </p:cNvPr>
          <p:cNvSpPr/>
          <p:nvPr/>
        </p:nvSpPr>
        <p:spPr>
          <a:xfrm>
            <a:off x="9121832" y="2278566"/>
            <a:ext cx="1855124" cy="1404590"/>
          </a:xfrm>
          <a:prstGeom prst="flowChartDecision">
            <a:avLst/>
          </a:prstGeom>
          <a:solidFill>
            <a:srgbClr val="FFAF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r>
              <a:rPr lang="en-US" sz="1600" dirty="0">
                <a:solidFill>
                  <a:schemeClr val="tx1"/>
                </a:solidFill>
              </a:rPr>
              <a:t>Check Prompt Adequacy</a:t>
            </a:r>
            <a:endParaRPr lang="en-US" dirty="0">
              <a:solidFill>
                <a:schemeClr val="tx1"/>
              </a:solidFill>
            </a:endParaRPr>
          </a:p>
        </p:txBody>
      </p:sp>
      <p:sp>
        <p:nvSpPr>
          <p:cNvPr id="15" name="Rectangle: Rounded Corners 14">
            <a:extLst>
              <a:ext uri="{FF2B5EF4-FFF2-40B4-BE49-F238E27FC236}">
                <a16:creationId xmlns:a16="http://schemas.microsoft.com/office/drawing/2014/main" id="{C399FC14-844B-0E62-FE5C-2F2F5B8191C0}"/>
              </a:ext>
            </a:extLst>
          </p:cNvPr>
          <p:cNvSpPr/>
          <p:nvPr/>
        </p:nvSpPr>
        <p:spPr>
          <a:xfrm>
            <a:off x="4800600" y="4398310"/>
            <a:ext cx="6080760" cy="2286587"/>
          </a:xfrm>
          <a:prstGeom prst="roundRect">
            <a:avLst/>
          </a:prstGeom>
          <a:solidFill>
            <a:srgbClr val="F6FFF8"/>
          </a:solidFill>
          <a:ln>
            <a:solidFill>
              <a:srgbClr val="B6F6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D6B22F87-8686-3A6A-8528-8338795B7AE1}"/>
              </a:ext>
            </a:extLst>
          </p:cNvPr>
          <p:cNvSpPr/>
          <p:nvPr/>
        </p:nvSpPr>
        <p:spPr>
          <a:xfrm>
            <a:off x="5182984" y="4976322"/>
            <a:ext cx="1471353" cy="1309562"/>
          </a:xfrm>
          <a:prstGeom prst="roundRect">
            <a:avLst/>
          </a:prstGeom>
          <a:solidFill>
            <a:srgbClr val="B6F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Apply Structured Prompt to Input</a:t>
            </a:r>
          </a:p>
        </p:txBody>
      </p:sp>
      <p:sp>
        <p:nvSpPr>
          <p:cNvPr id="17" name="Rectangle: Rounded Corners 16">
            <a:extLst>
              <a:ext uri="{FF2B5EF4-FFF2-40B4-BE49-F238E27FC236}">
                <a16:creationId xmlns:a16="http://schemas.microsoft.com/office/drawing/2014/main" id="{6C3708C1-1F56-EFF3-94BE-AC3D803FFBE5}"/>
              </a:ext>
            </a:extLst>
          </p:cNvPr>
          <p:cNvSpPr/>
          <p:nvPr/>
        </p:nvSpPr>
        <p:spPr>
          <a:xfrm>
            <a:off x="7296495" y="4976322"/>
            <a:ext cx="1471353" cy="1309562"/>
          </a:xfrm>
          <a:prstGeom prst="roundRect">
            <a:avLst/>
          </a:prstGeom>
          <a:solidFill>
            <a:srgbClr val="B6F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LLM Executes Task Instructions</a:t>
            </a:r>
          </a:p>
        </p:txBody>
      </p:sp>
      <p:sp>
        <p:nvSpPr>
          <p:cNvPr id="21" name="Oval 20">
            <a:extLst>
              <a:ext uri="{FF2B5EF4-FFF2-40B4-BE49-F238E27FC236}">
                <a16:creationId xmlns:a16="http://schemas.microsoft.com/office/drawing/2014/main" id="{0DD434A9-9C67-A236-9FA5-78C59702A7B0}"/>
              </a:ext>
            </a:extLst>
          </p:cNvPr>
          <p:cNvSpPr/>
          <p:nvPr/>
        </p:nvSpPr>
        <p:spPr>
          <a:xfrm>
            <a:off x="9035934" y="4777326"/>
            <a:ext cx="1753986" cy="1508558"/>
          </a:xfrm>
          <a:prstGeom prst="ellipse">
            <a:avLst/>
          </a:prstGeom>
          <a:solidFill>
            <a:srgbClr val="D4BB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Output (Structured Solution)</a:t>
            </a:r>
          </a:p>
        </p:txBody>
      </p:sp>
      <p:cxnSp>
        <p:nvCxnSpPr>
          <p:cNvPr id="22" name="Straight Arrow Connector 21">
            <a:extLst>
              <a:ext uri="{FF2B5EF4-FFF2-40B4-BE49-F238E27FC236}">
                <a16:creationId xmlns:a16="http://schemas.microsoft.com/office/drawing/2014/main" id="{4708FE22-3CD2-CBE9-7051-F56FA6A27140}"/>
              </a:ext>
            </a:extLst>
          </p:cNvPr>
          <p:cNvCxnSpPr>
            <a:cxnSpLocks/>
            <a:stCxn id="5" idx="3"/>
            <a:endCxn id="8" idx="1"/>
          </p:cNvCxnSpPr>
          <p:nvPr/>
        </p:nvCxnSpPr>
        <p:spPr>
          <a:xfrm flipV="1">
            <a:off x="4039985" y="2901745"/>
            <a:ext cx="856211" cy="164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E8F3D1E4-43F9-43AC-13C1-A621F468F660}"/>
              </a:ext>
            </a:extLst>
          </p:cNvPr>
          <p:cNvCxnSpPr>
            <a:cxnSpLocks/>
            <a:endCxn id="10" idx="1"/>
          </p:cNvCxnSpPr>
          <p:nvPr/>
        </p:nvCxnSpPr>
        <p:spPr>
          <a:xfrm>
            <a:off x="6749933" y="2991244"/>
            <a:ext cx="642158"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5DC711A9-0173-7ECD-9CF4-E45386B5E56B}"/>
              </a:ext>
            </a:extLst>
          </p:cNvPr>
          <p:cNvCxnSpPr>
            <a:cxnSpLocks/>
            <a:endCxn id="12" idx="1"/>
          </p:cNvCxnSpPr>
          <p:nvPr/>
        </p:nvCxnSpPr>
        <p:spPr>
          <a:xfrm>
            <a:off x="8863444" y="2974619"/>
            <a:ext cx="258388" cy="624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3E26E1C3-D5C5-942F-CB8F-756D04408472}"/>
              </a:ext>
            </a:extLst>
          </p:cNvPr>
          <p:cNvCxnSpPr>
            <a:cxnSpLocks/>
          </p:cNvCxnSpPr>
          <p:nvPr/>
        </p:nvCxnSpPr>
        <p:spPr>
          <a:xfrm>
            <a:off x="6654337" y="5601441"/>
            <a:ext cx="642158"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ACC06D4B-8326-9DF7-FAC9-8DEFE1A6E8F3}"/>
              </a:ext>
            </a:extLst>
          </p:cNvPr>
          <p:cNvCxnSpPr>
            <a:cxnSpLocks/>
          </p:cNvCxnSpPr>
          <p:nvPr/>
        </p:nvCxnSpPr>
        <p:spPr>
          <a:xfrm>
            <a:off x="8777546" y="5592212"/>
            <a:ext cx="258388" cy="624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E97C9231-C3E5-6332-9B84-B5BD63A23A16}"/>
              </a:ext>
            </a:extLst>
          </p:cNvPr>
          <p:cNvSpPr txBox="1"/>
          <p:nvPr/>
        </p:nvSpPr>
        <p:spPr>
          <a:xfrm>
            <a:off x="5278580" y="1820850"/>
            <a:ext cx="1886989" cy="369332"/>
          </a:xfrm>
          <a:prstGeom prst="rect">
            <a:avLst/>
          </a:prstGeom>
          <a:noFill/>
        </p:spPr>
        <p:txBody>
          <a:bodyPr wrap="square" rtlCol="0">
            <a:spAutoFit/>
          </a:bodyPr>
          <a:lstStyle/>
          <a:p>
            <a:r>
              <a:rPr lang="en-US" b="1" dirty="0"/>
              <a:t>Prompt Mapping</a:t>
            </a:r>
          </a:p>
        </p:txBody>
      </p:sp>
      <p:sp>
        <p:nvSpPr>
          <p:cNvPr id="38" name="TextBox 37">
            <a:extLst>
              <a:ext uri="{FF2B5EF4-FFF2-40B4-BE49-F238E27FC236}">
                <a16:creationId xmlns:a16="http://schemas.microsoft.com/office/drawing/2014/main" id="{D449A1CC-A8D9-E454-5F2D-1E2CA1CE512D}"/>
              </a:ext>
            </a:extLst>
          </p:cNvPr>
          <p:cNvSpPr txBox="1"/>
          <p:nvPr/>
        </p:nvSpPr>
        <p:spPr>
          <a:xfrm>
            <a:off x="5184023" y="4502650"/>
            <a:ext cx="1886989" cy="369332"/>
          </a:xfrm>
          <a:prstGeom prst="rect">
            <a:avLst/>
          </a:prstGeom>
          <a:noFill/>
        </p:spPr>
        <p:txBody>
          <a:bodyPr wrap="square" rtlCol="0">
            <a:spAutoFit/>
          </a:bodyPr>
          <a:lstStyle/>
          <a:p>
            <a:r>
              <a:rPr lang="en-US" b="1" dirty="0"/>
              <a:t>Execution</a:t>
            </a:r>
          </a:p>
        </p:txBody>
      </p:sp>
      <p:cxnSp>
        <p:nvCxnSpPr>
          <p:cNvPr id="39" name="Straight Arrow Connector 38">
            <a:extLst>
              <a:ext uri="{FF2B5EF4-FFF2-40B4-BE49-F238E27FC236}">
                <a16:creationId xmlns:a16="http://schemas.microsoft.com/office/drawing/2014/main" id="{2AA38746-4A16-7DB7-6103-F1B2A55ACEBD}"/>
              </a:ext>
            </a:extLst>
          </p:cNvPr>
          <p:cNvCxnSpPr>
            <a:cxnSpLocks/>
            <a:stCxn id="8" idx="2"/>
          </p:cNvCxnSpPr>
          <p:nvPr/>
        </p:nvCxnSpPr>
        <p:spPr>
          <a:xfrm>
            <a:off x="7936576" y="4045038"/>
            <a:ext cx="0" cy="3990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F63FEEC6-4EFC-F008-E030-A496C125C821}"/>
              </a:ext>
            </a:extLst>
          </p:cNvPr>
          <p:cNvSpPr txBox="1"/>
          <p:nvPr/>
        </p:nvSpPr>
        <p:spPr>
          <a:xfrm>
            <a:off x="8927869" y="3686560"/>
            <a:ext cx="2144684" cy="369332"/>
          </a:xfrm>
          <a:prstGeom prst="rect">
            <a:avLst/>
          </a:prstGeom>
          <a:noFill/>
        </p:spPr>
        <p:txBody>
          <a:bodyPr wrap="square">
            <a:spAutoFit/>
          </a:bodyPr>
          <a:lstStyle/>
          <a:p>
            <a:r>
              <a:rPr lang="en-US" dirty="0"/>
              <a:t>↺ Revise if unclear </a:t>
            </a:r>
          </a:p>
        </p:txBody>
      </p:sp>
    </p:spTree>
    <p:extLst>
      <p:ext uri="{BB962C8B-B14F-4D97-AF65-F5344CB8AC3E}">
        <p14:creationId xmlns:p14="http://schemas.microsoft.com/office/powerpoint/2010/main" val="400722776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6EB46-07E8-D733-91A8-A1DC8F14486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0D2AB1C-1D1B-AEDD-4ED9-A741DA7FC832}"/>
              </a:ext>
            </a:extLst>
          </p:cNvPr>
          <p:cNvSpPr txBox="1"/>
          <p:nvPr/>
        </p:nvSpPr>
        <p:spPr>
          <a:xfrm>
            <a:off x="1319646" y="401382"/>
            <a:ext cx="2637213" cy="461665"/>
          </a:xfrm>
          <a:prstGeom prst="rect">
            <a:avLst/>
          </a:prstGeom>
          <a:noFill/>
        </p:spPr>
        <p:txBody>
          <a:bodyPr wrap="square">
            <a:spAutoFit/>
          </a:bodyPr>
          <a:lstStyle/>
          <a:p>
            <a:r>
              <a:rPr lang="en-US" sz="2400" b="1" u="sng" dirty="0"/>
              <a:t>Example:</a:t>
            </a:r>
          </a:p>
        </p:txBody>
      </p:sp>
      <p:sp>
        <p:nvSpPr>
          <p:cNvPr id="4" name="Rectangle: Single Corner Rounded 3">
            <a:extLst>
              <a:ext uri="{FF2B5EF4-FFF2-40B4-BE49-F238E27FC236}">
                <a16:creationId xmlns:a16="http://schemas.microsoft.com/office/drawing/2014/main" id="{76B33295-0D4D-BE4C-C517-9FBB18E6C98D}"/>
              </a:ext>
            </a:extLst>
          </p:cNvPr>
          <p:cNvSpPr/>
          <p:nvPr/>
        </p:nvSpPr>
        <p:spPr>
          <a:xfrm>
            <a:off x="1546168" y="1197032"/>
            <a:ext cx="2637213" cy="681644"/>
          </a:xfrm>
          <a:prstGeom prst="round1Rect">
            <a:avLst/>
          </a:prstGeom>
          <a:solidFill>
            <a:srgbClr val="FFDB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Step 1: Start With a Goal (Human Thinking)</a:t>
            </a:r>
            <a:endParaRPr lang="en-US" b="1" dirty="0">
              <a:solidFill>
                <a:schemeClr val="tx1"/>
              </a:solidFill>
            </a:endParaRPr>
          </a:p>
        </p:txBody>
      </p:sp>
      <p:sp>
        <p:nvSpPr>
          <p:cNvPr id="5" name="TextBox 4">
            <a:extLst>
              <a:ext uri="{FF2B5EF4-FFF2-40B4-BE49-F238E27FC236}">
                <a16:creationId xmlns:a16="http://schemas.microsoft.com/office/drawing/2014/main" id="{DAE69CFB-ABB1-398F-B50A-EECC941D6F0E}"/>
              </a:ext>
            </a:extLst>
          </p:cNvPr>
          <p:cNvSpPr txBox="1"/>
          <p:nvPr/>
        </p:nvSpPr>
        <p:spPr>
          <a:xfrm>
            <a:off x="5561213" y="660691"/>
            <a:ext cx="4696691" cy="1754326"/>
          </a:xfrm>
          <a:prstGeom prst="rect">
            <a:avLst/>
          </a:prstGeom>
          <a:noFill/>
          <a:ln w="28575">
            <a:solidFill>
              <a:srgbClr val="FFDBDF"/>
            </a:solidFill>
          </a:ln>
        </p:spPr>
        <p:txBody>
          <a:bodyPr wrap="square" rtlCol="0">
            <a:spAutoFit/>
          </a:bodyPr>
          <a:lstStyle/>
          <a:p>
            <a:r>
              <a:rPr lang="en-US" b="1" dirty="0"/>
              <a:t>Goal:</a:t>
            </a:r>
            <a:br>
              <a:rPr lang="en-US" dirty="0"/>
            </a:br>
            <a:r>
              <a:rPr lang="en-US" dirty="0"/>
              <a:t>Explain AI concepts clearly to beginners, in a way that’s reusable for teaching.</a:t>
            </a:r>
          </a:p>
          <a:p>
            <a:r>
              <a:rPr lang="en-US" dirty="0"/>
              <a:t>At this point, there is </a:t>
            </a:r>
            <a:r>
              <a:rPr lang="en-US" b="1" dirty="0"/>
              <a:t>no prompt yet</a:t>
            </a:r>
            <a:r>
              <a:rPr lang="en-US" dirty="0"/>
              <a:t>.</a:t>
            </a:r>
            <a:br>
              <a:rPr lang="en-US" dirty="0"/>
            </a:br>
            <a:r>
              <a:rPr lang="en-US" dirty="0"/>
              <a:t>Only clarity about </a:t>
            </a:r>
            <a:r>
              <a:rPr lang="en-US" i="1" dirty="0"/>
              <a:t>what good output should feel like</a:t>
            </a:r>
            <a:r>
              <a:rPr lang="en-US" dirty="0"/>
              <a:t>.</a:t>
            </a:r>
          </a:p>
        </p:txBody>
      </p:sp>
      <p:cxnSp>
        <p:nvCxnSpPr>
          <p:cNvPr id="7" name="Straight Arrow Connector 6">
            <a:extLst>
              <a:ext uri="{FF2B5EF4-FFF2-40B4-BE49-F238E27FC236}">
                <a16:creationId xmlns:a16="http://schemas.microsoft.com/office/drawing/2014/main" id="{089F97B9-6DFE-AD36-8A10-6208C9EFD2B2}"/>
              </a:ext>
            </a:extLst>
          </p:cNvPr>
          <p:cNvCxnSpPr>
            <a:stCxn id="4" idx="3"/>
            <a:endCxn id="5" idx="1"/>
          </p:cNvCxnSpPr>
          <p:nvPr/>
        </p:nvCxnSpPr>
        <p:spPr>
          <a:xfrm>
            <a:off x="4183381" y="1537854"/>
            <a:ext cx="137783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Rectangle: Single Corner Rounded 7">
            <a:extLst>
              <a:ext uri="{FF2B5EF4-FFF2-40B4-BE49-F238E27FC236}">
                <a16:creationId xmlns:a16="http://schemas.microsoft.com/office/drawing/2014/main" id="{EB30E23D-FDBC-FFDC-3D77-2F147D2A619A}"/>
              </a:ext>
            </a:extLst>
          </p:cNvPr>
          <p:cNvSpPr/>
          <p:nvPr/>
        </p:nvSpPr>
        <p:spPr>
          <a:xfrm>
            <a:off x="1546166" y="4102161"/>
            <a:ext cx="2637213" cy="681644"/>
          </a:xfrm>
          <a:prstGeom prst="round1Rect">
            <a:avLst/>
          </a:prstGeom>
          <a:solidFill>
            <a:srgbClr val="E0F2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Step 2: Use a Meta Prompt (Design the Prompt)</a:t>
            </a:r>
          </a:p>
        </p:txBody>
      </p:sp>
      <p:sp>
        <p:nvSpPr>
          <p:cNvPr id="9" name="TextBox 8">
            <a:extLst>
              <a:ext uri="{FF2B5EF4-FFF2-40B4-BE49-F238E27FC236}">
                <a16:creationId xmlns:a16="http://schemas.microsoft.com/office/drawing/2014/main" id="{97C2955F-C735-8102-2D32-D271A3DE93B1}"/>
              </a:ext>
            </a:extLst>
          </p:cNvPr>
          <p:cNvSpPr txBox="1"/>
          <p:nvPr/>
        </p:nvSpPr>
        <p:spPr>
          <a:xfrm>
            <a:off x="5561212" y="2873323"/>
            <a:ext cx="4696691" cy="3139321"/>
          </a:xfrm>
          <a:prstGeom prst="rect">
            <a:avLst/>
          </a:prstGeom>
          <a:noFill/>
          <a:ln w="28575">
            <a:solidFill>
              <a:srgbClr val="E0F2F4"/>
            </a:solidFill>
          </a:ln>
        </p:spPr>
        <p:txBody>
          <a:bodyPr wrap="square" rtlCol="0">
            <a:spAutoFit/>
          </a:bodyPr>
          <a:lstStyle/>
          <a:p>
            <a:r>
              <a:rPr lang="en-US" b="1" dirty="0"/>
              <a:t>Meta Prompt:</a:t>
            </a:r>
            <a:endParaRPr lang="en-US" dirty="0"/>
          </a:p>
          <a:p>
            <a:r>
              <a:rPr lang="en-US" dirty="0"/>
              <a:t>Help me design a prompt that explains AI concepts for beginners.</a:t>
            </a:r>
            <a:br>
              <a:rPr lang="en-US" dirty="0"/>
            </a:br>
            <a:r>
              <a:rPr lang="en-US" dirty="0"/>
              <a:t>The explanation should be step-by-step, use simple language,</a:t>
            </a:r>
            <a:br>
              <a:rPr lang="en-US" dirty="0"/>
            </a:br>
            <a:r>
              <a:rPr lang="en-US" dirty="0"/>
              <a:t>include one practical example, and avoid jargon.</a:t>
            </a:r>
          </a:p>
          <a:p>
            <a:r>
              <a:rPr lang="en-US" dirty="0"/>
              <a:t> </a:t>
            </a:r>
            <a:r>
              <a:rPr lang="en-US" b="1" dirty="0"/>
              <a:t>Notice:</a:t>
            </a:r>
            <a:br>
              <a:rPr lang="en-US" dirty="0"/>
            </a:br>
            <a:r>
              <a:rPr lang="en-US" dirty="0"/>
              <a:t>You’re not asking for an explanation.</a:t>
            </a:r>
            <a:br>
              <a:rPr lang="en-US" dirty="0"/>
            </a:br>
            <a:r>
              <a:rPr lang="en-US" dirty="0"/>
              <a:t>You’re asking the AI to </a:t>
            </a:r>
            <a:r>
              <a:rPr lang="en-US" b="1" dirty="0"/>
              <a:t>design instructions</a:t>
            </a:r>
            <a:r>
              <a:rPr lang="en-US" dirty="0"/>
              <a:t>.</a:t>
            </a:r>
          </a:p>
          <a:p>
            <a:endParaRPr lang="en-US" dirty="0"/>
          </a:p>
        </p:txBody>
      </p:sp>
      <p:cxnSp>
        <p:nvCxnSpPr>
          <p:cNvPr id="10" name="Straight Arrow Connector 9">
            <a:extLst>
              <a:ext uri="{FF2B5EF4-FFF2-40B4-BE49-F238E27FC236}">
                <a16:creationId xmlns:a16="http://schemas.microsoft.com/office/drawing/2014/main" id="{0402D75B-8BD8-D29B-6EBD-60F54FB1388C}"/>
              </a:ext>
            </a:extLst>
          </p:cNvPr>
          <p:cNvCxnSpPr>
            <a:stCxn id="8" idx="3"/>
            <a:endCxn id="9" idx="1"/>
          </p:cNvCxnSpPr>
          <p:nvPr/>
        </p:nvCxnSpPr>
        <p:spPr>
          <a:xfrm>
            <a:off x="4183379" y="4442983"/>
            <a:ext cx="1377833"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69929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3F7E-1B4D-3AAE-E80A-2A76E1EFEE6F}"/>
            </a:ext>
          </a:extLst>
        </p:cNvPr>
        <p:cNvGrpSpPr/>
        <p:nvPr/>
      </p:nvGrpSpPr>
      <p:grpSpPr>
        <a:xfrm>
          <a:off x="0" y="0"/>
          <a:ext cx="0" cy="0"/>
          <a:chOff x="0" y="0"/>
          <a:chExt cx="0" cy="0"/>
        </a:xfrm>
      </p:grpSpPr>
      <p:sp>
        <p:nvSpPr>
          <p:cNvPr id="2" name="Rectangle: Single Corner Rounded 1">
            <a:extLst>
              <a:ext uri="{FF2B5EF4-FFF2-40B4-BE49-F238E27FC236}">
                <a16:creationId xmlns:a16="http://schemas.microsoft.com/office/drawing/2014/main" id="{586F2B44-F796-9FED-848E-955C80BB3E20}"/>
              </a:ext>
            </a:extLst>
          </p:cNvPr>
          <p:cNvSpPr/>
          <p:nvPr/>
        </p:nvSpPr>
        <p:spPr>
          <a:xfrm>
            <a:off x="1620982" y="964520"/>
            <a:ext cx="2637213" cy="681644"/>
          </a:xfrm>
          <a:prstGeom prst="round1Rect">
            <a:avLst/>
          </a:prstGeom>
          <a:solidFill>
            <a:srgbClr val="DDDD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Step 3: AI Generates a Structured Prompt</a:t>
            </a:r>
          </a:p>
        </p:txBody>
      </p:sp>
      <p:sp>
        <p:nvSpPr>
          <p:cNvPr id="3" name="TextBox 2">
            <a:extLst>
              <a:ext uri="{FF2B5EF4-FFF2-40B4-BE49-F238E27FC236}">
                <a16:creationId xmlns:a16="http://schemas.microsoft.com/office/drawing/2014/main" id="{78AFC246-3526-59E2-8B81-0F033C6C4B2A}"/>
              </a:ext>
            </a:extLst>
          </p:cNvPr>
          <p:cNvSpPr txBox="1"/>
          <p:nvPr/>
        </p:nvSpPr>
        <p:spPr>
          <a:xfrm>
            <a:off x="5636027" y="289679"/>
            <a:ext cx="4696691" cy="2031325"/>
          </a:xfrm>
          <a:prstGeom prst="rect">
            <a:avLst/>
          </a:prstGeom>
          <a:noFill/>
          <a:ln w="28575">
            <a:solidFill>
              <a:srgbClr val="DDDD7B"/>
            </a:solidFill>
          </a:ln>
        </p:spPr>
        <p:txBody>
          <a:bodyPr wrap="square" rtlCol="0">
            <a:spAutoFit/>
          </a:bodyPr>
          <a:lstStyle/>
          <a:p>
            <a:r>
              <a:rPr lang="en-US" b="1" dirty="0"/>
              <a:t>AI creates a structured prompt like:</a:t>
            </a:r>
            <a:endParaRPr lang="en-US" dirty="0"/>
          </a:p>
          <a:p>
            <a:r>
              <a:rPr lang="en-US" dirty="0"/>
              <a:t>Explain the concept for a beginner audience.</a:t>
            </a:r>
            <a:br>
              <a:rPr lang="en-US" dirty="0"/>
            </a:br>
            <a:r>
              <a:rPr lang="en-US" dirty="0"/>
              <a:t>Break it into simple steps.</a:t>
            </a:r>
            <a:br>
              <a:rPr lang="en-US" dirty="0"/>
            </a:br>
            <a:r>
              <a:rPr lang="en-US" dirty="0"/>
              <a:t>Use clear language and one real-world example.</a:t>
            </a:r>
          </a:p>
          <a:p>
            <a:r>
              <a:rPr lang="en-US" dirty="0"/>
              <a:t>This output is </a:t>
            </a:r>
            <a:r>
              <a:rPr lang="en-US" b="1" dirty="0"/>
              <a:t>not the final answer</a:t>
            </a:r>
            <a:r>
              <a:rPr lang="en-US" dirty="0"/>
              <a:t>.</a:t>
            </a:r>
            <a:br>
              <a:rPr lang="en-US" dirty="0"/>
            </a:br>
            <a:r>
              <a:rPr lang="en-US" dirty="0"/>
              <a:t>It’s a </a:t>
            </a:r>
            <a:r>
              <a:rPr lang="en-US" b="1" dirty="0"/>
              <a:t>reusable prompt template</a:t>
            </a:r>
            <a:r>
              <a:rPr lang="en-US" dirty="0"/>
              <a:t>.</a:t>
            </a:r>
          </a:p>
        </p:txBody>
      </p:sp>
      <p:cxnSp>
        <p:nvCxnSpPr>
          <p:cNvPr id="4" name="Straight Arrow Connector 3">
            <a:extLst>
              <a:ext uri="{FF2B5EF4-FFF2-40B4-BE49-F238E27FC236}">
                <a16:creationId xmlns:a16="http://schemas.microsoft.com/office/drawing/2014/main" id="{15DFE91F-7025-3C37-303E-8B84BB70A904}"/>
              </a:ext>
            </a:extLst>
          </p:cNvPr>
          <p:cNvCxnSpPr>
            <a:stCxn id="2" idx="3"/>
            <a:endCxn id="3" idx="1"/>
          </p:cNvCxnSpPr>
          <p:nvPr/>
        </p:nvCxnSpPr>
        <p:spPr>
          <a:xfrm>
            <a:off x="4258195" y="1305342"/>
            <a:ext cx="137783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Rectangle: Single Corner Rounded 6">
            <a:extLst>
              <a:ext uri="{FF2B5EF4-FFF2-40B4-BE49-F238E27FC236}">
                <a16:creationId xmlns:a16="http://schemas.microsoft.com/office/drawing/2014/main" id="{051B6D16-094C-F105-CBDA-46A4F3563348}"/>
              </a:ext>
            </a:extLst>
          </p:cNvPr>
          <p:cNvSpPr/>
          <p:nvPr/>
        </p:nvSpPr>
        <p:spPr>
          <a:xfrm>
            <a:off x="1620982" y="2903514"/>
            <a:ext cx="2637213" cy="681644"/>
          </a:xfrm>
          <a:prstGeom prst="round1Rect">
            <a:avLst/>
          </a:prstGeom>
          <a:solidFill>
            <a:srgbClr val="BAD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Step 4: Execute the Generated Prompt</a:t>
            </a:r>
          </a:p>
        </p:txBody>
      </p:sp>
      <p:sp>
        <p:nvSpPr>
          <p:cNvPr id="8" name="TextBox 7">
            <a:extLst>
              <a:ext uri="{FF2B5EF4-FFF2-40B4-BE49-F238E27FC236}">
                <a16:creationId xmlns:a16="http://schemas.microsoft.com/office/drawing/2014/main" id="{EBC220F4-4E5B-002F-90BC-C2A11EBE869D}"/>
              </a:ext>
            </a:extLst>
          </p:cNvPr>
          <p:cNvSpPr txBox="1"/>
          <p:nvPr/>
        </p:nvSpPr>
        <p:spPr>
          <a:xfrm>
            <a:off x="5636027" y="2505672"/>
            <a:ext cx="4696691" cy="1477328"/>
          </a:xfrm>
          <a:prstGeom prst="rect">
            <a:avLst/>
          </a:prstGeom>
          <a:noFill/>
          <a:ln w="28575">
            <a:solidFill>
              <a:srgbClr val="BAD6DA"/>
            </a:solidFill>
          </a:ln>
        </p:spPr>
        <p:txBody>
          <a:bodyPr wrap="square" rtlCol="0">
            <a:spAutoFit/>
          </a:bodyPr>
          <a:lstStyle/>
          <a:p>
            <a:r>
              <a:rPr lang="en-US" dirty="0"/>
              <a:t>Now you use the designed prompt:</a:t>
            </a:r>
          </a:p>
          <a:p>
            <a:r>
              <a:rPr lang="en-US" dirty="0"/>
              <a:t>“Explain prompt chaining for beginners.”</a:t>
            </a:r>
            <a:br>
              <a:rPr lang="en-US" dirty="0"/>
            </a:br>
            <a:r>
              <a:rPr lang="en-US" dirty="0"/>
              <a:t>Break it into steps.</a:t>
            </a:r>
            <a:br>
              <a:rPr lang="en-US" dirty="0"/>
            </a:br>
            <a:r>
              <a:rPr lang="en-US" dirty="0"/>
              <a:t>Use simple language and one real-world example.</a:t>
            </a:r>
          </a:p>
        </p:txBody>
      </p:sp>
      <p:cxnSp>
        <p:nvCxnSpPr>
          <p:cNvPr id="9" name="Straight Arrow Connector 8">
            <a:extLst>
              <a:ext uri="{FF2B5EF4-FFF2-40B4-BE49-F238E27FC236}">
                <a16:creationId xmlns:a16="http://schemas.microsoft.com/office/drawing/2014/main" id="{EF0AB0BE-2EB0-E52A-6AD5-E1A17B172B9D}"/>
              </a:ext>
            </a:extLst>
          </p:cNvPr>
          <p:cNvCxnSpPr>
            <a:stCxn id="7" idx="3"/>
            <a:endCxn id="8" idx="1"/>
          </p:cNvCxnSpPr>
          <p:nvPr/>
        </p:nvCxnSpPr>
        <p:spPr>
          <a:xfrm>
            <a:off x="4258195" y="3244336"/>
            <a:ext cx="137783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Rectangle: Single Corner Rounded 10">
            <a:extLst>
              <a:ext uri="{FF2B5EF4-FFF2-40B4-BE49-F238E27FC236}">
                <a16:creationId xmlns:a16="http://schemas.microsoft.com/office/drawing/2014/main" id="{1060884C-8565-35DC-040E-4E720AC12BE0}"/>
              </a:ext>
            </a:extLst>
          </p:cNvPr>
          <p:cNvSpPr/>
          <p:nvPr/>
        </p:nvSpPr>
        <p:spPr>
          <a:xfrm>
            <a:off x="1620982" y="4796338"/>
            <a:ext cx="2637213" cy="681644"/>
          </a:xfrm>
          <a:prstGeom prst="round1Rect">
            <a:avLst/>
          </a:prstGeom>
          <a:solidFill>
            <a:srgbClr val="FFE7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Step 5: Get a High-Quality Output</a:t>
            </a:r>
          </a:p>
        </p:txBody>
      </p:sp>
      <p:sp>
        <p:nvSpPr>
          <p:cNvPr id="12" name="TextBox 11">
            <a:extLst>
              <a:ext uri="{FF2B5EF4-FFF2-40B4-BE49-F238E27FC236}">
                <a16:creationId xmlns:a16="http://schemas.microsoft.com/office/drawing/2014/main" id="{8231F9E9-50E2-AE33-A506-6880F41280C0}"/>
              </a:ext>
            </a:extLst>
          </p:cNvPr>
          <p:cNvSpPr txBox="1"/>
          <p:nvPr/>
        </p:nvSpPr>
        <p:spPr>
          <a:xfrm>
            <a:off x="5636027" y="4259997"/>
            <a:ext cx="4696691" cy="1754326"/>
          </a:xfrm>
          <a:prstGeom prst="rect">
            <a:avLst/>
          </a:prstGeom>
          <a:noFill/>
          <a:ln w="28575">
            <a:solidFill>
              <a:srgbClr val="FFE797"/>
            </a:solidFill>
          </a:ln>
        </p:spPr>
        <p:txBody>
          <a:bodyPr wrap="square" rtlCol="0">
            <a:spAutoFit/>
          </a:bodyPr>
          <a:lstStyle/>
          <a:p>
            <a:r>
              <a:rPr lang="en-US" b="1" dirty="0"/>
              <a:t>Resulting AI response:</a:t>
            </a:r>
            <a:endParaRPr lang="en-US" dirty="0"/>
          </a:p>
          <a:p>
            <a:r>
              <a:rPr lang="en-US" dirty="0"/>
              <a:t>Clear definition</a:t>
            </a:r>
          </a:p>
          <a:p>
            <a:r>
              <a:rPr lang="en-US" dirty="0"/>
              <a:t>Logical step-by-step flow</a:t>
            </a:r>
          </a:p>
          <a:p>
            <a:r>
              <a:rPr lang="en-US" dirty="0"/>
              <a:t>Practical example</a:t>
            </a:r>
          </a:p>
          <a:p>
            <a:r>
              <a:rPr lang="en-US" dirty="0"/>
              <a:t>Consistent teaching style</a:t>
            </a:r>
          </a:p>
          <a:p>
            <a:r>
              <a:rPr lang="en-US" dirty="0"/>
              <a:t>Same quality every time, even for new topics.</a:t>
            </a:r>
          </a:p>
        </p:txBody>
      </p:sp>
      <p:cxnSp>
        <p:nvCxnSpPr>
          <p:cNvPr id="13" name="Straight Arrow Connector 12">
            <a:extLst>
              <a:ext uri="{FF2B5EF4-FFF2-40B4-BE49-F238E27FC236}">
                <a16:creationId xmlns:a16="http://schemas.microsoft.com/office/drawing/2014/main" id="{F04825A1-7B8A-1DA6-2A10-4974C82F81AE}"/>
              </a:ext>
            </a:extLst>
          </p:cNvPr>
          <p:cNvCxnSpPr>
            <a:stCxn id="11" idx="3"/>
            <a:endCxn id="12" idx="1"/>
          </p:cNvCxnSpPr>
          <p:nvPr/>
        </p:nvCxnSpPr>
        <p:spPr>
          <a:xfrm>
            <a:off x="4258195" y="5137160"/>
            <a:ext cx="137783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44DA2EA6-2829-8C4E-3AB7-652E6196B3A3}"/>
              </a:ext>
            </a:extLst>
          </p:cNvPr>
          <p:cNvSpPr txBox="1"/>
          <p:nvPr/>
        </p:nvSpPr>
        <p:spPr>
          <a:xfrm>
            <a:off x="847899" y="6262810"/>
            <a:ext cx="10798232" cy="369332"/>
          </a:xfrm>
          <a:prstGeom prst="rect">
            <a:avLst/>
          </a:prstGeom>
          <a:noFill/>
          <a:ln w="19050">
            <a:solidFill>
              <a:schemeClr val="tx1"/>
            </a:solidFill>
          </a:ln>
        </p:spPr>
        <p:txBody>
          <a:bodyPr wrap="square">
            <a:spAutoFit/>
          </a:bodyPr>
          <a:lstStyle/>
          <a:p>
            <a:r>
              <a:rPr lang="en-US" b="1" dirty="0"/>
              <a:t>Meta prompting doesn’t improve one answer. It improves how answers are generated  permanently.</a:t>
            </a:r>
          </a:p>
        </p:txBody>
      </p:sp>
    </p:spTree>
    <p:extLst>
      <p:ext uri="{BB962C8B-B14F-4D97-AF65-F5344CB8AC3E}">
        <p14:creationId xmlns:p14="http://schemas.microsoft.com/office/powerpoint/2010/main" val="834688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7C3A2-6774-75B5-A178-E6F8ED7E3C5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8561614-86D1-C5F9-564D-52E070D5FBF9}"/>
              </a:ext>
            </a:extLst>
          </p:cNvPr>
          <p:cNvSpPr txBox="1"/>
          <p:nvPr/>
        </p:nvSpPr>
        <p:spPr>
          <a:xfrm>
            <a:off x="809204" y="1232717"/>
            <a:ext cx="9343702" cy="1754326"/>
          </a:xfrm>
          <a:prstGeom prst="rect">
            <a:avLst/>
          </a:prstGeom>
          <a:noFill/>
        </p:spPr>
        <p:txBody>
          <a:bodyPr wrap="square" rtlCol="0">
            <a:spAutoFit/>
          </a:bodyPr>
          <a:lstStyle/>
          <a:p>
            <a:pPr algn="ctr"/>
            <a:r>
              <a:rPr lang="en-US" sz="5400" b="1" u="sng" dirty="0">
                <a:solidFill>
                  <a:srgbClr val="FF0000"/>
                </a:solidFill>
              </a:rPr>
              <a:t>Prompting Real World Applications </a:t>
            </a:r>
          </a:p>
        </p:txBody>
      </p:sp>
      <p:sp>
        <p:nvSpPr>
          <p:cNvPr id="4" name="TextBox 3">
            <a:extLst>
              <a:ext uri="{FF2B5EF4-FFF2-40B4-BE49-F238E27FC236}">
                <a16:creationId xmlns:a16="http://schemas.microsoft.com/office/drawing/2014/main" id="{0BF9C6E9-E824-0798-6724-9F0061178018}"/>
              </a:ext>
            </a:extLst>
          </p:cNvPr>
          <p:cNvSpPr txBox="1"/>
          <p:nvPr/>
        </p:nvSpPr>
        <p:spPr>
          <a:xfrm>
            <a:off x="4293500" y="3092239"/>
            <a:ext cx="6097348" cy="2308324"/>
          </a:xfrm>
          <a:prstGeom prst="rect">
            <a:avLst/>
          </a:prstGeom>
          <a:noFill/>
        </p:spPr>
        <p:txBody>
          <a:bodyPr wrap="square">
            <a:spAutoFit/>
          </a:bodyPr>
          <a:lstStyle/>
          <a:p>
            <a:pPr marL="457200" indent="-457200">
              <a:buFont typeface="+mj-lt"/>
              <a:buAutoNum type="arabicPeriod"/>
            </a:pPr>
            <a:r>
              <a:rPr lang="en-IN" sz="2400" b="1" dirty="0">
                <a:solidFill>
                  <a:schemeClr val="accent1">
                    <a:lumMod val="75000"/>
                  </a:schemeClr>
                </a:solidFill>
              </a:rPr>
              <a:t>Coding &amp; Technical Help</a:t>
            </a:r>
            <a:endParaRPr lang="en-US" sz="2400" b="1" dirty="0">
              <a:solidFill>
                <a:schemeClr val="accent1">
                  <a:lumMod val="75000"/>
                </a:schemeClr>
              </a:solidFill>
            </a:endParaRPr>
          </a:p>
          <a:p>
            <a:pPr marL="457200" indent="-457200">
              <a:buFont typeface="+mj-lt"/>
              <a:buAutoNum type="arabicPeriod"/>
            </a:pPr>
            <a:r>
              <a:rPr lang="en-IN" sz="2400" b="1" dirty="0">
                <a:solidFill>
                  <a:schemeClr val="accent1">
                    <a:lumMod val="75000"/>
                  </a:schemeClr>
                </a:solidFill>
              </a:rPr>
              <a:t>Learning &amp; Research</a:t>
            </a:r>
          </a:p>
          <a:p>
            <a:pPr marL="457200" indent="-457200">
              <a:buFont typeface="+mj-lt"/>
              <a:buAutoNum type="arabicPeriod"/>
            </a:pPr>
            <a:r>
              <a:rPr lang="en-IN" sz="2400" b="1" dirty="0">
                <a:solidFill>
                  <a:schemeClr val="accent1">
                    <a:lumMod val="75000"/>
                  </a:schemeClr>
                </a:solidFill>
              </a:rPr>
              <a:t>Business &amp; Strategy</a:t>
            </a:r>
          </a:p>
          <a:p>
            <a:pPr marL="457200" indent="-457200">
              <a:buFont typeface="+mj-lt"/>
              <a:buAutoNum type="arabicPeriod"/>
            </a:pPr>
            <a:r>
              <a:rPr lang="en-IN" sz="2400" b="1" dirty="0">
                <a:solidFill>
                  <a:schemeClr val="accent1">
                    <a:lumMod val="75000"/>
                  </a:schemeClr>
                </a:solidFill>
              </a:rPr>
              <a:t>Multimodal &amp; Cross-Language Use</a:t>
            </a:r>
          </a:p>
          <a:p>
            <a:pPr marL="457200" indent="-457200">
              <a:buFont typeface="+mj-lt"/>
              <a:buAutoNum type="arabicPeriod"/>
            </a:pPr>
            <a:r>
              <a:rPr lang="en-IN" sz="2400" b="1" dirty="0">
                <a:solidFill>
                  <a:schemeClr val="accent1">
                    <a:lumMod val="75000"/>
                  </a:schemeClr>
                </a:solidFill>
              </a:rPr>
              <a:t>Writing &amp; Content Creation</a:t>
            </a:r>
          </a:p>
          <a:p>
            <a:pPr marL="457200" indent="-457200">
              <a:buFont typeface="+mj-lt"/>
              <a:buAutoNum type="arabicPeriod"/>
            </a:pPr>
            <a:endParaRPr lang="en-IN" sz="2400" b="1" dirty="0">
              <a:solidFill>
                <a:schemeClr val="accent1">
                  <a:lumMod val="75000"/>
                </a:schemeClr>
              </a:solidFill>
            </a:endParaRPr>
          </a:p>
        </p:txBody>
      </p:sp>
    </p:spTree>
    <p:extLst>
      <p:ext uri="{BB962C8B-B14F-4D97-AF65-F5344CB8AC3E}">
        <p14:creationId xmlns:p14="http://schemas.microsoft.com/office/powerpoint/2010/main" val="20110759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FADA268-1AD4-E067-BDAD-B2CF15C68E54}"/>
              </a:ext>
            </a:extLst>
          </p:cNvPr>
          <p:cNvSpPr/>
          <p:nvPr/>
        </p:nvSpPr>
        <p:spPr>
          <a:xfrm>
            <a:off x="0" y="235813"/>
            <a:ext cx="12192000" cy="664028"/>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latin typeface="+mj-lt"/>
              </a:rPr>
              <a:t> Coding &amp; Technical Help</a:t>
            </a:r>
            <a:endParaRPr lang="en-IN" sz="3600" b="1" dirty="0">
              <a:latin typeface="+mj-lt"/>
            </a:endParaRPr>
          </a:p>
        </p:txBody>
      </p:sp>
      <p:sp>
        <p:nvSpPr>
          <p:cNvPr id="3" name="TextBox 2">
            <a:extLst>
              <a:ext uri="{FF2B5EF4-FFF2-40B4-BE49-F238E27FC236}">
                <a16:creationId xmlns:a16="http://schemas.microsoft.com/office/drawing/2014/main" id="{C1AEBDF0-5233-25A4-DF76-864B3B077E69}"/>
              </a:ext>
            </a:extLst>
          </p:cNvPr>
          <p:cNvSpPr txBox="1"/>
          <p:nvPr/>
        </p:nvSpPr>
        <p:spPr>
          <a:xfrm>
            <a:off x="1563624" y="1402927"/>
            <a:ext cx="8531352" cy="461665"/>
          </a:xfrm>
          <a:prstGeom prst="rect">
            <a:avLst/>
          </a:prstGeom>
          <a:noFill/>
        </p:spPr>
        <p:txBody>
          <a:bodyPr wrap="square">
            <a:spAutoFit/>
          </a:bodyPr>
          <a:lstStyle/>
          <a:p>
            <a:pPr>
              <a:buNone/>
            </a:pPr>
            <a:r>
              <a:rPr lang="en-US" sz="2400" b="1" dirty="0"/>
              <a:t>Using AI as a technical helper (even for non-programmers)</a:t>
            </a:r>
          </a:p>
        </p:txBody>
      </p:sp>
      <p:sp>
        <p:nvSpPr>
          <p:cNvPr id="7" name="TextBox 6">
            <a:extLst>
              <a:ext uri="{FF2B5EF4-FFF2-40B4-BE49-F238E27FC236}">
                <a16:creationId xmlns:a16="http://schemas.microsoft.com/office/drawing/2014/main" id="{119E0706-B0E8-200B-BEB1-04EC48873ABC}"/>
              </a:ext>
            </a:extLst>
          </p:cNvPr>
          <p:cNvSpPr txBox="1"/>
          <p:nvPr/>
        </p:nvSpPr>
        <p:spPr>
          <a:xfrm>
            <a:off x="1635034" y="2506725"/>
            <a:ext cx="8459942" cy="2554545"/>
          </a:xfrm>
          <a:prstGeom prst="rect">
            <a:avLst/>
          </a:prstGeom>
          <a:noFill/>
        </p:spPr>
        <p:txBody>
          <a:bodyPr wrap="square">
            <a:spAutoFit/>
          </a:bodyPr>
          <a:lstStyle/>
          <a:p>
            <a:pPr marL="342900" indent="-342900">
              <a:buFont typeface="Arial" panose="020B0604020202020204" pitchFamily="34" charset="0"/>
              <a:buChar char="•"/>
            </a:pPr>
            <a:r>
              <a:rPr lang="en-US" sz="2000" dirty="0"/>
              <a:t>AI can help with technical tasks, even if you’re not a programmer</a:t>
            </a:r>
          </a:p>
          <a:p>
            <a:endParaRPr lang="en-US" sz="2000" dirty="0"/>
          </a:p>
          <a:p>
            <a:pPr marL="342900" indent="-342900">
              <a:buFont typeface="Arial" panose="020B0604020202020204" pitchFamily="34" charset="0"/>
              <a:buChar char="•"/>
            </a:pPr>
            <a:r>
              <a:rPr lang="en-US" sz="2000" dirty="0"/>
              <a:t>People usually make one of two mistakes:</a:t>
            </a:r>
          </a:p>
          <a:p>
            <a:pPr marL="800100" lvl="1" indent="-342900">
              <a:buFont typeface="Arial" panose="020B0604020202020204" pitchFamily="34" charset="0"/>
              <a:buChar char="•"/>
            </a:pPr>
            <a:r>
              <a:rPr lang="en-US" sz="2000" dirty="0"/>
              <a:t>Expect AI to magically fix everything</a:t>
            </a:r>
          </a:p>
          <a:p>
            <a:pPr marL="800100" lvl="1" indent="-342900">
              <a:buFont typeface="Arial" panose="020B0604020202020204" pitchFamily="34" charset="0"/>
              <a:buChar char="•"/>
            </a:pPr>
            <a:r>
              <a:rPr lang="en-US" sz="2000" dirty="0"/>
              <a:t>Avoid AI because coding feels “too technical”</a:t>
            </a:r>
          </a:p>
          <a:p>
            <a:pPr lvl="1"/>
            <a:endParaRPr lang="en-US" sz="2000" dirty="0"/>
          </a:p>
          <a:p>
            <a:pPr marL="342900" indent="-342900">
              <a:buFont typeface="Arial" panose="020B0604020202020204" pitchFamily="34" charset="0"/>
              <a:buChar char="•"/>
            </a:pPr>
            <a:r>
              <a:rPr lang="en-US" sz="2000" dirty="0"/>
              <a:t>This section shows how to use AI </a:t>
            </a:r>
            <a:r>
              <a:rPr lang="en-US" sz="2000" b="1" dirty="0"/>
              <a:t>safely and effectively</a:t>
            </a:r>
            <a:r>
              <a:rPr lang="en-US" sz="2000" dirty="0"/>
              <a:t> for technical help</a:t>
            </a:r>
          </a:p>
        </p:txBody>
      </p:sp>
      <p:sp>
        <p:nvSpPr>
          <p:cNvPr id="9" name="TextBox 8">
            <a:extLst>
              <a:ext uri="{FF2B5EF4-FFF2-40B4-BE49-F238E27FC236}">
                <a16:creationId xmlns:a16="http://schemas.microsoft.com/office/drawing/2014/main" id="{F6C15C93-307D-BFF9-60F4-504907C31C1F}"/>
              </a:ext>
            </a:extLst>
          </p:cNvPr>
          <p:cNvSpPr txBox="1"/>
          <p:nvPr/>
        </p:nvSpPr>
        <p:spPr>
          <a:xfrm>
            <a:off x="2960914" y="5457182"/>
            <a:ext cx="6612854" cy="461665"/>
          </a:xfrm>
          <a:prstGeom prst="rect">
            <a:avLst/>
          </a:prstGeom>
          <a:noFill/>
        </p:spPr>
        <p:txBody>
          <a:bodyPr wrap="square">
            <a:spAutoFit/>
          </a:bodyPr>
          <a:lstStyle/>
          <a:p>
            <a:pPr algn="ctr">
              <a:buNone/>
            </a:pPr>
            <a:r>
              <a:rPr lang="en-US" sz="2400" b="1" dirty="0">
                <a:solidFill>
                  <a:srgbClr val="38BDF8"/>
                </a:solidFill>
              </a:rPr>
              <a:t>AI is a helper — not a magic solver</a:t>
            </a:r>
            <a:endParaRPr lang="en-US" sz="2400" dirty="0">
              <a:solidFill>
                <a:srgbClr val="38BDF8"/>
              </a:solidFill>
            </a:endParaRPr>
          </a:p>
        </p:txBody>
      </p:sp>
      <p:pic>
        <p:nvPicPr>
          <p:cNvPr id="12" name="Graphic 11" descr="Laptop with solid fill">
            <a:extLst>
              <a:ext uri="{FF2B5EF4-FFF2-40B4-BE49-F238E27FC236}">
                <a16:creationId xmlns:a16="http://schemas.microsoft.com/office/drawing/2014/main" id="{7D24164C-1D25-F083-F1F7-5D431991952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84761" y="2990331"/>
            <a:ext cx="1216152" cy="1005840"/>
          </a:xfrm>
          <a:prstGeom prst="rect">
            <a:avLst/>
          </a:prstGeom>
        </p:spPr>
      </p:pic>
    </p:spTree>
    <p:extLst>
      <p:ext uri="{BB962C8B-B14F-4D97-AF65-F5344CB8AC3E}">
        <p14:creationId xmlns:p14="http://schemas.microsoft.com/office/powerpoint/2010/main" val="13862292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A39539C-5AD4-D377-FBF3-09AB1B79D2FC}"/>
              </a:ext>
            </a:extLst>
          </p:cNvPr>
          <p:cNvSpPr/>
          <p:nvPr/>
        </p:nvSpPr>
        <p:spPr>
          <a:xfrm>
            <a:off x="178025" y="262369"/>
            <a:ext cx="6967242" cy="61235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u="sng" dirty="0">
                <a:solidFill>
                  <a:schemeClr val="tx1"/>
                </a:solidFill>
                <a:latin typeface="+mj-lt"/>
              </a:rPr>
              <a:t>How to Use AI Effectively for Technical Help</a:t>
            </a:r>
          </a:p>
        </p:txBody>
      </p:sp>
      <p:sp>
        <p:nvSpPr>
          <p:cNvPr id="9" name="TextBox 8">
            <a:extLst>
              <a:ext uri="{FF2B5EF4-FFF2-40B4-BE49-F238E27FC236}">
                <a16:creationId xmlns:a16="http://schemas.microsoft.com/office/drawing/2014/main" id="{9A6D2576-94FA-80DC-8B11-E1F348150611}"/>
              </a:ext>
            </a:extLst>
          </p:cNvPr>
          <p:cNvSpPr txBox="1"/>
          <p:nvPr/>
        </p:nvSpPr>
        <p:spPr>
          <a:xfrm>
            <a:off x="1089934" y="5827080"/>
            <a:ext cx="9390006" cy="707886"/>
          </a:xfrm>
          <a:prstGeom prst="rect">
            <a:avLst/>
          </a:prstGeom>
          <a:noFill/>
        </p:spPr>
        <p:txBody>
          <a:bodyPr wrap="square" rtlCol="0">
            <a:spAutoFit/>
          </a:bodyPr>
          <a:lstStyle/>
          <a:p>
            <a:pPr algn="ctr"/>
            <a:r>
              <a:rPr lang="en-US" sz="2000" b="1" dirty="0">
                <a:solidFill>
                  <a:srgbClr val="38BDF8"/>
                </a:solidFill>
                <a:latin typeface="+mj-lt"/>
              </a:rPr>
              <a:t>Always ask:</a:t>
            </a:r>
            <a:br>
              <a:rPr lang="en-US" sz="2000" b="1" dirty="0">
                <a:solidFill>
                  <a:srgbClr val="38BDF8"/>
                </a:solidFill>
                <a:latin typeface="+mj-lt"/>
              </a:rPr>
            </a:br>
            <a:r>
              <a:rPr lang="en-US" sz="2000" b="1" dirty="0">
                <a:solidFill>
                  <a:srgbClr val="38BDF8"/>
                </a:solidFill>
                <a:latin typeface="+mj-lt"/>
              </a:rPr>
              <a:t>“Explain this code before I use it.”</a:t>
            </a:r>
          </a:p>
        </p:txBody>
      </p:sp>
      <p:graphicFrame>
        <p:nvGraphicFramePr>
          <p:cNvPr id="12" name="Diagram 11">
            <a:extLst>
              <a:ext uri="{FF2B5EF4-FFF2-40B4-BE49-F238E27FC236}">
                <a16:creationId xmlns:a16="http://schemas.microsoft.com/office/drawing/2014/main" id="{AD3EE1D6-E081-CEC4-06BE-975EC78E5DFA}"/>
              </a:ext>
            </a:extLst>
          </p:cNvPr>
          <p:cNvGraphicFramePr/>
          <p:nvPr>
            <p:extLst>
              <p:ext uri="{D42A27DB-BD31-4B8C-83A1-F6EECF244321}">
                <p14:modId xmlns:p14="http://schemas.microsoft.com/office/powerpoint/2010/main" val="492936523"/>
              </p:ext>
            </p:extLst>
          </p:nvPr>
        </p:nvGraphicFramePr>
        <p:xfrm>
          <a:off x="1033290" y="1088475"/>
          <a:ext cx="9801945" cy="45248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2212120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33E415E-FE6D-89CA-ECA0-E70D51F23C30}"/>
              </a:ext>
            </a:extLst>
          </p:cNvPr>
          <p:cNvSpPr txBox="1"/>
          <p:nvPr/>
        </p:nvSpPr>
        <p:spPr>
          <a:xfrm>
            <a:off x="746069" y="442303"/>
            <a:ext cx="6097384" cy="461665"/>
          </a:xfrm>
          <a:prstGeom prst="rect">
            <a:avLst/>
          </a:prstGeom>
          <a:noFill/>
        </p:spPr>
        <p:txBody>
          <a:bodyPr wrap="square">
            <a:spAutoFit/>
          </a:bodyPr>
          <a:lstStyle/>
          <a:p>
            <a:pPr>
              <a:buNone/>
            </a:pPr>
            <a:r>
              <a:rPr lang="en-US" sz="2400" b="1" u="sng" dirty="0">
                <a:solidFill>
                  <a:schemeClr val="accent1">
                    <a:lumMod val="50000"/>
                  </a:schemeClr>
                </a:solidFill>
              </a:rPr>
              <a:t>Example: Using AI for Technical Help</a:t>
            </a:r>
          </a:p>
        </p:txBody>
      </p:sp>
      <p:sp>
        <p:nvSpPr>
          <p:cNvPr id="6" name="Rectangle: Rounded Corners 5">
            <a:extLst>
              <a:ext uri="{FF2B5EF4-FFF2-40B4-BE49-F238E27FC236}">
                <a16:creationId xmlns:a16="http://schemas.microsoft.com/office/drawing/2014/main" id="{7D9B030A-A5BB-F1EA-A246-90B43A3DA34D}"/>
              </a:ext>
            </a:extLst>
          </p:cNvPr>
          <p:cNvSpPr/>
          <p:nvPr/>
        </p:nvSpPr>
        <p:spPr>
          <a:xfrm>
            <a:off x="3332017" y="1460263"/>
            <a:ext cx="5527965" cy="92271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Scenario</a:t>
            </a:r>
          </a:p>
          <a:p>
            <a:pPr algn="ctr"/>
            <a:r>
              <a:rPr lang="en-US" dirty="0"/>
              <a:t>You are creating a </a:t>
            </a:r>
            <a:r>
              <a:rPr lang="en-US" b="1" dirty="0"/>
              <a:t>simple website contact form</a:t>
            </a:r>
            <a:r>
              <a:rPr lang="en-US" dirty="0"/>
              <a:t> using HTML &amp; CSS, but you are new to coding.</a:t>
            </a:r>
          </a:p>
        </p:txBody>
      </p:sp>
      <p:sp>
        <p:nvSpPr>
          <p:cNvPr id="7" name="Rectangle: Diagonal Corners Rounded 6">
            <a:extLst>
              <a:ext uri="{FF2B5EF4-FFF2-40B4-BE49-F238E27FC236}">
                <a16:creationId xmlns:a16="http://schemas.microsoft.com/office/drawing/2014/main" id="{4616BFD1-AA75-1017-6227-D1546F2FED50}"/>
              </a:ext>
            </a:extLst>
          </p:cNvPr>
          <p:cNvSpPr/>
          <p:nvPr/>
        </p:nvSpPr>
        <p:spPr>
          <a:xfrm>
            <a:off x="907474" y="2939272"/>
            <a:ext cx="2601883" cy="556953"/>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-1  </a:t>
            </a:r>
          </a:p>
          <a:p>
            <a:pPr algn="ctr"/>
            <a:r>
              <a:rPr lang="en-US" dirty="0"/>
              <a:t>Understanding Code</a:t>
            </a:r>
          </a:p>
        </p:txBody>
      </p:sp>
      <p:sp>
        <p:nvSpPr>
          <p:cNvPr id="9" name="TextBox 8">
            <a:extLst>
              <a:ext uri="{FF2B5EF4-FFF2-40B4-BE49-F238E27FC236}">
                <a16:creationId xmlns:a16="http://schemas.microsoft.com/office/drawing/2014/main" id="{B3F27F85-7932-C684-A02D-FB116E3E03AE}"/>
              </a:ext>
            </a:extLst>
          </p:cNvPr>
          <p:cNvSpPr txBox="1"/>
          <p:nvPr/>
        </p:nvSpPr>
        <p:spPr>
          <a:xfrm>
            <a:off x="907474" y="3681510"/>
            <a:ext cx="3850870" cy="584775"/>
          </a:xfrm>
          <a:prstGeom prst="rect">
            <a:avLst/>
          </a:prstGeom>
          <a:noFill/>
          <a:ln w="19050">
            <a:solidFill>
              <a:schemeClr val="tx1"/>
            </a:solidFill>
          </a:ln>
        </p:spPr>
        <p:txBody>
          <a:bodyPr wrap="square">
            <a:spAutoFit/>
          </a:bodyPr>
          <a:lstStyle/>
          <a:p>
            <a:pPr>
              <a:buNone/>
            </a:pPr>
            <a:r>
              <a:rPr lang="en-US" sz="1600" b="1" dirty="0"/>
              <a:t>User asks AI: </a:t>
            </a:r>
            <a:r>
              <a:rPr lang="en-US" sz="1600" dirty="0"/>
              <a:t>“Explain what this HTML form code does in simple words.”</a:t>
            </a:r>
          </a:p>
        </p:txBody>
      </p:sp>
      <p:sp>
        <p:nvSpPr>
          <p:cNvPr id="22" name="TextBox 21">
            <a:extLst>
              <a:ext uri="{FF2B5EF4-FFF2-40B4-BE49-F238E27FC236}">
                <a16:creationId xmlns:a16="http://schemas.microsoft.com/office/drawing/2014/main" id="{D90F279C-35D6-6969-6385-D0879B6EC437}"/>
              </a:ext>
            </a:extLst>
          </p:cNvPr>
          <p:cNvSpPr txBox="1"/>
          <p:nvPr/>
        </p:nvSpPr>
        <p:spPr>
          <a:xfrm>
            <a:off x="907474" y="4509302"/>
            <a:ext cx="3850870" cy="1107996"/>
          </a:xfrm>
          <a:prstGeom prst="rect">
            <a:avLst/>
          </a:prstGeom>
          <a:noFill/>
          <a:ln w="19050">
            <a:solidFill>
              <a:schemeClr val="tx1"/>
            </a:solidFill>
          </a:ln>
        </p:spPr>
        <p:txBody>
          <a:bodyPr wrap="square">
            <a:spAutoFit/>
          </a:bodyPr>
          <a:lstStyle/>
          <a:p>
            <a:r>
              <a:rPr lang="en-US" b="1" dirty="0"/>
              <a:t>AI Response:</a:t>
            </a:r>
            <a:br>
              <a:rPr lang="en-US" dirty="0"/>
            </a:br>
            <a:r>
              <a:rPr lang="en-US" sz="1600" dirty="0"/>
              <a:t>“It creates input fields for name, email, and a submit button so users can send their details.”</a:t>
            </a:r>
            <a:endParaRPr lang="en-US" dirty="0"/>
          </a:p>
        </p:txBody>
      </p:sp>
      <p:sp>
        <p:nvSpPr>
          <p:cNvPr id="23" name="Rectangle: Diagonal Corners Rounded 22">
            <a:extLst>
              <a:ext uri="{FF2B5EF4-FFF2-40B4-BE49-F238E27FC236}">
                <a16:creationId xmlns:a16="http://schemas.microsoft.com/office/drawing/2014/main" id="{2B67D701-9B7F-901B-C46F-B51E5037F59C}"/>
              </a:ext>
            </a:extLst>
          </p:cNvPr>
          <p:cNvSpPr/>
          <p:nvPr/>
        </p:nvSpPr>
        <p:spPr>
          <a:xfrm>
            <a:off x="7001048" y="2939272"/>
            <a:ext cx="2601883" cy="556953"/>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- 2 Debugging</a:t>
            </a:r>
          </a:p>
        </p:txBody>
      </p:sp>
      <p:sp>
        <p:nvSpPr>
          <p:cNvPr id="24" name="TextBox 23">
            <a:extLst>
              <a:ext uri="{FF2B5EF4-FFF2-40B4-BE49-F238E27FC236}">
                <a16:creationId xmlns:a16="http://schemas.microsoft.com/office/drawing/2014/main" id="{A972018A-6081-8901-98D3-5A8E7C601937}"/>
              </a:ext>
            </a:extLst>
          </p:cNvPr>
          <p:cNvSpPr txBox="1"/>
          <p:nvPr/>
        </p:nvSpPr>
        <p:spPr>
          <a:xfrm>
            <a:off x="7001048" y="3681510"/>
            <a:ext cx="3850870" cy="584775"/>
          </a:xfrm>
          <a:prstGeom prst="rect">
            <a:avLst/>
          </a:prstGeom>
          <a:noFill/>
          <a:ln w="19050">
            <a:solidFill>
              <a:schemeClr val="tx1"/>
            </a:solidFill>
          </a:ln>
        </p:spPr>
        <p:txBody>
          <a:bodyPr wrap="square">
            <a:spAutoFit/>
          </a:bodyPr>
          <a:lstStyle/>
          <a:p>
            <a:pPr>
              <a:buNone/>
            </a:pPr>
            <a:r>
              <a:rPr lang="en-US" sz="1600" b="1" dirty="0"/>
              <a:t>User asks AI: </a:t>
            </a:r>
            <a:r>
              <a:rPr lang="en-US" sz="1600" dirty="0"/>
              <a:t>“My submit button is not working. What’s wrong?”</a:t>
            </a:r>
          </a:p>
        </p:txBody>
      </p:sp>
      <p:sp>
        <p:nvSpPr>
          <p:cNvPr id="25" name="TextBox 24">
            <a:extLst>
              <a:ext uri="{FF2B5EF4-FFF2-40B4-BE49-F238E27FC236}">
                <a16:creationId xmlns:a16="http://schemas.microsoft.com/office/drawing/2014/main" id="{A9BA9C1B-3FDA-4353-2359-52A5207994C0}"/>
              </a:ext>
            </a:extLst>
          </p:cNvPr>
          <p:cNvSpPr txBox="1"/>
          <p:nvPr/>
        </p:nvSpPr>
        <p:spPr>
          <a:xfrm>
            <a:off x="7001048" y="4509302"/>
            <a:ext cx="3850870" cy="861774"/>
          </a:xfrm>
          <a:prstGeom prst="rect">
            <a:avLst/>
          </a:prstGeom>
          <a:noFill/>
          <a:ln w="19050">
            <a:solidFill>
              <a:schemeClr val="tx1"/>
            </a:solidFill>
          </a:ln>
        </p:spPr>
        <p:txBody>
          <a:bodyPr wrap="square">
            <a:spAutoFit/>
          </a:bodyPr>
          <a:lstStyle/>
          <a:p>
            <a:r>
              <a:rPr lang="en-US" b="1" dirty="0"/>
              <a:t>AI Response:</a:t>
            </a:r>
            <a:br>
              <a:rPr lang="en-US" dirty="0"/>
            </a:br>
            <a:r>
              <a:rPr lang="en-US" sz="1600" dirty="0"/>
              <a:t>“You forgot the type="submit" attribute in the button.”</a:t>
            </a:r>
            <a:endParaRPr lang="en-US" dirty="0"/>
          </a:p>
        </p:txBody>
      </p:sp>
    </p:spTree>
    <p:extLst>
      <p:ext uri="{BB962C8B-B14F-4D97-AF65-F5344CB8AC3E}">
        <p14:creationId xmlns:p14="http://schemas.microsoft.com/office/powerpoint/2010/main" val="184060036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7CAB6-5CE4-B08A-E93A-E4BFC2E462D3}"/>
            </a:ext>
          </a:extLst>
        </p:cNvPr>
        <p:cNvGrpSpPr/>
        <p:nvPr/>
      </p:nvGrpSpPr>
      <p:grpSpPr>
        <a:xfrm>
          <a:off x="0" y="0"/>
          <a:ext cx="0" cy="0"/>
          <a:chOff x="0" y="0"/>
          <a:chExt cx="0" cy="0"/>
        </a:xfrm>
      </p:grpSpPr>
      <p:sp>
        <p:nvSpPr>
          <p:cNvPr id="7" name="Rectangle: Diagonal Corners Rounded 6">
            <a:extLst>
              <a:ext uri="{FF2B5EF4-FFF2-40B4-BE49-F238E27FC236}">
                <a16:creationId xmlns:a16="http://schemas.microsoft.com/office/drawing/2014/main" id="{5B28A6E5-3FC0-D67D-CCD0-6E9095E00E31}"/>
              </a:ext>
            </a:extLst>
          </p:cNvPr>
          <p:cNvSpPr/>
          <p:nvPr/>
        </p:nvSpPr>
        <p:spPr>
          <a:xfrm>
            <a:off x="7780711" y="309690"/>
            <a:ext cx="2601883" cy="556953"/>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- 4  </a:t>
            </a:r>
          </a:p>
          <a:p>
            <a:pPr algn="ctr"/>
            <a:r>
              <a:rPr lang="en-US" b="1" dirty="0"/>
              <a:t>Generating Example</a:t>
            </a:r>
          </a:p>
        </p:txBody>
      </p:sp>
      <p:sp>
        <p:nvSpPr>
          <p:cNvPr id="9" name="TextBox 8">
            <a:extLst>
              <a:ext uri="{FF2B5EF4-FFF2-40B4-BE49-F238E27FC236}">
                <a16:creationId xmlns:a16="http://schemas.microsoft.com/office/drawing/2014/main" id="{325518F4-D86A-E6B8-DA2A-5A8B75BF56A1}"/>
              </a:ext>
            </a:extLst>
          </p:cNvPr>
          <p:cNvSpPr txBox="1"/>
          <p:nvPr/>
        </p:nvSpPr>
        <p:spPr>
          <a:xfrm>
            <a:off x="7780711" y="1051928"/>
            <a:ext cx="3850870" cy="584775"/>
          </a:xfrm>
          <a:prstGeom prst="rect">
            <a:avLst/>
          </a:prstGeom>
          <a:noFill/>
          <a:ln w="19050">
            <a:solidFill>
              <a:schemeClr val="tx1"/>
            </a:solidFill>
          </a:ln>
        </p:spPr>
        <p:txBody>
          <a:bodyPr wrap="square">
            <a:spAutoFit/>
          </a:bodyPr>
          <a:lstStyle/>
          <a:p>
            <a:pPr>
              <a:buNone/>
            </a:pPr>
            <a:r>
              <a:rPr lang="en-US" sz="1600" b="1" dirty="0"/>
              <a:t>User asks AI: </a:t>
            </a:r>
            <a:r>
              <a:rPr lang="en-US" sz="1600" dirty="0"/>
              <a:t>“Give a simple login form example.”</a:t>
            </a:r>
            <a:r>
              <a:rPr lang="en-US" sz="1600" b="1" dirty="0"/>
              <a:t> </a:t>
            </a:r>
            <a:endParaRPr lang="en-US" sz="1600" dirty="0"/>
          </a:p>
        </p:txBody>
      </p:sp>
      <p:sp>
        <p:nvSpPr>
          <p:cNvPr id="22" name="TextBox 21">
            <a:extLst>
              <a:ext uri="{FF2B5EF4-FFF2-40B4-BE49-F238E27FC236}">
                <a16:creationId xmlns:a16="http://schemas.microsoft.com/office/drawing/2014/main" id="{1672BBCB-AE23-ECE4-00BA-C6FE7796E37D}"/>
              </a:ext>
            </a:extLst>
          </p:cNvPr>
          <p:cNvSpPr txBox="1"/>
          <p:nvPr/>
        </p:nvSpPr>
        <p:spPr>
          <a:xfrm>
            <a:off x="7780711" y="1879720"/>
            <a:ext cx="3850870" cy="923330"/>
          </a:xfrm>
          <a:prstGeom prst="rect">
            <a:avLst/>
          </a:prstGeom>
          <a:noFill/>
          <a:ln w="19050">
            <a:solidFill>
              <a:schemeClr val="tx1"/>
            </a:solidFill>
          </a:ln>
        </p:spPr>
        <p:txBody>
          <a:bodyPr wrap="square">
            <a:spAutoFit/>
          </a:bodyPr>
          <a:lstStyle/>
          <a:p>
            <a:r>
              <a:rPr lang="en-US" b="1" dirty="0"/>
              <a:t>AI Response:</a:t>
            </a:r>
            <a:br>
              <a:rPr lang="en-US" dirty="0"/>
            </a:br>
            <a:r>
              <a:rPr lang="en-US" sz="1600" dirty="0"/>
              <a:t>Provides a short sample with username &amp; password fields</a:t>
            </a:r>
            <a:r>
              <a:rPr lang="en-US" dirty="0"/>
              <a:t>.</a:t>
            </a:r>
          </a:p>
        </p:txBody>
      </p:sp>
      <p:sp>
        <p:nvSpPr>
          <p:cNvPr id="23" name="Rectangle: Diagonal Corners Rounded 22">
            <a:extLst>
              <a:ext uri="{FF2B5EF4-FFF2-40B4-BE49-F238E27FC236}">
                <a16:creationId xmlns:a16="http://schemas.microsoft.com/office/drawing/2014/main" id="{E09ECF0B-41DC-92AD-F03F-757C606E5939}"/>
              </a:ext>
            </a:extLst>
          </p:cNvPr>
          <p:cNvSpPr/>
          <p:nvPr/>
        </p:nvSpPr>
        <p:spPr>
          <a:xfrm>
            <a:off x="4629148" y="2817513"/>
            <a:ext cx="2601883" cy="556953"/>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 5</a:t>
            </a:r>
          </a:p>
          <a:p>
            <a:pPr algn="ctr"/>
            <a:r>
              <a:rPr lang="en-US" b="1" dirty="0"/>
              <a:t>Improving Code</a:t>
            </a:r>
          </a:p>
        </p:txBody>
      </p:sp>
      <p:sp>
        <p:nvSpPr>
          <p:cNvPr id="24" name="TextBox 23">
            <a:extLst>
              <a:ext uri="{FF2B5EF4-FFF2-40B4-BE49-F238E27FC236}">
                <a16:creationId xmlns:a16="http://schemas.microsoft.com/office/drawing/2014/main" id="{5541CA04-0FF1-CD7B-70BB-FEDBCDB42CA9}"/>
              </a:ext>
            </a:extLst>
          </p:cNvPr>
          <p:cNvSpPr txBox="1"/>
          <p:nvPr/>
        </p:nvSpPr>
        <p:spPr>
          <a:xfrm>
            <a:off x="4629148" y="3559751"/>
            <a:ext cx="3850870" cy="584775"/>
          </a:xfrm>
          <a:prstGeom prst="rect">
            <a:avLst/>
          </a:prstGeom>
          <a:noFill/>
          <a:ln w="19050">
            <a:solidFill>
              <a:schemeClr val="tx1"/>
            </a:solidFill>
          </a:ln>
        </p:spPr>
        <p:txBody>
          <a:bodyPr wrap="square">
            <a:spAutoFit/>
          </a:bodyPr>
          <a:lstStyle/>
          <a:p>
            <a:pPr>
              <a:buNone/>
            </a:pPr>
            <a:r>
              <a:rPr lang="en-US" sz="1600" b="1" dirty="0"/>
              <a:t>User asks AI: </a:t>
            </a:r>
            <a:r>
              <a:rPr lang="en-US" sz="1600" dirty="0"/>
              <a:t>“Make my form look cleaner and modern.”</a:t>
            </a:r>
          </a:p>
        </p:txBody>
      </p:sp>
      <p:sp>
        <p:nvSpPr>
          <p:cNvPr id="25" name="TextBox 24">
            <a:extLst>
              <a:ext uri="{FF2B5EF4-FFF2-40B4-BE49-F238E27FC236}">
                <a16:creationId xmlns:a16="http://schemas.microsoft.com/office/drawing/2014/main" id="{0F375FB5-6CA2-99C6-712C-6075ECEE36A7}"/>
              </a:ext>
            </a:extLst>
          </p:cNvPr>
          <p:cNvSpPr txBox="1"/>
          <p:nvPr/>
        </p:nvSpPr>
        <p:spPr>
          <a:xfrm>
            <a:off x="4629148" y="4387543"/>
            <a:ext cx="3850870" cy="861774"/>
          </a:xfrm>
          <a:prstGeom prst="rect">
            <a:avLst/>
          </a:prstGeom>
          <a:noFill/>
          <a:ln w="19050">
            <a:solidFill>
              <a:schemeClr val="tx1"/>
            </a:solidFill>
          </a:ln>
        </p:spPr>
        <p:txBody>
          <a:bodyPr wrap="square">
            <a:spAutoFit/>
          </a:bodyPr>
          <a:lstStyle/>
          <a:p>
            <a:r>
              <a:rPr lang="en-US" b="1" dirty="0"/>
              <a:t>AI Response:</a:t>
            </a:r>
            <a:br>
              <a:rPr lang="en-US" dirty="0"/>
            </a:br>
            <a:r>
              <a:rPr lang="en-US" sz="1600" dirty="0"/>
              <a:t>Adds spacing, labels, and simple CSS styling.</a:t>
            </a:r>
            <a:endParaRPr lang="en-US" dirty="0"/>
          </a:p>
        </p:txBody>
      </p:sp>
      <p:sp>
        <p:nvSpPr>
          <p:cNvPr id="2" name="Rectangle: Diagonal Corners Rounded 1">
            <a:extLst>
              <a:ext uri="{FF2B5EF4-FFF2-40B4-BE49-F238E27FC236}">
                <a16:creationId xmlns:a16="http://schemas.microsoft.com/office/drawing/2014/main" id="{D781D3DA-8DA5-F8C5-2AE5-74C356E35B4E}"/>
              </a:ext>
            </a:extLst>
          </p:cNvPr>
          <p:cNvSpPr/>
          <p:nvPr/>
        </p:nvSpPr>
        <p:spPr>
          <a:xfrm>
            <a:off x="778278" y="399664"/>
            <a:ext cx="2601883" cy="556953"/>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 3 </a:t>
            </a:r>
          </a:p>
          <a:p>
            <a:pPr algn="ctr"/>
            <a:r>
              <a:rPr lang="en-US" dirty="0"/>
              <a:t> Learning Concept</a:t>
            </a:r>
          </a:p>
        </p:txBody>
      </p:sp>
      <p:sp>
        <p:nvSpPr>
          <p:cNvPr id="3" name="TextBox 2">
            <a:extLst>
              <a:ext uri="{FF2B5EF4-FFF2-40B4-BE49-F238E27FC236}">
                <a16:creationId xmlns:a16="http://schemas.microsoft.com/office/drawing/2014/main" id="{735378F3-3239-A329-3389-CFA57A854780}"/>
              </a:ext>
            </a:extLst>
          </p:cNvPr>
          <p:cNvSpPr txBox="1"/>
          <p:nvPr/>
        </p:nvSpPr>
        <p:spPr>
          <a:xfrm>
            <a:off x="778278" y="1141902"/>
            <a:ext cx="3850870" cy="369332"/>
          </a:xfrm>
          <a:prstGeom prst="rect">
            <a:avLst/>
          </a:prstGeom>
          <a:noFill/>
          <a:ln w="19050">
            <a:solidFill>
              <a:schemeClr val="tx1"/>
            </a:solidFill>
          </a:ln>
        </p:spPr>
        <p:txBody>
          <a:bodyPr wrap="square">
            <a:spAutoFit/>
          </a:bodyPr>
          <a:lstStyle/>
          <a:p>
            <a:pPr>
              <a:buNone/>
            </a:pPr>
            <a:r>
              <a:rPr lang="en-US" sz="1600" b="1" dirty="0"/>
              <a:t>User asks AI: </a:t>
            </a:r>
            <a:r>
              <a:rPr lang="en-US" sz="1600" dirty="0"/>
              <a:t>“What is a </a:t>
            </a:r>
            <a:r>
              <a:rPr lang="en-US" dirty="0"/>
              <a:t>&lt;form&gt;</a:t>
            </a:r>
            <a:r>
              <a:rPr lang="en-US" sz="1600" dirty="0"/>
              <a:t> tag?”</a:t>
            </a:r>
          </a:p>
        </p:txBody>
      </p:sp>
      <p:sp>
        <p:nvSpPr>
          <p:cNvPr id="4" name="TextBox 3">
            <a:extLst>
              <a:ext uri="{FF2B5EF4-FFF2-40B4-BE49-F238E27FC236}">
                <a16:creationId xmlns:a16="http://schemas.microsoft.com/office/drawing/2014/main" id="{E03B5436-64EA-EBC9-C537-8B3E0D8EE2F7}"/>
              </a:ext>
            </a:extLst>
          </p:cNvPr>
          <p:cNvSpPr txBox="1"/>
          <p:nvPr/>
        </p:nvSpPr>
        <p:spPr>
          <a:xfrm>
            <a:off x="778278" y="1712722"/>
            <a:ext cx="3850870" cy="861774"/>
          </a:xfrm>
          <a:prstGeom prst="rect">
            <a:avLst/>
          </a:prstGeom>
          <a:noFill/>
          <a:ln w="19050">
            <a:solidFill>
              <a:schemeClr val="tx1"/>
            </a:solidFill>
          </a:ln>
        </p:spPr>
        <p:txBody>
          <a:bodyPr wrap="square">
            <a:spAutoFit/>
          </a:bodyPr>
          <a:lstStyle/>
          <a:p>
            <a:r>
              <a:rPr lang="en-US" b="1" dirty="0"/>
              <a:t>AI Response:</a:t>
            </a:r>
            <a:br>
              <a:rPr lang="en-US" dirty="0"/>
            </a:br>
            <a:r>
              <a:rPr lang="en-US" sz="1600" dirty="0"/>
              <a:t>“A form tag collects user input and sends it to a server.”</a:t>
            </a:r>
            <a:endParaRPr lang="en-US" dirty="0"/>
          </a:p>
        </p:txBody>
      </p:sp>
      <p:sp>
        <p:nvSpPr>
          <p:cNvPr id="10" name="TextBox 9">
            <a:extLst>
              <a:ext uri="{FF2B5EF4-FFF2-40B4-BE49-F238E27FC236}">
                <a16:creationId xmlns:a16="http://schemas.microsoft.com/office/drawing/2014/main" id="{04AA8786-B3C3-BBFC-8630-8EFDFD6AB16A}"/>
              </a:ext>
            </a:extLst>
          </p:cNvPr>
          <p:cNvSpPr txBox="1"/>
          <p:nvPr/>
        </p:nvSpPr>
        <p:spPr>
          <a:xfrm>
            <a:off x="778278" y="5882908"/>
            <a:ext cx="10559243" cy="369332"/>
          </a:xfrm>
          <a:prstGeom prst="rect">
            <a:avLst/>
          </a:prstGeom>
          <a:noFill/>
          <a:ln w="19050">
            <a:solidFill>
              <a:schemeClr val="tx1"/>
            </a:solidFill>
          </a:ln>
        </p:spPr>
        <p:txBody>
          <a:bodyPr wrap="square">
            <a:spAutoFit/>
          </a:bodyPr>
          <a:lstStyle/>
          <a:p>
            <a:r>
              <a:rPr lang="en-US" b="1" dirty="0"/>
              <a:t>AI becomes powerful when you use it as a partner in the process — not just a tool for final answers.</a:t>
            </a:r>
          </a:p>
        </p:txBody>
      </p:sp>
    </p:spTree>
    <p:extLst>
      <p:ext uri="{BB962C8B-B14F-4D97-AF65-F5344CB8AC3E}">
        <p14:creationId xmlns:p14="http://schemas.microsoft.com/office/powerpoint/2010/main" val="341980292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E3F27BD-B1B3-DACD-6A4F-DD386D67E75E}"/>
              </a:ext>
            </a:extLst>
          </p:cNvPr>
          <p:cNvSpPr/>
          <p:nvPr/>
        </p:nvSpPr>
        <p:spPr>
          <a:xfrm>
            <a:off x="0" y="151188"/>
            <a:ext cx="12192000" cy="535500"/>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b="1" dirty="0">
                <a:latin typeface="+mj-lt"/>
              </a:rPr>
              <a:t>Learning &amp; Research</a:t>
            </a:r>
            <a:endParaRPr lang="en-US" sz="3600" b="1" dirty="0">
              <a:latin typeface="+mj-lt"/>
            </a:endParaRPr>
          </a:p>
        </p:txBody>
      </p:sp>
      <p:sp>
        <p:nvSpPr>
          <p:cNvPr id="11" name="TextBox 10">
            <a:extLst>
              <a:ext uri="{FF2B5EF4-FFF2-40B4-BE49-F238E27FC236}">
                <a16:creationId xmlns:a16="http://schemas.microsoft.com/office/drawing/2014/main" id="{EE978914-8688-A786-DCCB-560A8D88143D}"/>
              </a:ext>
            </a:extLst>
          </p:cNvPr>
          <p:cNvSpPr txBox="1"/>
          <p:nvPr/>
        </p:nvSpPr>
        <p:spPr>
          <a:xfrm>
            <a:off x="838200" y="1250942"/>
            <a:ext cx="10515600" cy="461665"/>
          </a:xfrm>
          <a:prstGeom prst="rect">
            <a:avLst/>
          </a:prstGeom>
          <a:noFill/>
        </p:spPr>
        <p:txBody>
          <a:bodyPr wrap="square">
            <a:spAutoFit/>
          </a:bodyPr>
          <a:lstStyle/>
          <a:p>
            <a:pPr algn="ctr">
              <a:buNone/>
            </a:pPr>
            <a:r>
              <a:rPr lang="en-US" sz="2400" b="1" dirty="0">
                <a:latin typeface="+mj-lt"/>
              </a:rPr>
              <a:t>Using AI to understand better, not to replace learning</a:t>
            </a:r>
          </a:p>
        </p:txBody>
      </p:sp>
      <p:sp>
        <p:nvSpPr>
          <p:cNvPr id="13" name="TextBox 12">
            <a:extLst>
              <a:ext uri="{FF2B5EF4-FFF2-40B4-BE49-F238E27FC236}">
                <a16:creationId xmlns:a16="http://schemas.microsoft.com/office/drawing/2014/main" id="{335B17A8-0944-7F88-1157-CACB9D50F53C}"/>
              </a:ext>
            </a:extLst>
          </p:cNvPr>
          <p:cNvSpPr txBox="1"/>
          <p:nvPr/>
        </p:nvSpPr>
        <p:spPr>
          <a:xfrm>
            <a:off x="838199" y="2313707"/>
            <a:ext cx="10575175" cy="2308324"/>
          </a:xfrm>
          <a:prstGeom prst="rect">
            <a:avLst/>
          </a:prstGeom>
          <a:noFill/>
        </p:spPr>
        <p:txBody>
          <a:bodyPr wrap="square">
            <a:spAutoFit/>
          </a:bodyPr>
          <a:lstStyle/>
          <a:p>
            <a:pPr marL="342900" indent="-342900">
              <a:buFont typeface="Arial" panose="020B0604020202020204" pitchFamily="34" charset="0"/>
              <a:buChar char="•"/>
            </a:pPr>
            <a:r>
              <a:rPr lang="en-US" sz="2400" dirty="0"/>
              <a:t>AI can help you learn faster and understand better</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Many people use AI for quick answers without real understanding</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This section shows how to use AI as a </a:t>
            </a:r>
            <a:r>
              <a:rPr lang="en-US" sz="2400" b="1" dirty="0"/>
              <a:t>personal tutor</a:t>
            </a:r>
            <a:r>
              <a:rPr lang="en-US" sz="2400" dirty="0"/>
              <a:t> that explains clearly and at your level</a:t>
            </a:r>
          </a:p>
        </p:txBody>
      </p:sp>
      <p:sp>
        <p:nvSpPr>
          <p:cNvPr id="15" name="TextBox 14">
            <a:extLst>
              <a:ext uri="{FF2B5EF4-FFF2-40B4-BE49-F238E27FC236}">
                <a16:creationId xmlns:a16="http://schemas.microsoft.com/office/drawing/2014/main" id="{66894A2F-3FEB-F8EE-E89B-E55159CCE4B7}"/>
              </a:ext>
            </a:extLst>
          </p:cNvPr>
          <p:cNvSpPr txBox="1"/>
          <p:nvPr/>
        </p:nvSpPr>
        <p:spPr>
          <a:xfrm>
            <a:off x="1042416" y="5685782"/>
            <a:ext cx="10311384" cy="461665"/>
          </a:xfrm>
          <a:prstGeom prst="rect">
            <a:avLst/>
          </a:prstGeom>
          <a:noFill/>
        </p:spPr>
        <p:txBody>
          <a:bodyPr wrap="square">
            <a:spAutoFit/>
          </a:bodyPr>
          <a:lstStyle/>
          <a:p>
            <a:pPr algn="ctr">
              <a:buNone/>
            </a:pPr>
            <a:r>
              <a:rPr lang="en-US" sz="2400" b="1" dirty="0">
                <a:solidFill>
                  <a:srgbClr val="38BDF8"/>
                </a:solidFill>
              </a:rPr>
              <a:t>AI should help you understand — not just answer</a:t>
            </a:r>
            <a:endParaRPr lang="en-US" sz="2400" dirty="0">
              <a:solidFill>
                <a:srgbClr val="38BDF8"/>
              </a:solidFill>
            </a:endParaRPr>
          </a:p>
        </p:txBody>
      </p:sp>
      <p:pic>
        <p:nvPicPr>
          <p:cNvPr id="17" name="Graphic 16" descr="Research with solid fill">
            <a:extLst>
              <a:ext uri="{FF2B5EF4-FFF2-40B4-BE49-F238E27FC236}">
                <a16:creationId xmlns:a16="http://schemas.microsoft.com/office/drawing/2014/main" id="{81CCC338-CD77-1A94-086F-0B7397E6B45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598152" y="2042679"/>
            <a:ext cx="914400" cy="914400"/>
          </a:xfrm>
          <a:prstGeom prst="rect">
            <a:avLst/>
          </a:prstGeom>
        </p:spPr>
      </p:pic>
    </p:spTree>
    <p:extLst>
      <p:ext uri="{BB962C8B-B14F-4D97-AF65-F5344CB8AC3E}">
        <p14:creationId xmlns:p14="http://schemas.microsoft.com/office/powerpoint/2010/main" val="57490037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B2095-9AFF-28BC-1AFB-38D61326141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43EB5DB-C17D-834B-113C-EC8D5597E642}"/>
              </a:ext>
            </a:extLst>
          </p:cNvPr>
          <p:cNvSpPr/>
          <p:nvPr/>
        </p:nvSpPr>
        <p:spPr>
          <a:xfrm>
            <a:off x="-60016" y="381803"/>
            <a:ext cx="6379896" cy="5355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u="sng" dirty="0">
                <a:solidFill>
                  <a:schemeClr val="tx1"/>
                </a:solidFill>
                <a:latin typeface="+mj-lt"/>
              </a:rPr>
              <a:t>Using AI Effectively for Learning</a:t>
            </a:r>
          </a:p>
        </p:txBody>
      </p:sp>
      <p:sp>
        <p:nvSpPr>
          <p:cNvPr id="10" name="TextBox 9">
            <a:extLst>
              <a:ext uri="{FF2B5EF4-FFF2-40B4-BE49-F238E27FC236}">
                <a16:creationId xmlns:a16="http://schemas.microsoft.com/office/drawing/2014/main" id="{F3F64F99-72B2-A86B-A3D0-6C72C4A7DC6D}"/>
              </a:ext>
            </a:extLst>
          </p:cNvPr>
          <p:cNvSpPr txBox="1"/>
          <p:nvPr/>
        </p:nvSpPr>
        <p:spPr>
          <a:xfrm>
            <a:off x="838200" y="1244688"/>
            <a:ext cx="10515600" cy="461665"/>
          </a:xfrm>
          <a:prstGeom prst="rect">
            <a:avLst/>
          </a:prstGeom>
          <a:noFill/>
        </p:spPr>
        <p:txBody>
          <a:bodyPr wrap="square">
            <a:spAutoFit/>
          </a:bodyPr>
          <a:lstStyle/>
          <a:p>
            <a:pPr algn="ctr">
              <a:buNone/>
            </a:pPr>
            <a:r>
              <a:rPr lang="en-US" sz="2400" b="1" dirty="0">
                <a:latin typeface="+mj-lt"/>
              </a:rPr>
              <a:t>How to Use AI as a Learning Tutor</a:t>
            </a:r>
          </a:p>
        </p:txBody>
      </p:sp>
      <p:graphicFrame>
        <p:nvGraphicFramePr>
          <p:cNvPr id="17" name="Diagram 16">
            <a:extLst>
              <a:ext uri="{FF2B5EF4-FFF2-40B4-BE49-F238E27FC236}">
                <a16:creationId xmlns:a16="http://schemas.microsoft.com/office/drawing/2014/main" id="{8B105352-2B9D-91F2-E983-2A43D5E10219}"/>
              </a:ext>
            </a:extLst>
          </p:cNvPr>
          <p:cNvGraphicFramePr/>
          <p:nvPr>
            <p:extLst>
              <p:ext uri="{D42A27DB-BD31-4B8C-83A1-F6EECF244321}">
                <p14:modId xmlns:p14="http://schemas.microsoft.com/office/powerpoint/2010/main" val="1740954647"/>
              </p:ext>
            </p:extLst>
          </p:nvPr>
        </p:nvGraphicFramePr>
        <p:xfrm>
          <a:off x="838200" y="1149070"/>
          <a:ext cx="10515600" cy="512703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8" name="Graphic 17" descr="Handshake with solid fill">
            <a:extLst>
              <a:ext uri="{FF2B5EF4-FFF2-40B4-BE49-F238E27FC236}">
                <a16:creationId xmlns:a16="http://schemas.microsoft.com/office/drawing/2014/main" id="{C895CBFF-6889-5818-A4A3-2EF6ABA4E72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775604" y="330288"/>
            <a:ext cx="914400" cy="914400"/>
          </a:xfrm>
          <a:prstGeom prst="rect">
            <a:avLst/>
          </a:prstGeom>
        </p:spPr>
      </p:pic>
    </p:spTree>
    <p:extLst>
      <p:ext uri="{BB962C8B-B14F-4D97-AF65-F5344CB8AC3E}">
        <p14:creationId xmlns:p14="http://schemas.microsoft.com/office/powerpoint/2010/main" val="206154287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2AD75A4-A321-646C-69E3-F37F6E5EC6CC}"/>
              </a:ext>
            </a:extLst>
          </p:cNvPr>
          <p:cNvSpPr/>
          <p:nvPr/>
        </p:nvSpPr>
        <p:spPr>
          <a:xfrm>
            <a:off x="0" y="181746"/>
            <a:ext cx="12192000" cy="653143"/>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b="1" dirty="0">
                <a:latin typeface="+mj-lt"/>
              </a:rPr>
              <a:t>Business &amp; Strategy</a:t>
            </a:r>
            <a:endParaRPr lang="en-US" sz="3600" b="1" dirty="0">
              <a:latin typeface="+mj-lt"/>
            </a:endParaRPr>
          </a:p>
        </p:txBody>
      </p:sp>
      <p:sp>
        <p:nvSpPr>
          <p:cNvPr id="14" name="TextBox 13">
            <a:extLst>
              <a:ext uri="{FF2B5EF4-FFF2-40B4-BE49-F238E27FC236}">
                <a16:creationId xmlns:a16="http://schemas.microsoft.com/office/drawing/2014/main" id="{EA2B9B9F-703C-010A-452C-F471DBF3FBB1}"/>
              </a:ext>
            </a:extLst>
          </p:cNvPr>
          <p:cNvSpPr txBox="1"/>
          <p:nvPr/>
        </p:nvSpPr>
        <p:spPr>
          <a:xfrm>
            <a:off x="961746" y="4922179"/>
            <a:ext cx="10939750" cy="461665"/>
          </a:xfrm>
          <a:prstGeom prst="rect">
            <a:avLst/>
          </a:prstGeom>
          <a:noFill/>
        </p:spPr>
        <p:txBody>
          <a:bodyPr wrap="square" rtlCol="0">
            <a:spAutoFit/>
          </a:bodyPr>
          <a:lstStyle/>
          <a:p>
            <a:pPr algn="ctr"/>
            <a:r>
              <a:rPr lang="en-US" sz="2400" b="1" dirty="0">
                <a:solidFill>
                  <a:srgbClr val="38BDF8"/>
                </a:solidFill>
              </a:rPr>
              <a:t>AI is a thinking partner — not a decision-maker</a:t>
            </a:r>
            <a:endParaRPr lang="en-US" sz="2400" dirty="0">
              <a:solidFill>
                <a:srgbClr val="38BDF8"/>
              </a:solidFill>
            </a:endParaRPr>
          </a:p>
        </p:txBody>
      </p:sp>
      <p:sp>
        <p:nvSpPr>
          <p:cNvPr id="5" name="TextBox 4">
            <a:extLst>
              <a:ext uri="{FF2B5EF4-FFF2-40B4-BE49-F238E27FC236}">
                <a16:creationId xmlns:a16="http://schemas.microsoft.com/office/drawing/2014/main" id="{4F988C2C-3A66-9F38-40E6-35560932F41E}"/>
              </a:ext>
            </a:extLst>
          </p:cNvPr>
          <p:cNvSpPr txBox="1"/>
          <p:nvPr/>
        </p:nvSpPr>
        <p:spPr>
          <a:xfrm>
            <a:off x="838200" y="1205073"/>
            <a:ext cx="10515600" cy="461665"/>
          </a:xfrm>
          <a:prstGeom prst="rect">
            <a:avLst/>
          </a:prstGeom>
          <a:noFill/>
        </p:spPr>
        <p:txBody>
          <a:bodyPr wrap="square">
            <a:spAutoFit/>
          </a:bodyPr>
          <a:lstStyle/>
          <a:p>
            <a:pPr algn="ctr">
              <a:buNone/>
            </a:pPr>
            <a:r>
              <a:rPr lang="en-US" sz="2400" b="1" dirty="0">
                <a:latin typeface="+mj-lt"/>
              </a:rPr>
              <a:t>Using AI to support business thinking, not replace it</a:t>
            </a:r>
          </a:p>
        </p:txBody>
      </p:sp>
      <p:sp>
        <p:nvSpPr>
          <p:cNvPr id="6" name="Rectangle 1">
            <a:extLst>
              <a:ext uri="{FF2B5EF4-FFF2-40B4-BE49-F238E27FC236}">
                <a16:creationId xmlns:a16="http://schemas.microsoft.com/office/drawing/2014/main" id="{59972E57-5C8D-61CC-40E8-A43731C9A6D9}"/>
              </a:ext>
            </a:extLst>
          </p:cNvPr>
          <p:cNvSpPr>
            <a:spLocks noGrp="1" noChangeArrowheads="1"/>
          </p:cNvSpPr>
          <p:nvPr>
            <p:ph idx="1"/>
          </p:nvPr>
        </p:nvSpPr>
        <p:spPr bwMode="auto">
          <a:xfrm>
            <a:off x="961746" y="1916230"/>
            <a:ext cx="105156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rPr>
              <a:t>AI can help you think more clearly in business situations</a:t>
            </a:r>
          </a:p>
          <a:p>
            <a:pPr eaLnBrk="0" fontAlgn="base" hangingPunct="0">
              <a:lnSpc>
                <a:spcPct val="100000"/>
              </a:lnSpc>
              <a:spcBef>
                <a:spcPct val="0"/>
              </a:spcBef>
              <a:spcAft>
                <a:spcPct val="0"/>
              </a:spcAft>
            </a:pPr>
            <a:endParaRPr kumimoji="0" lang="en-US" altLang="en-US" sz="24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rPr>
              <a:t>Many people ask AI for “strategies” and get answers that sound smart but aren’t practical</a:t>
            </a:r>
          </a:p>
          <a:p>
            <a:pPr eaLnBrk="0" fontAlgn="base" hangingPunct="0">
              <a:lnSpc>
                <a:spcPct val="100000"/>
              </a:lnSpc>
              <a:spcBef>
                <a:spcPct val="0"/>
              </a:spcBef>
              <a:spcAft>
                <a:spcPct val="0"/>
              </a:spcAft>
            </a:pPr>
            <a:endParaRPr kumimoji="0" lang="en-US" altLang="en-US" sz="24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rPr>
              <a:t>This section shows how to guide AI so it </a:t>
            </a:r>
            <a:r>
              <a:rPr kumimoji="0" lang="en-US" altLang="en-US" sz="2400" b="1" i="0" u="none" strike="noStrike" cap="none" normalizeH="0" baseline="0" dirty="0">
                <a:ln>
                  <a:noFill/>
                </a:ln>
                <a:solidFill>
                  <a:schemeClr val="tx1"/>
                </a:solidFill>
                <a:effectLst/>
              </a:rPr>
              <a:t>supports your thinking</a:t>
            </a:r>
            <a:r>
              <a:rPr kumimoji="0" lang="en-US" altLang="en-US" sz="2400" b="0" i="0" u="none" strike="noStrike" cap="none" normalizeH="0" baseline="0" dirty="0">
                <a:ln>
                  <a:noFill/>
                </a:ln>
                <a:solidFill>
                  <a:schemeClr val="tx1"/>
                </a:solidFill>
                <a:effectLst/>
              </a:rPr>
              <a:t> instead of replacing it</a:t>
            </a:r>
          </a:p>
        </p:txBody>
      </p:sp>
      <p:pic>
        <p:nvPicPr>
          <p:cNvPr id="8" name="Graphic 7" descr="Bar graph with downward trend with solid fill">
            <a:extLst>
              <a:ext uri="{FF2B5EF4-FFF2-40B4-BE49-F238E27FC236}">
                <a16:creationId xmlns:a16="http://schemas.microsoft.com/office/drawing/2014/main" id="{5DF17077-7AE6-1131-8F25-1F2AEFCBE8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835896" y="1286206"/>
            <a:ext cx="1237488" cy="1237488"/>
          </a:xfrm>
          <a:prstGeom prst="rect">
            <a:avLst/>
          </a:prstGeom>
        </p:spPr>
      </p:pic>
    </p:spTree>
    <p:extLst>
      <p:ext uri="{BB962C8B-B14F-4D97-AF65-F5344CB8AC3E}">
        <p14:creationId xmlns:p14="http://schemas.microsoft.com/office/powerpoint/2010/main" val="5045130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9A2D79A-5E6E-BA0C-BA69-2A1E772A5E4B}"/>
              </a:ext>
            </a:extLst>
          </p:cNvPr>
          <p:cNvSpPr/>
          <p:nvPr/>
        </p:nvSpPr>
        <p:spPr>
          <a:xfrm>
            <a:off x="0" y="225215"/>
            <a:ext cx="8561373" cy="5355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u="sng" dirty="0">
                <a:solidFill>
                  <a:schemeClr val="tx1"/>
                </a:solidFill>
                <a:latin typeface="+mj-lt"/>
              </a:rPr>
              <a:t>Using AI Effectively for Business Thinking</a:t>
            </a:r>
          </a:p>
        </p:txBody>
      </p:sp>
      <p:graphicFrame>
        <p:nvGraphicFramePr>
          <p:cNvPr id="9" name="Content Placeholder 8">
            <a:extLst>
              <a:ext uri="{FF2B5EF4-FFF2-40B4-BE49-F238E27FC236}">
                <a16:creationId xmlns:a16="http://schemas.microsoft.com/office/drawing/2014/main" id="{78441EC2-0138-C542-D8AB-723A10C80B23}"/>
              </a:ext>
            </a:extLst>
          </p:cNvPr>
          <p:cNvGraphicFramePr>
            <a:graphicFrameLocks noGrp="1"/>
          </p:cNvGraphicFramePr>
          <p:nvPr>
            <p:ph idx="1"/>
            <p:extLst>
              <p:ext uri="{D42A27DB-BD31-4B8C-83A1-F6EECF244321}">
                <p14:modId xmlns:p14="http://schemas.microsoft.com/office/powerpoint/2010/main" val="2765589602"/>
              </p:ext>
            </p:extLst>
          </p:nvPr>
        </p:nvGraphicFramePr>
        <p:xfrm>
          <a:off x="595290" y="1064311"/>
          <a:ext cx="10354056" cy="47293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TextBox 11">
            <a:extLst>
              <a:ext uri="{FF2B5EF4-FFF2-40B4-BE49-F238E27FC236}">
                <a16:creationId xmlns:a16="http://schemas.microsoft.com/office/drawing/2014/main" id="{4BA875D8-438C-E456-97C8-6B997813CC10}"/>
              </a:ext>
            </a:extLst>
          </p:cNvPr>
          <p:cNvSpPr txBox="1"/>
          <p:nvPr/>
        </p:nvSpPr>
        <p:spPr>
          <a:xfrm>
            <a:off x="152251" y="6002788"/>
            <a:ext cx="10434828" cy="461665"/>
          </a:xfrm>
          <a:prstGeom prst="rect">
            <a:avLst/>
          </a:prstGeom>
          <a:noFill/>
        </p:spPr>
        <p:txBody>
          <a:bodyPr wrap="square">
            <a:spAutoFit/>
          </a:bodyPr>
          <a:lstStyle/>
          <a:p>
            <a:pPr algn="ctr">
              <a:buNone/>
            </a:pPr>
            <a:r>
              <a:rPr lang="en-US" sz="2400" b="1" dirty="0">
                <a:solidFill>
                  <a:srgbClr val="38BDF8"/>
                </a:solidFill>
                <a:latin typeface="+mj-lt"/>
              </a:rPr>
              <a:t>Always combine AI insight with real-world judgment.</a:t>
            </a:r>
          </a:p>
        </p:txBody>
      </p:sp>
    </p:spTree>
    <p:extLst>
      <p:ext uri="{BB962C8B-B14F-4D97-AF65-F5344CB8AC3E}">
        <p14:creationId xmlns:p14="http://schemas.microsoft.com/office/powerpoint/2010/main" val="349721445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7500C-EAF7-5E2E-678C-676FEC96785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FD44E08-AF9E-0A8B-0009-1E52FA2678A5}"/>
              </a:ext>
            </a:extLst>
          </p:cNvPr>
          <p:cNvSpPr txBox="1"/>
          <p:nvPr/>
        </p:nvSpPr>
        <p:spPr>
          <a:xfrm>
            <a:off x="746069" y="442303"/>
            <a:ext cx="6097384" cy="461665"/>
          </a:xfrm>
          <a:prstGeom prst="rect">
            <a:avLst/>
          </a:prstGeom>
          <a:noFill/>
        </p:spPr>
        <p:txBody>
          <a:bodyPr wrap="square">
            <a:spAutoFit/>
          </a:bodyPr>
          <a:lstStyle/>
          <a:p>
            <a:r>
              <a:rPr lang="en-US" sz="2400" b="1" u="sng" dirty="0">
                <a:solidFill>
                  <a:schemeClr val="accent1">
                    <a:lumMod val="50000"/>
                  </a:schemeClr>
                </a:solidFill>
              </a:rPr>
              <a:t>Example: Using AI for Business &amp; Strategy</a:t>
            </a:r>
          </a:p>
        </p:txBody>
      </p:sp>
      <p:sp>
        <p:nvSpPr>
          <p:cNvPr id="6" name="Rectangle: Rounded Corners 5">
            <a:extLst>
              <a:ext uri="{FF2B5EF4-FFF2-40B4-BE49-F238E27FC236}">
                <a16:creationId xmlns:a16="http://schemas.microsoft.com/office/drawing/2014/main" id="{94AE9A95-EA48-AFC2-B3F7-034C66178B86}"/>
              </a:ext>
            </a:extLst>
          </p:cNvPr>
          <p:cNvSpPr/>
          <p:nvPr/>
        </p:nvSpPr>
        <p:spPr>
          <a:xfrm>
            <a:off x="3332017" y="1460263"/>
            <a:ext cx="5738504" cy="11079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dirty="0"/>
              <a:t>Scenario</a:t>
            </a:r>
          </a:p>
          <a:p>
            <a:r>
              <a:rPr lang="en-US" dirty="0"/>
              <a:t>You are a business analyst / founder / manager planning a market entry strategy, but you need structured thinking, clarity, and speed.</a:t>
            </a:r>
          </a:p>
        </p:txBody>
      </p:sp>
      <p:sp>
        <p:nvSpPr>
          <p:cNvPr id="7" name="Rectangle: Diagonal Corners Rounded 6">
            <a:extLst>
              <a:ext uri="{FF2B5EF4-FFF2-40B4-BE49-F238E27FC236}">
                <a16:creationId xmlns:a16="http://schemas.microsoft.com/office/drawing/2014/main" id="{A4CDFCA7-66B8-4CD5-BCFD-8D976A5262DD}"/>
              </a:ext>
            </a:extLst>
          </p:cNvPr>
          <p:cNvSpPr/>
          <p:nvPr/>
        </p:nvSpPr>
        <p:spPr>
          <a:xfrm>
            <a:off x="1111581" y="2659385"/>
            <a:ext cx="2424543" cy="879395"/>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dirty="0"/>
              <a:t>Step -1  </a:t>
            </a:r>
          </a:p>
          <a:p>
            <a:r>
              <a:rPr lang="en-US" dirty="0"/>
              <a:t>Understanding the Business Problem</a:t>
            </a:r>
          </a:p>
        </p:txBody>
      </p:sp>
      <p:sp>
        <p:nvSpPr>
          <p:cNvPr id="9" name="TextBox 8">
            <a:extLst>
              <a:ext uri="{FF2B5EF4-FFF2-40B4-BE49-F238E27FC236}">
                <a16:creationId xmlns:a16="http://schemas.microsoft.com/office/drawing/2014/main" id="{2BFDE8F8-2748-81CA-5F42-B688E56A79ED}"/>
              </a:ext>
            </a:extLst>
          </p:cNvPr>
          <p:cNvSpPr txBox="1"/>
          <p:nvPr/>
        </p:nvSpPr>
        <p:spPr>
          <a:xfrm>
            <a:off x="907474" y="3681510"/>
            <a:ext cx="3850870" cy="584775"/>
          </a:xfrm>
          <a:prstGeom prst="rect">
            <a:avLst/>
          </a:prstGeom>
          <a:noFill/>
          <a:ln w="19050">
            <a:solidFill>
              <a:schemeClr val="tx1"/>
            </a:solidFill>
          </a:ln>
        </p:spPr>
        <p:txBody>
          <a:bodyPr wrap="square">
            <a:spAutoFit/>
          </a:bodyPr>
          <a:lstStyle/>
          <a:p>
            <a:pPr>
              <a:buNone/>
            </a:pPr>
            <a:r>
              <a:rPr lang="en-US" sz="1600" b="1" dirty="0"/>
              <a:t>User asks AI: </a:t>
            </a:r>
            <a:r>
              <a:rPr lang="en-US" sz="1600" dirty="0"/>
              <a:t>“Explain the current business problem in simple terms.”</a:t>
            </a:r>
          </a:p>
        </p:txBody>
      </p:sp>
      <p:sp>
        <p:nvSpPr>
          <p:cNvPr id="22" name="TextBox 21">
            <a:extLst>
              <a:ext uri="{FF2B5EF4-FFF2-40B4-BE49-F238E27FC236}">
                <a16:creationId xmlns:a16="http://schemas.microsoft.com/office/drawing/2014/main" id="{BF262404-F8FB-A7E2-42E1-B2C213FE3BD1}"/>
              </a:ext>
            </a:extLst>
          </p:cNvPr>
          <p:cNvSpPr txBox="1"/>
          <p:nvPr/>
        </p:nvSpPr>
        <p:spPr>
          <a:xfrm>
            <a:off x="907474" y="4509302"/>
            <a:ext cx="3850870" cy="1107996"/>
          </a:xfrm>
          <a:prstGeom prst="rect">
            <a:avLst/>
          </a:prstGeom>
          <a:noFill/>
          <a:ln w="19050">
            <a:solidFill>
              <a:schemeClr val="tx1"/>
            </a:solidFill>
          </a:ln>
        </p:spPr>
        <p:txBody>
          <a:bodyPr wrap="square">
            <a:spAutoFit/>
          </a:bodyPr>
          <a:lstStyle/>
          <a:p>
            <a:r>
              <a:rPr lang="en-US" b="1" dirty="0"/>
              <a:t>AI Response:</a:t>
            </a:r>
            <a:br>
              <a:rPr lang="en-US" dirty="0"/>
            </a:br>
            <a:r>
              <a:rPr lang="en-US" sz="1600" dirty="0"/>
              <a:t>“Your company wants to enter a new market but lacks clarity on demand, competition, and pricing risks.”</a:t>
            </a:r>
            <a:endParaRPr lang="en-US" dirty="0"/>
          </a:p>
        </p:txBody>
      </p:sp>
      <p:sp>
        <p:nvSpPr>
          <p:cNvPr id="23" name="Rectangle: Diagonal Corners Rounded 22">
            <a:extLst>
              <a:ext uri="{FF2B5EF4-FFF2-40B4-BE49-F238E27FC236}">
                <a16:creationId xmlns:a16="http://schemas.microsoft.com/office/drawing/2014/main" id="{941027A3-71F7-EDF4-C71A-A05B8CE42012}"/>
              </a:ext>
            </a:extLst>
          </p:cNvPr>
          <p:cNvSpPr/>
          <p:nvPr/>
        </p:nvSpPr>
        <p:spPr>
          <a:xfrm>
            <a:off x="7001048" y="2939272"/>
            <a:ext cx="2601883" cy="556953"/>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dirty="0"/>
              <a:t>Step - 2 </a:t>
            </a:r>
            <a:r>
              <a:rPr lang="en-IN" dirty="0"/>
              <a:t>Market &amp; Competitive Analysis</a:t>
            </a:r>
            <a:endParaRPr lang="en-US" dirty="0"/>
          </a:p>
        </p:txBody>
      </p:sp>
      <p:sp>
        <p:nvSpPr>
          <p:cNvPr id="24" name="TextBox 23">
            <a:extLst>
              <a:ext uri="{FF2B5EF4-FFF2-40B4-BE49-F238E27FC236}">
                <a16:creationId xmlns:a16="http://schemas.microsoft.com/office/drawing/2014/main" id="{AF16A002-4B01-480B-A242-A55CCC84D1C1}"/>
              </a:ext>
            </a:extLst>
          </p:cNvPr>
          <p:cNvSpPr txBox="1"/>
          <p:nvPr/>
        </p:nvSpPr>
        <p:spPr>
          <a:xfrm>
            <a:off x="7001048" y="3681510"/>
            <a:ext cx="3850870" cy="584775"/>
          </a:xfrm>
          <a:prstGeom prst="rect">
            <a:avLst/>
          </a:prstGeom>
          <a:noFill/>
          <a:ln w="19050">
            <a:solidFill>
              <a:schemeClr val="tx1"/>
            </a:solidFill>
          </a:ln>
        </p:spPr>
        <p:txBody>
          <a:bodyPr wrap="square">
            <a:spAutoFit/>
          </a:bodyPr>
          <a:lstStyle/>
          <a:p>
            <a:pPr>
              <a:buNone/>
            </a:pPr>
            <a:r>
              <a:rPr lang="en-US" sz="1600" b="1" dirty="0"/>
              <a:t>User asks AI: </a:t>
            </a:r>
            <a:r>
              <a:rPr lang="en-US" sz="1600" dirty="0"/>
              <a:t>“Analyze competitors and market trends for this industry.”</a:t>
            </a:r>
          </a:p>
        </p:txBody>
      </p:sp>
      <p:sp>
        <p:nvSpPr>
          <p:cNvPr id="25" name="TextBox 24">
            <a:extLst>
              <a:ext uri="{FF2B5EF4-FFF2-40B4-BE49-F238E27FC236}">
                <a16:creationId xmlns:a16="http://schemas.microsoft.com/office/drawing/2014/main" id="{A4E36C85-CCE6-413C-202F-479779DFEF32}"/>
              </a:ext>
            </a:extLst>
          </p:cNvPr>
          <p:cNvSpPr txBox="1"/>
          <p:nvPr/>
        </p:nvSpPr>
        <p:spPr>
          <a:xfrm>
            <a:off x="7001048" y="4509302"/>
            <a:ext cx="3850870" cy="1107996"/>
          </a:xfrm>
          <a:prstGeom prst="rect">
            <a:avLst/>
          </a:prstGeom>
          <a:noFill/>
          <a:ln w="19050">
            <a:solidFill>
              <a:schemeClr val="tx1"/>
            </a:solidFill>
          </a:ln>
        </p:spPr>
        <p:txBody>
          <a:bodyPr wrap="square">
            <a:spAutoFit/>
          </a:bodyPr>
          <a:lstStyle/>
          <a:p>
            <a:r>
              <a:rPr lang="en-US" b="1" dirty="0"/>
              <a:t>AI Response:</a:t>
            </a:r>
            <a:br>
              <a:rPr lang="en-US" dirty="0"/>
            </a:br>
            <a:r>
              <a:rPr lang="en-US" sz="1600" dirty="0"/>
              <a:t>“The market has 3 dominant players, growing demand, and price sensitivity among mid-tier customers.”</a:t>
            </a:r>
            <a:endParaRPr lang="en-US" dirty="0"/>
          </a:p>
        </p:txBody>
      </p:sp>
    </p:spTree>
    <p:extLst>
      <p:ext uri="{BB962C8B-B14F-4D97-AF65-F5344CB8AC3E}">
        <p14:creationId xmlns:p14="http://schemas.microsoft.com/office/powerpoint/2010/main" val="27086328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0B232-77B2-DD9D-04A8-502F6B73F2AB}"/>
            </a:ext>
          </a:extLst>
        </p:cNvPr>
        <p:cNvGrpSpPr/>
        <p:nvPr/>
      </p:nvGrpSpPr>
      <p:grpSpPr>
        <a:xfrm>
          <a:off x="0" y="0"/>
          <a:ext cx="0" cy="0"/>
          <a:chOff x="0" y="0"/>
          <a:chExt cx="0" cy="0"/>
        </a:xfrm>
      </p:grpSpPr>
      <p:sp>
        <p:nvSpPr>
          <p:cNvPr id="7" name="Rectangle: Diagonal Corners Rounded 6">
            <a:extLst>
              <a:ext uri="{FF2B5EF4-FFF2-40B4-BE49-F238E27FC236}">
                <a16:creationId xmlns:a16="http://schemas.microsoft.com/office/drawing/2014/main" id="{55A2E8AD-5DE7-8762-2258-4CFFB7BBF42F}"/>
              </a:ext>
            </a:extLst>
          </p:cNvPr>
          <p:cNvSpPr/>
          <p:nvPr/>
        </p:nvSpPr>
        <p:spPr>
          <a:xfrm>
            <a:off x="7780711" y="309690"/>
            <a:ext cx="2601883" cy="728017"/>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dirty="0"/>
              <a:t>Step - 4  </a:t>
            </a:r>
          </a:p>
          <a:p>
            <a:pPr algn="ctr"/>
            <a:r>
              <a:rPr lang="en-IN" dirty="0"/>
              <a:t>Generating Strategic Options</a:t>
            </a:r>
            <a:endParaRPr lang="en-US" b="1" dirty="0"/>
          </a:p>
        </p:txBody>
      </p:sp>
      <p:sp>
        <p:nvSpPr>
          <p:cNvPr id="9" name="TextBox 8">
            <a:extLst>
              <a:ext uri="{FF2B5EF4-FFF2-40B4-BE49-F238E27FC236}">
                <a16:creationId xmlns:a16="http://schemas.microsoft.com/office/drawing/2014/main" id="{F7C64127-728D-A343-1D32-028ED7D7710F}"/>
              </a:ext>
            </a:extLst>
          </p:cNvPr>
          <p:cNvSpPr txBox="1"/>
          <p:nvPr/>
        </p:nvSpPr>
        <p:spPr>
          <a:xfrm>
            <a:off x="7780711" y="1051928"/>
            <a:ext cx="3850870" cy="584775"/>
          </a:xfrm>
          <a:prstGeom prst="rect">
            <a:avLst/>
          </a:prstGeom>
          <a:noFill/>
          <a:ln w="19050">
            <a:solidFill>
              <a:schemeClr val="tx1"/>
            </a:solidFill>
          </a:ln>
        </p:spPr>
        <p:txBody>
          <a:bodyPr wrap="square">
            <a:spAutoFit/>
          </a:bodyPr>
          <a:lstStyle/>
          <a:p>
            <a:pPr>
              <a:buNone/>
            </a:pPr>
            <a:r>
              <a:rPr lang="en-US" sz="1600" b="1" dirty="0"/>
              <a:t>User asks AI: </a:t>
            </a:r>
            <a:r>
              <a:rPr lang="en-US" sz="1600" dirty="0"/>
              <a:t>“Give me 3 possible market entry strategies.”</a:t>
            </a:r>
          </a:p>
        </p:txBody>
      </p:sp>
      <p:sp>
        <p:nvSpPr>
          <p:cNvPr id="22" name="TextBox 21">
            <a:extLst>
              <a:ext uri="{FF2B5EF4-FFF2-40B4-BE49-F238E27FC236}">
                <a16:creationId xmlns:a16="http://schemas.microsoft.com/office/drawing/2014/main" id="{DF01A5D4-DC4B-8E43-A43D-EEE7B78570D5}"/>
              </a:ext>
            </a:extLst>
          </p:cNvPr>
          <p:cNvSpPr txBox="1"/>
          <p:nvPr/>
        </p:nvSpPr>
        <p:spPr>
          <a:xfrm>
            <a:off x="7780711" y="1879720"/>
            <a:ext cx="3850870" cy="1107996"/>
          </a:xfrm>
          <a:prstGeom prst="rect">
            <a:avLst/>
          </a:prstGeom>
          <a:noFill/>
          <a:ln w="19050">
            <a:solidFill>
              <a:schemeClr val="tx1"/>
            </a:solidFill>
          </a:ln>
        </p:spPr>
        <p:txBody>
          <a:bodyPr wrap="square">
            <a:spAutoFit/>
          </a:bodyPr>
          <a:lstStyle/>
          <a:p>
            <a:r>
              <a:rPr lang="en-US" b="1" dirty="0"/>
              <a:t>AI Response:</a:t>
            </a:r>
            <a:br>
              <a:rPr lang="en-US" dirty="0"/>
            </a:br>
            <a:r>
              <a:rPr lang="en-US" sz="1600" dirty="0"/>
              <a:t>• Cost-leader approach</a:t>
            </a:r>
            <a:br>
              <a:rPr lang="en-US" sz="1600" dirty="0"/>
            </a:br>
            <a:r>
              <a:rPr lang="en-US" sz="1600" dirty="0"/>
              <a:t>• Niche premium positioning</a:t>
            </a:r>
            <a:br>
              <a:rPr lang="en-US" sz="1600" dirty="0"/>
            </a:br>
            <a:r>
              <a:rPr lang="en-US" sz="1600" dirty="0"/>
              <a:t>• Partnership-led expansion</a:t>
            </a:r>
            <a:endParaRPr lang="en-US" dirty="0"/>
          </a:p>
        </p:txBody>
      </p:sp>
      <p:sp>
        <p:nvSpPr>
          <p:cNvPr id="23" name="Rectangle: Diagonal Corners Rounded 22">
            <a:extLst>
              <a:ext uri="{FF2B5EF4-FFF2-40B4-BE49-F238E27FC236}">
                <a16:creationId xmlns:a16="http://schemas.microsoft.com/office/drawing/2014/main" id="{6EB5C2FA-36DB-5559-0F09-26442BEB02E9}"/>
              </a:ext>
            </a:extLst>
          </p:cNvPr>
          <p:cNvSpPr/>
          <p:nvPr/>
        </p:nvSpPr>
        <p:spPr>
          <a:xfrm>
            <a:off x="5045526" y="3066940"/>
            <a:ext cx="2601883" cy="878956"/>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dirty="0"/>
              <a:t>Step – 5</a:t>
            </a:r>
          </a:p>
          <a:p>
            <a:pPr algn="ctr"/>
            <a:r>
              <a:rPr lang="en-IN" dirty="0"/>
              <a:t>Improving &amp; Stress-Testing Strategy</a:t>
            </a:r>
            <a:endParaRPr lang="en-US" b="1" dirty="0"/>
          </a:p>
        </p:txBody>
      </p:sp>
      <p:sp>
        <p:nvSpPr>
          <p:cNvPr id="24" name="TextBox 23">
            <a:extLst>
              <a:ext uri="{FF2B5EF4-FFF2-40B4-BE49-F238E27FC236}">
                <a16:creationId xmlns:a16="http://schemas.microsoft.com/office/drawing/2014/main" id="{F9C60476-07C6-6086-3878-8C8A32DD450E}"/>
              </a:ext>
            </a:extLst>
          </p:cNvPr>
          <p:cNvSpPr txBox="1"/>
          <p:nvPr/>
        </p:nvSpPr>
        <p:spPr>
          <a:xfrm>
            <a:off x="4618309" y="4109383"/>
            <a:ext cx="3850870" cy="584775"/>
          </a:xfrm>
          <a:prstGeom prst="rect">
            <a:avLst/>
          </a:prstGeom>
          <a:noFill/>
          <a:ln w="19050">
            <a:solidFill>
              <a:schemeClr val="tx1"/>
            </a:solidFill>
          </a:ln>
        </p:spPr>
        <p:txBody>
          <a:bodyPr wrap="square">
            <a:spAutoFit/>
          </a:bodyPr>
          <a:lstStyle/>
          <a:p>
            <a:pPr>
              <a:buNone/>
            </a:pPr>
            <a:r>
              <a:rPr lang="en-US" sz="1600" b="1" dirty="0"/>
              <a:t>User asks AI: </a:t>
            </a:r>
            <a:r>
              <a:rPr lang="en-US" sz="1600" dirty="0"/>
              <a:t>“Refine the best option and highlight risks.”</a:t>
            </a:r>
          </a:p>
        </p:txBody>
      </p:sp>
      <p:sp>
        <p:nvSpPr>
          <p:cNvPr id="25" name="TextBox 24">
            <a:extLst>
              <a:ext uri="{FF2B5EF4-FFF2-40B4-BE49-F238E27FC236}">
                <a16:creationId xmlns:a16="http://schemas.microsoft.com/office/drawing/2014/main" id="{F33BA191-7F97-CBB4-ED6B-B2C8AE293299}"/>
              </a:ext>
            </a:extLst>
          </p:cNvPr>
          <p:cNvSpPr txBox="1"/>
          <p:nvPr/>
        </p:nvSpPr>
        <p:spPr>
          <a:xfrm>
            <a:off x="4629148" y="4857646"/>
            <a:ext cx="3850870" cy="1107996"/>
          </a:xfrm>
          <a:prstGeom prst="rect">
            <a:avLst/>
          </a:prstGeom>
          <a:noFill/>
          <a:ln w="19050">
            <a:solidFill>
              <a:schemeClr val="tx1"/>
            </a:solidFill>
          </a:ln>
        </p:spPr>
        <p:txBody>
          <a:bodyPr wrap="square">
            <a:spAutoFit/>
          </a:bodyPr>
          <a:lstStyle/>
          <a:p>
            <a:r>
              <a:rPr lang="en-US" b="1" dirty="0"/>
              <a:t>AI Response:</a:t>
            </a:r>
            <a:br>
              <a:rPr lang="en-US" dirty="0"/>
            </a:br>
            <a:r>
              <a:rPr lang="en-US" sz="1600" dirty="0"/>
              <a:t>“The niche strategy reduces competition but depends heavily on brand trust and early adopters.”</a:t>
            </a:r>
            <a:endParaRPr lang="en-US" dirty="0"/>
          </a:p>
        </p:txBody>
      </p:sp>
      <p:sp>
        <p:nvSpPr>
          <p:cNvPr id="2" name="Rectangle: Diagonal Corners Rounded 1">
            <a:extLst>
              <a:ext uri="{FF2B5EF4-FFF2-40B4-BE49-F238E27FC236}">
                <a16:creationId xmlns:a16="http://schemas.microsoft.com/office/drawing/2014/main" id="{E8D1511E-C787-B466-0FEC-8291B11F0B41}"/>
              </a:ext>
            </a:extLst>
          </p:cNvPr>
          <p:cNvSpPr/>
          <p:nvPr/>
        </p:nvSpPr>
        <p:spPr>
          <a:xfrm>
            <a:off x="778278" y="228600"/>
            <a:ext cx="2601883" cy="728017"/>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dirty="0"/>
              <a:t>Step – 3 </a:t>
            </a:r>
          </a:p>
          <a:p>
            <a:pPr algn="ctr"/>
            <a:r>
              <a:rPr lang="en-IN" dirty="0"/>
              <a:t>Learning Strategic Concepts</a:t>
            </a:r>
            <a:endParaRPr lang="en-US" dirty="0"/>
          </a:p>
        </p:txBody>
      </p:sp>
      <p:sp>
        <p:nvSpPr>
          <p:cNvPr id="3" name="TextBox 2">
            <a:extLst>
              <a:ext uri="{FF2B5EF4-FFF2-40B4-BE49-F238E27FC236}">
                <a16:creationId xmlns:a16="http://schemas.microsoft.com/office/drawing/2014/main" id="{519F03A5-662D-4CB2-BCDD-71156A4483A4}"/>
              </a:ext>
            </a:extLst>
          </p:cNvPr>
          <p:cNvSpPr txBox="1"/>
          <p:nvPr/>
        </p:nvSpPr>
        <p:spPr>
          <a:xfrm>
            <a:off x="778278" y="1141902"/>
            <a:ext cx="3850870" cy="584775"/>
          </a:xfrm>
          <a:prstGeom prst="rect">
            <a:avLst/>
          </a:prstGeom>
          <a:noFill/>
          <a:ln w="19050">
            <a:solidFill>
              <a:schemeClr val="tx1"/>
            </a:solidFill>
          </a:ln>
        </p:spPr>
        <p:txBody>
          <a:bodyPr wrap="square">
            <a:spAutoFit/>
          </a:bodyPr>
          <a:lstStyle/>
          <a:p>
            <a:pPr>
              <a:buNone/>
            </a:pPr>
            <a:r>
              <a:rPr lang="en-US" sz="1600" b="1" dirty="0"/>
              <a:t>User asks AI: </a:t>
            </a:r>
            <a:r>
              <a:rPr lang="en-US" sz="1600" dirty="0"/>
              <a:t>“What is a go-to-market strategy?”</a:t>
            </a:r>
          </a:p>
        </p:txBody>
      </p:sp>
      <p:sp>
        <p:nvSpPr>
          <p:cNvPr id="4" name="TextBox 3">
            <a:extLst>
              <a:ext uri="{FF2B5EF4-FFF2-40B4-BE49-F238E27FC236}">
                <a16:creationId xmlns:a16="http://schemas.microsoft.com/office/drawing/2014/main" id="{28DD5EF4-72AE-4097-ECE4-F3E80FAA1A76}"/>
              </a:ext>
            </a:extLst>
          </p:cNvPr>
          <p:cNvSpPr txBox="1"/>
          <p:nvPr/>
        </p:nvSpPr>
        <p:spPr>
          <a:xfrm>
            <a:off x="778278" y="1712722"/>
            <a:ext cx="3850870" cy="1354217"/>
          </a:xfrm>
          <a:prstGeom prst="rect">
            <a:avLst/>
          </a:prstGeom>
          <a:noFill/>
          <a:ln w="19050">
            <a:solidFill>
              <a:schemeClr val="tx1"/>
            </a:solidFill>
          </a:ln>
        </p:spPr>
        <p:txBody>
          <a:bodyPr wrap="square">
            <a:spAutoFit/>
          </a:bodyPr>
          <a:lstStyle/>
          <a:p>
            <a:r>
              <a:rPr lang="en-US" b="1" dirty="0"/>
              <a:t>AI Response:</a:t>
            </a:r>
            <a:br>
              <a:rPr lang="en-US" dirty="0"/>
            </a:br>
            <a:r>
              <a:rPr lang="en-US" sz="1600" dirty="0"/>
              <a:t>“A go-to-market strategy defines how a company delivers value, reaches customers, prices offerings, and scales growth.”</a:t>
            </a:r>
            <a:endParaRPr lang="en-US" dirty="0"/>
          </a:p>
        </p:txBody>
      </p:sp>
      <p:sp>
        <p:nvSpPr>
          <p:cNvPr id="10" name="TextBox 9">
            <a:extLst>
              <a:ext uri="{FF2B5EF4-FFF2-40B4-BE49-F238E27FC236}">
                <a16:creationId xmlns:a16="http://schemas.microsoft.com/office/drawing/2014/main" id="{1FA7E1A0-1060-B982-E5FC-AFCBD29E1180}"/>
              </a:ext>
            </a:extLst>
          </p:cNvPr>
          <p:cNvSpPr txBox="1"/>
          <p:nvPr/>
        </p:nvSpPr>
        <p:spPr>
          <a:xfrm>
            <a:off x="778278" y="6138615"/>
            <a:ext cx="10559243" cy="369332"/>
          </a:xfrm>
          <a:prstGeom prst="rect">
            <a:avLst/>
          </a:prstGeom>
          <a:noFill/>
          <a:ln w="19050">
            <a:solidFill>
              <a:schemeClr val="tx1"/>
            </a:solidFill>
          </a:ln>
        </p:spPr>
        <p:txBody>
          <a:bodyPr wrap="square">
            <a:spAutoFit/>
          </a:bodyPr>
          <a:lstStyle/>
          <a:p>
            <a:pPr algn="ctr"/>
            <a:r>
              <a:rPr lang="en-US" b="1" dirty="0"/>
              <a:t>AI works best in business when it helps you think through options before making decisions.</a:t>
            </a:r>
            <a:endParaRPr lang="en-US" dirty="0"/>
          </a:p>
        </p:txBody>
      </p:sp>
    </p:spTree>
    <p:extLst>
      <p:ext uri="{BB962C8B-B14F-4D97-AF65-F5344CB8AC3E}">
        <p14:creationId xmlns:p14="http://schemas.microsoft.com/office/powerpoint/2010/main" val="42804898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E8A30-B144-24BB-B4E7-EC3BB6383E3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8CD8BF6-569F-DAAD-EDFE-5074C52E8E61}"/>
              </a:ext>
            </a:extLst>
          </p:cNvPr>
          <p:cNvSpPr/>
          <p:nvPr/>
        </p:nvSpPr>
        <p:spPr>
          <a:xfrm>
            <a:off x="0" y="145044"/>
            <a:ext cx="12192000" cy="535500"/>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b="1" dirty="0">
                <a:latin typeface="+mj-lt"/>
              </a:rPr>
              <a:t>Multimodal &amp; Cross-Language Use</a:t>
            </a:r>
            <a:endParaRPr lang="en-US" sz="3600" b="1" dirty="0">
              <a:latin typeface="+mj-lt"/>
            </a:endParaRPr>
          </a:p>
        </p:txBody>
      </p:sp>
      <p:sp>
        <p:nvSpPr>
          <p:cNvPr id="13" name="TextBox 12">
            <a:extLst>
              <a:ext uri="{FF2B5EF4-FFF2-40B4-BE49-F238E27FC236}">
                <a16:creationId xmlns:a16="http://schemas.microsoft.com/office/drawing/2014/main" id="{C516A127-50E8-1474-632A-81290E75AF0B}"/>
              </a:ext>
            </a:extLst>
          </p:cNvPr>
          <p:cNvSpPr txBox="1"/>
          <p:nvPr/>
        </p:nvSpPr>
        <p:spPr>
          <a:xfrm>
            <a:off x="838200" y="1244688"/>
            <a:ext cx="10515600" cy="461665"/>
          </a:xfrm>
          <a:prstGeom prst="rect">
            <a:avLst/>
          </a:prstGeom>
          <a:noFill/>
        </p:spPr>
        <p:txBody>
          <a:bodyPr wrap="square">
            <a:spAutoFit/>
          </a:bodyPr>
          <a:lstStyle/>
          <a:p>
            <a:pPr algn="ctr">
              <a:buNone/>
            </a:pPr>
            <a:r>
              <a:rPr lang="en-US" sz="2400" b="1" dirty="0">
                <a:latin typeface="+mj-lt"/>
              </a:rPr>
              <a:t>Using AI beyond text and beyond one language</a:t>
            </a:r>
          </a:p>
        </p:txBody>
      </p:sp>
      <p:sp>
        <p:nvSpPr>
          <p:cNvPr id="14" name="Rectangle 1">
            <a:extLst>
              <a:ext uri="{FF2B5EF4-FFF2-40B4-BE49-F238E27FC236}">
                <a16:creationId xmlns:a16="http://schemas.microsoft.com/office/drawing/2014/main" id="{4203F7A5-F9C4-A441-8795-4CA63C542130}"/>
              </a:ext>
            </a:extLst>
          </p:cNvPr>
          <p:cNvSpPr>
            <a:spLocks noGrp="1" noChangeArrowheads="1"/>
          </p:cNvSpPr>
          <p:nvPr>
            <p:ph idx="1"/>
          </p:nvPr>
        </p:nvSpPr>
        <p:spPr bwMode="auto">
          <a:xfrm>
            <a:off x="838200" y="2091726"/>
            <a:ext cx="105156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rPr>
              <a:t>AI today works with more than just text</a:t>
            </a:r>
          </a:p>
          <a:p>
            <a:pPr marL="0" indent="0" eaLnBrk="0" fontAlgn="base" hangingPunct="0">
              <a:lnSpc>
                <a:spcPct val="100000"/>
              </a:lnSpc>
              <a:spcBef>
                <a:spcPct val="0"/>
              </a:spcBef>
              <a:spcAft>
                <a:spcPct val="0"/>
              </a:spcAft>
              <a:buNone/>
            </a:pPr>
            <a:r>
              <a:rPr kumimoji="0" lang="en-US" altLang="en-US" sz="2400" b="0" i="0" u="none" strike="noStrike" cap="none" normalizeH="0" baseline="0" dirty="0">
                <a:ln>
                  <a:noFill/>
                </a:ln>
                <a:solidFill>
                  <a:schemeClr val="tx1"/>
                </a:solidFill>
                <a:effectLst/>
              </a:rPr>
              <a:t>It can handle:</a:t>
            </a:r>
          </a:p>
          <a:p>
            <a:pPr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rPr>
              <a:t>images</a:t>
            </a:r>
          </a:p>
          <a:p>
            <a:pPr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rPr>
              <a:t>mixed inputs</a:t>
            </a:r>
          </a:p>
          <a:p>
            <a:pPr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rPr>
              <a:t>multiple languages</a:t>
            </a:r>
          </a:p>
          <a:p>
            <a:pPr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rPr>
              <a:t>Most people get awkward or inaccurate results because they don’t guide AI clearly</a:t>
            </a:r>
          </a:p>
          <a:p>
            <a:pPr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rPr>
              <a:t>This section shows how to use these abilities in a </a:t>
            </a:r>
            <a:r>
              <a:rPr kumimoji="0" lang="en-US" altLang="en-US" sz="2400" b="1" i="0" u="none" strike="noStrike" cap="none" normalizeH="0" baseline="0" dirty="0">
                <a:ln>
                  <a:noFill/>
                </a:ln>
                <a:solidFill>
                  <a:schemeClr val="tx1"/>
                </a:solidFill>
                <a:effectLst/>
              </a:rPr>
              <a:t>practical, grounded way</a:t>
            </a:r>
            <a:endParaRPr kumimoji="0" lang="en-US" altLang="en-US" sz="2400" b="0" i="0" u="none" strike="noStrike" cap="none" normalizeH="0" baseline="0" dirty="0">
              <a:ln>
                <a:noFill/>
              </a:ln>
              <a:solidFill>
                <a:schemeClr val="tx1"/>
              </a:solidFill>
              <a:effectLst/>
            </a:endParaRPr>
          </a:p>
        </p:txBody>
      </p:sp>
      <p:sp>
        <p:nvSpPr>
          <p:cNvPr id="17" name="TextBox 16">
            <a:extLst>
              <a:ext uri="{FF2B5EF4-FFF2-40B4-BE49-F238E27FC236}">
                <a16:creationId xmlns:a16="http://schemas.microsoft.com/office/drawing/2014/main" id="{412A2E8D-65FC-FF56-6ED7-036C6A670386}"/>
              </a:ext>
            </a:extLst>
          </p:cNvPr>
          <p:cNvSpPr txBox="1"/>
          <p:nvPr/>
        </p:nvSpPr>
        <p:spPr>
          <a:xfrm>
            <a:off x="838200" y="5731502"/>
            <a:ext cx="10436352" cy="461665"/>
          </a:xfrm>
          <a:prstGeom prst="rect">
            <a:avLst/>
          </a:prstGeom>
          <a:noFill/>
        </p:spPr>
        <p:txBody>
          <a:bodyPr wrap="square">
            <a:spAutoFit/>
          </a:bodyPr>
          <a:lstStyle/>
          <a:p>
            <a:pPr algn="ctr">
              <a:buNone/>
            </a:pPr>
            <a:r>
              <a:rPr lang="en-US" sz="2400" b="1" dirty="0">
                <a:solidFill>
                  <a:srgbClr val="38BDF8"/>
                </a:solidFill>
              </a:rPr>
              <a:t>Multimodal use still requires clear guidance.</a:t>
            </a:r>
          </a:p>
        </p:txBody>
      </p:sp>
      <p:pic>
        <p:nvPicPr>
          <p:cNvPr id="20" name="Graphic 19" descr="Document with solid fill">
            <a:extLst>
              <a:ext uri="{FF2B5EF4-FFF2-40B4-BE49-F238E27FC236}">
                <a16:creationId xmlns:a16="http://schemas.microsoft.com/office/drawing/2014/main" id="{ED3B39B7-6128-577C-85C5-CBDBA3C3B5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214104" y="2762053"/>
            <a:ext cx="914400" cy="914400"/>
          </a:xfrm>
          <a:prstGeom prst="rect">
            <a:avLst/>
          </a:prstGeom>
        </p:spPr>
      </p:pic>
      <p:pic>
        <p:nvPicPr>
          <p:cNvPr id="22" name="Graphic 21" descr="Speech with solid fill">
            <a:extLst>
              <a:ext uri="{FF2B5EF4-FFF2-40B4-BE49-F238E27FC236}">
                <a16:creationId xmlns:a16="http://schemas.microsoft.com/office/drawing/2014/main" id="{44E3C0BC-1801-82DB-ABEB-B2E14D8BAAB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833360" y="2787977"/>
            <a:ext cx="914400" cy="914400"/>
          </a:xfrm>
          <a:prstGeom prst="rect">
            <a:avLst/>
          </a:prstGeom>
        </p:spPr>
      </p:pic>
      <p:pic>
        <p:nvPicPr>
          <p:cNvPr id="24" name="Graphic 23" descr="Camera with solid fill">
            <a:extLst>
              <a:ext uri="{FF2B5EF4-FFF2-40B4-BE49-F238E27FC236}">
                <a16:creationId xmlns:a16="http://schemas.microsoft.com/office/drawing/2014/main" id="{E50016BB-0951-D2AA-53A3-1114DA7024E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071872" y="2762053"/>
            <a:ext cx="914400" cy="914400"/>
          </a:xfrm>
          <a:prstGeom prst="rect">
            <a:avLst/>
          </a:prstGeom>
        </p:spPr>
      </p:pic>
      <p:pic>
        <p:nvPicPr>
          <p:cNvPr id="26" name="Graphic 25" descr="Employee badge with solid fill">
            <a:extLst>
              <a:ext uri="{FF2B5EF4-FFF2-40B4-BE49-F238E27FC236}">
                <a16:creationId xmlns:a16="http://schemas.microsoft.com/office/drawing/2014/main" id="{C8D0BA5A-2F75-A561-8479-C2E6DC24828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452616" y="2787977"/>
            <a:ext cx="914400" cy="914400"/>
          </a:xfrm>
          <a:prstGeom prst="rect">
            <a:avLst/>
          </a:prstGeom>
        </p:spPr>
      </p:pic>
    </p:spTree>
    <p:extLst>
      <p:ext uri="{BB962C8B-B14F-4D97-AF65-F5344CB8AC3E}">
        <p14:creationId xmlns:p14="http://schemas.microsoft.com/office/powerpoint/2010/main" val="132162395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A78BC-E934-0C9D-7923-ADD084070E6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3FEDF10-6F3A-F0EC-6F09-E6FB2C6D6BA9}"/>
              </a:ext>
            </a:extLst>
          </p:cNvPr>
          <p:cNvSpPr/>
          <p:nvPr/>
        </p:nvSpPr>
        <p:spPr>
          <a:xfrm>
            <a:off x="64737" y="487323"/>
            <a:ext cx="7342848" cy="5355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b="1" u="sng" dirty="0">
                <a:solidFill>
                  <a:schemeClr val="tx1"/>
                </a:solidFill>
                <a:latin typeface="+mj-lt"/>
              </a:rPr>
              <a:t>How to Guide AI in Multimodal Tasks</a:t>
            </a:r>
          </a:p>
        </p:txBody>
      </p:sp>
      <p:graphicFrame>
        <p:nvGraphicFramePr>
          <p:cNvPr id="13" name="Content Placeholder 12">
            <a:extLst>
              <a:ext uri="{FF2B5EF4-FFF2-40B4-BE49-F238E27FC236}">
                <a16:creationId xmlns:a16="http://schemas.microsoft.com/office/drawing/2014/main" id="{F4879724-A3A4-D698-C336-66850E1649E2}"/>
              </a:ext>
            </a:extLst>
          </p:cNvPr>
          <p:cNvGraphicFramePr>
            <a:graphicFrameLocks noGrp="1"/>
          </p:cNvGraphicFramePr>
          <p:nvPr>
            <p:ph idx="1"/>
            <p:extLst>
              <p:ext uri="{D42A27DB-BD31-4B8C-83A1-F6EECF244321}">
                <p14:modId xmlns:p14="http://schemas.microsoft.com/office/powerpoint/2010/main" val="1916020710"/>
              </p:ext>
            </p:extLst>
          </p:nvPr>
        </p:nvGraphicFramePr>
        <p:xfrm>
          <a:off x="822016" y="-751840"/>
          <a:ext cx="10992356" cy="83196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5" name="TextBox 14">
            <a:extLst>
              <a:ext uri="{FF2B5EF4-FFF2-40B4-BE49-F238E27FC236}">
                <a16:creationId xmlns:a16="http://schemas.microsoft.com/office/drawing/2014/main" id="{7E669657-467A-B300-5B2F-08442728FFD7}"/>
              </a:ext>
            </a:extLst>
          </p:cNvPr>
          <p:cNvSpPr txBox="1"/>
          <p:nvPr/>
        </p:nvSpPr>
        <p:spPr>
          <a:xfrm>
            <a:off x="377628" y="5909012"/>
            <a:ext cx="10515600" cy="461665"/>
          </a:xfrm>
          <a:prstGeom prst="rect">
            <a:avLst/>
          </a:prstGeom>
          <a:noFill/>
        </p:spPr>
        <p:txBody>
          <a:bodyPr wrap="square">
            <a:spAutoFit/>
          </a:bodyPr>
          <a:lstStyle/>
          <a:p>
            <a:pPr algn="ctr">
              <a:buNone/>
            </a:pPr>
            <a:r>
              <a:rPr lang="en-US" sz="2400" b="1" dirty="0">
                <a:solidFill>
                  <a:srgbClr val="38BDF8"/>
                </a:solidFill>
                <a:latin typeface="+mj-lt"/>
              </a:rPr>
              <a:t>AI doesn’t assume intent — you must state it.</a:t>
            </a:r>
          </a:p>
        </p:txBody>
      </p:sp>
    </p:spTree>
    <p:extLst>
      <p:ext uri="{BB962C8B-B14F-4D97-AF65-F5344CB8AC3E}">
        <p14:creationId xmlns:p14="http://schemas.microsoft.com/office/powerpoint/2010/main" val="277605943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194F9-57EE-0694-3CA4-94BE87D4464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24FC959-41B0-DDAE-0EDA-65431C662DBF}"/>
              </a:ext>
            </a:extLst>
          </p:cNvPr>
          <p:cNvSpPr txBox="1"/>
          <p:nvPr/>
        </p:nvSpPr>
        <p:spPr>
          <a:xfrm>
            <a:off x="746069" y="442303"/>
            <a:ext cx="6097384" cy="461665"/>
          </a:xfrm>
          <a:prstGeom prst="rect">
            <a:avLst/>
          </a:prstGeom>
          <a:noFill/>
        </p:spPr>
        <p:txBody>
          <a:bodyPr wrap="square">
            <a:spAutoFit/>
          </a:bodyPr>
          <a:lstStyle/>
          <a:p>
            <a:pPr>
              <a:buNone/>
            </a:pPr>
            <a:r>
              <a:rPr lang="en-US" sz="2400" b="1" u="sng" dirty="0">
                <a:solidFill>
                  <a:schemeClr val="accent1">
                    <a:lumMod val="50000"/>
                  </a:schemeClr>
                </a:solidFill>
              </a:rPr>
              <a:t>Example: Using AI for Technical Help</a:t>
            </a:r>
          </a:p>
        </p:txBody>
      </p:sp>
      <p:sp>
        <p:nvSpPr>
          <p:cNvPr id="6" name="Rectangle: Rounded Corners 5">
            <a:extLst>
              <a:ext uri="{FF2B5EF4-FFF2-40B4-BE49-F238E27FC236}">
                <a16:creationId xmlns:a16="http://schemas.microsoft.com/office/drawing/2014/main" id="{A045D651-14E3-2777-E2A7-A73F1E4E1CE7}"/>
              </a:ext>
            </a:extLst>
          </p:cNvPr>
          <p:cNvSpPr/>
          <p:nvPr/>
        </p:nvSpPr>
        <p:spPr>
          <a:xfrm>
            <a:off x="3141023" y="1240702"/>
            <a:ext cx="5909954" cy="129372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dirty="0"/>
              <a:t>Scenario</a:t>
            </a:r>
          </a:p>
          <a:p>
            <a:pPr algn="ctr"/>
            <a:r>
              <a:rPr lang="en-US" dirty="0"/>
              <a:t>You are working with images, charts, and multilingual content for business or learning, and you want accurate, context-aware AI responses — not generic output</a:t>
            </a:r>
          </a:p>
        </p:txBody>
      </p:sp>
      <p:sp>
        <p:nvSpPr>
          <p:cNvPr id="7" name="Rectangle: Diagonal Corners Rounded 6">
            <a:extLst>
              <a:ext uri="{FF2B5EF4-FFF2-40B4-BE49-F238E27FC236}">
                <a16:creationId xmlns:a16="http://schemas.microsoft.com/office/drawing/2014/main" id="{227F2C5D-963A-6FD6-076D-E110145CD655}"/>
              </a:ext>
            </a:extLst>
          </p:cNvPr>
          <p:cNvSpPr/>
          <p:nvPr/>
        </p:nvSpPr>
        <p:spPr>
          <a:xfrm>
            <a:off x="907474" y="2939272"/>
            <a:ext cx="2601883" cy="556953"/>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-1  </a:t>
            </a:r>
          </a:p>
          <a:p>
            <a:pPr algn="ctr"/>
            <a:r>
              <a:rPr lang="en-US" dirty="0"/>
              <a:t>Understanding Input</a:t>
            </a:r>
          </a:p>
        </p:txBody>
      </p:sp>
      <p:sp>
        <p:nvSpPr>
          <p:cNvPr id="9" name="TextBox 8">
            <a:extLst>
              <a:ext uri="{FF2B5EF4-FFF2-40B4-BE49-F238E27FC236}">
                <a16:creationId xmlns:a16="http://schemas.microsoft.com/office/drawing/2014/main" id="{76235BA1-445B-5578-68C6-70524E8EA845}"/>
              </a:ext>
            </a:extLst>
          </p:cNvPr>
          <p:cNvSpPr txBox="1"/>
          <p:nvPr/>
        </p:nvSpPr>
        <p:spPr>
          <a:xfrm>
            <a:off x="907474" y="3681510"/>
            <a:ext cx="3850870" cy="584775"/>
          </a:xfrm>
          <a:prstGeom prst="rect">
            <a:avLst/>
          </a:prstGeom>
          <a:noFill/>
          <a:ln w="19050">
            <a:solidFill>
              <a:schemeClr val="tx1"/>
            </a:solidFill>
          </a:ln>
        </p:spPr>
        <p:txBody>
          <a:bodyPr wrap="square">
            <a:spAutoFit/>
          </a:bodyPr>
          <a:lstStyle/>
          <a:p>
            <a:pPr>
              <a:buNone/>
            </a:pPr>
            <a:r>
              <a:rPr lang="en-US" sz="1600" b="1" dirty="0"/>
              <a:t>User asks AI: </a:t>
            </a:r>
            <a:r>
              <a:rPr lang="en-US" sz="1600" dirty="0"/>
              <a:t>“Explain what’s happening in this image in simple terms.”</a:t>
            </a:r>
          </a:p>
        </p:txBody>
      </p:sp>
      <p:sp>
        <p:nvSpPr>
          <p:cNvPr id="22" name="TextBox 21">
            <a:extLst>
              <a:ext uri="{FF2B5EF4-FFF2-40B4-BE49-F238E27FC236}">
                <a16:creationId xmlns:a16="http://schemas.microsoft.com/office/drawing/2014/main" id="{E17BFE79-4447-C828-CAB1-51D6A6F80C65}"/>
              </a:ext>
            </a:extLst>
          </p:cNvPr>
          <p:cNvSpPr txBox="1"/>
          <p:nvPr/>
        </p:nvSpPr>
        <p:spPr>
          <a:xfrm>
            <a:off x="907474" y="4509302"/>
            <a:ext cx="3850870" cy="1107996"/>
          </a:xfrm>
          <a:prstGeom prst="rect">
            <a:avLst/>
          </a:prstGeom>
          <a:noFill/>
          <a:ln w="19050">
            <a:solidFill>
              <a:schemeClr val="tx1"/>
            </a:solidFill>
          </a:ln>
        </p:spPr>
        <p:txBody>
          <a:bodyPr wrap="square">
            <a:spAutoFit/>
          </a:bodyPr>
          <a:lstStyle/>
          <a:p>
            <a:r>
              <a:rPr lang="en-US" b="1" dirty="0"/>
              <a:t>AI Response:</a:t>
            </a:r>
            <a:br>
              <a:rPr lang="en-US" dirty="0"/>
            </a:br>
            <a:r>
              <a:rPr lang="en-US" sz="1600" dirty="0"/>
              <a:t>“This image shows a process flow where user input moves through multiple steps before producing an output.”</a:t>
            </a:r>
            <a:endParaRPr lang="en-US" dirty="0"/>
          </a:p>
        </p:txBody>
      </p:sp>
      <p:sp>
        <p:nvSpPr>
          <p:cNvPr id="23" name="Rectangle: Diagonal Corners Rounded 22">
            <a:extLst>
              <a:ext uri="{FF2B5EF4-FFF2-40B4-BE49-F238E27FC236}">
                <a16:creationId xmlns:a16="http://schemas.microsoft.com/office/drawing/2014/main" id="{7474007C-4546-41EA-3EC7-1DDEE34EB471}"/>
              </a:ext>
            </a:extLst>
          </p:cNvPr>
          <p:cNvSpPr/>
          <p:nvPr/>
        </p:nvSpPr>
        <p:spPr>
          <a:xfrm>
            <a:off x="7001048" y="2939272"/>
            <a:ext cx="2601883" cy="556953"/>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- 2 </a:t>
            </a:r>
            <a:r>
              <a:rPr lang="en-IN" dirty="0"/>
              <a:t>Clarifying Visual Data</a:t>
            </a:r>
            <a:endParaRPr lang="en-US" dirty="0"/>
          </a:p>
        </p:txBody>
      </p:sp>
      <p:sp>
        <p:nvSpPr>
          <p:cNvPr id="24" name="TextBox 23">
            <a:extLst>
              <a:ext uri="{FF2B5EF4-FFF2-40B4-BE49-F238E27FC236}">
                <a16:creationId xmlns:a16="http://schemas.microsoft.com/office/drawing/2014/main" id="{D59A3F0B-983F-3C70-918A-C91D59C05300}"/>
              </a:ext>
            </a:extLst>
          </p:cNvPr>
          <p:cNvSpPr txBox="1"/>
          <p:nvPr/>
        </p:nvSpPr>
        <p:spPr>
          <a:xfrm>
            <a:off x="7001048" y="3681510"/>
            <a:ext cx="3850870" cy="584775"/>
          </a:xfrm>
          <a:prstGeom prst="rect">
            <a:avLst/>
          </a:prstGeom>
          <a:noFill/>
          <a:ln w="19050">
            <a:solidFill>
              <a:schemeClr val="tx1"/>
            </a:solidFill>
          </a:ln>
        </p:spPr>
        <p:txBody>
          <a:bodyPr wrap="square">
            <a:spAutoFit/>
          </a:bodyPr>
          <a:lstStyle/>
          <a:p>
            <a:pPr>
              <a:buNone/>
            </a:pPr>
            <a:r>
              <a:rPr lang="en-US" sz="1600" b="1" dirty="0"/>
              <a:t>User asks AI: </a:t>
            </a:r>
            <a:r>
              <a:rPr lang="en-US" sz="1600" dirty="0"/>
              <a:t>“Describe this chart and explain the key trend.”</a:t>
            </a:r>
          </a:p>
        </p:txBody>
      </p:sp>
      <p:sp>
        <p:nvSpPr>
          <p:cNvPr id="25" name="TextBox 24">
            <a:extLst>
              <a:ext uri="{FF2B5EF4-FFF2-40B4-BE49-F238E27FC236}">
                <a16:creationId xmlns:a16="http://schemas.microsoft.com/office/drawing/2014/main" id="{3A89533D-9367-45E5-D0DC-F3958E28752D}"/>
              </a:ext>
            </a:extLst>
          </p:cNvPr>
          <p:cNvSpPr txBox="1"/>
          <p:nvPr/>
        </p:nvSpPr>
        <p:spPr>
          <a:xfrm>
            <a:off x="7001048" y="4509302"/>
            <a:ext cx="3850870" cy="1107996"/>
          </a:xfrm>
          <a:prstGeom prst="rect">
            <a:avLst/>
          </a:prstGeom>
          <a:noFill/>
          <a:ln w="19050">
            <a:solidFill>
              <a:schemeClr val="tx1"/>
            </a:solidFill>
          </a:ln>
        </p:spPr>
        <p:txBody>
          <a:bodyPr wrap="square">
            <a:spAutoFit/>
          </a:bodyPr>
          <a:lstStyle/>
          <a:p>
            <a:r>
              <a:rPr lang="en-US" b="1" dirty="0"/>
              <a:t>AI Response:</a:t>
            </a:r>
            <a:br>
              <a:rPr lang="en-US" dirty="0"/>
            </a:br>
            <a:r>
              <a:rPr lang="en-US" sz="1600" dirty="0"/>
              <a:t>“The chart shows steady growth over time, with a sharp increase in the final quarter.”</a:t>
            </a:r>
            <a:endParaRPr lang="en-US" dirty="0"/>
          </a:p>
        </p:txBody>
      </p:sp>
    </p:spTree>
    <p:extLst>
      <p:ext uri="{BB962C8B-B14F-4D97-AF65-F5344CB8AC3E}">
        <p14:creationId xmlns:p14="http://schemas.microsoft.com/office/powerpoint/2010/main" val="183084746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BABDC-CA7F-7BA6-EF1A-9E4AF43E38C0}"/>
            </a:ext>
          </a:extLst>
        </p:cNvPr>
        <p:cNvGrpSpPr/>
        <p:nvPr/>
      </p:nvGrpSpPr>
      <p:grpSpPr>
        <a:xfrm>
          <a:off x="0" y="0"/>
          <a:ext cx="0" cy="0"/>
          <a:chOff x="0" y="0"/>
          <a:chExt cx="0" cy="0"/>
        </a:xfrm>
      </p:grpSpPr>
      <p:sp>
        <p:nvSpPr>
          <p:cNvPr id="7" name="Rectangle: Diagonal Corners Rounded 6">
            <a:extLst>
              <a:ext uri="{FF2B5EF4-FFF2-40B4-BE49-F238E27FC236}">
                <a16:creationId xmlns:a16="http://schemas.microsoft.com/office/drawing/2014/main" id="{1601B81C-DF56-0583-79F5-5E8D74F3CCB3}"/>
              </a:ext>
            </a:extLst>
          </p:cNvPr>
          <p:cNvSpPr/>
          <p:nvPr/>
        </p:nvSpPr>
        <p:spPr>
          <a:xfrm>
            <a:off x="7780711" y="309690"/>
            <a:ext cx="2601883" cy="556953"/>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- 4  </a:t>
            </a:r>
            <a:r>
              <a:rPr lang="en-IN" dirty="0"/>
              <a:t>Cultural Context Awareness</a:t>
            </a:r>
            <a:endParaRPr lang="en-US" dirty="0"/>
          </a:p>
        </p:txBody>
      </p:sp>
      <p:sp>
        <p:nvSpPr>
          <p:cNvPr id="9" name="TextBox 8">
            <a:extLst>
              <a:ext uri="{FF2B5EF4-FFF2-40B4-BE49-F238E27FC236}">
                <a16:creationId xmlns:a16="http://schemas.microsoft.com/office/drawing/2014/main" id="{C81192A6-FF7C-1ACB-9B2C-D51993445B6D}"/>
              </a:ext>
            </a:extLst>
          </p:cNvPr>
          <p:cNvSpPr txBox="1"/>
          <p:nvPr/>
        </p:nvSpPr>
        <p:spPr>
          <a:xfrm>
            <a:off x="7780711" y="1051928"/>
            <a:ext cx="3850870" cy="584775"/>
          </a:xfrm>
          <a:prstGeom prst="rect">
            <a:avLst/>
          </a:prstGeom>
          <a:noFill/>
          <a:ln w="19050">
            <a:solidFill>
              <a:schemeClr val="tx1"/>
            </a:solidFill>
          </a:ln>
        </p:spPr>
        <p:txBody>
          <a:bodyPr wrap="square">
            <a:spAutoFit/>
          </a:bodyPr>
          <a:lstStyle/>
          <a:p>
            <a:pPr>
              <a:buNone/>
            </a:pPr>
            <a:r>
              <a:rPr lang="en-US" sz="1600" b="1" dirty="0"/>
              <a:t>User asks AI: </a:t>
            </a:r>
            <a:r>
              <a:rPr lang="en-US" sz="1600" dirty="0"/>
              <a:t>“Translate this and explain any cultural meaning.”</a:t>
            </a:r>
          </a:p>
        </p:txBody>
      </p:sp>
      <p:sp>
        <p:nvSpPr>
          <p:cNvPr id="22" name="TextBox 21">
            <a:extLst>
              <a:ext uri="{FF2B5EF4-FFF2-40B4-BE49-F238E27FC236}">
                <a16:creationId xmlns:a16="http://schemas.microsoft.com/office/drawing/2014/main" id="{ECEAA620-E6FE-E5C5-2C51-46297D8AFC70}"/>
              </a:ext>
            </a:extLst>
          </p:cNvPr>
          <p:cNvSpPr txBox="1"/>
          <p:nvPr/>
        </p:nvSpPr>
        <p:spPr>
          <a:xfrm>
            <a:off x="7780711" y="1879720"/>
            <a:ext cx="3850870" cy="1107996"/>
          </a:xfrm>
          <a:prstGeom prst="rect">
            <a:avLst/>
          </a:prstGeom>
          <a:noFill/>
          <a:ln w="19050">
            <a:solidFill>
              <a:schemeClr val="tx1"/>
            </a:solidFill>
          </a:ln>
        </p:spPr>
        <p:txBody>
          <a:bodyPr wrap="square">
            <a:spAutoFit/>
          </a:bodyPr>
          <a:lstStyle/>
          <a:p>
            <a:r>
              <a:rPr lang="en-US" b="1" dirty="0"/>
              <a:t>AI Response:</a:t>
            </a:r>
            <a:br>
              <a:rPr lang="en-US" dirty="0"/>
            </a:br>
            <a:r>
              <a:rPr lang="en-US" sz="1600" dirty="0"/>
              <a:t>“This phrase reflects respect and formality common in professional communication in that culture.”</a:t>
            </a:r>
            <a:endParaRPr lang="en-US" dirty="0"/>
          </a:p>
        </p:txBody>
      </p:sp>
      <p:sp>
        <p:nvSpPr>
          <p:cNvPr id="23" name="Rectangle: Diagonal Corners Rounded 22">
            <a:extLst>
              <a:ext uri="{FF2B5EF4-FFF2-40B4-BE49-F238E27FC236}">
                <a16:creationId xmlns:a16="http://schemas.microsoft.com/office/drawing/2014/main" id="{3C5B67B2-F289-BD5F-C1B7-DDCEAFCA170B}"/>
              </a:ext>
            </a:extLst>
          </p:cNvPr>
          <p:cNvSpPr/>
          <p:nvPr/>
        </p:nvSpPr>
        <p:spPr>
          <a:xfrm>
            <a:off x="4629148" y="2817513"/>
            <a:ext cx="2601883" cy="556953"/>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 5</a:t>
            </a:r>
          </a:p>
          <a:p>
            <a:pPr algn="ctr"/>
            <a:r>
              <a:rPr lang="en-IN" dirty="0"/>
              <a:t>Combining Modalities</a:t>
            </a:r>
            <a:endParaRPr lang="en-US" b="1" dirty="0"/>
          </a:p>
        </p:txBody>
      </p:sp>
      <p:sp>
        <p:nvSpPr>
          <p:cNvPr id="24" name="TextBox 23">
            <a:extLst>
              <a:ext uri="{FF2B5EF4-FFF2-40B4-BE49-F238E27FC236}">
                <a16:creationId xmlns:a16="http://schemas.microsoft.com/office/drawing/2014/main" id="{642B3309-86E9-75B5-6166-6E84733B5977}"/>
              </a:ext>
            </a:extLst>
          </p:cNvPr>
          <p:cNvSpPr txBox="1"/>
          <p:nvPr/>
        </p:nvSpPr>
        <p:spPr>
          <a:xfrm>
            <a:off x="4629148" y="3559751"/>
            <a:ext cx="3850870" cy="830997"/>
          </a:xfrm>
          <a:prstGeom prst="rect">
            <a:avLst/>
          </a:prstGeom>
          <a:noFill/>
          <a:ln w="19050">
            <a:solidFill>
              <a:schemeClr val="tx1"/>
            </a:solidFill>
          </a:ln>
        </p:spPr>
        <p:txBody>
          <a:bodyPr wrap="square">
            <a:spAutoFit/>
          </a:bodyPr>
          <a:lstStyle/>
          <a:p>
            <a:pPr>
              <a:buNone/>
            </a:pPr>
            <a:r>
              <a:rPr lang="en-US" sz="1600" b="1" dirty="0"/>
              <a:t>User asks AI: </a:t>
            </a:r>
            <a:r>
              <a:rPr lang="en-US" sz="1600" dirty="0"/>
              <a:t>“Explain this concept in English, then summarize it in simple Spanish.”</a:t>
            </a:r>
          </a:p>
        </p:txBody>
      </p:sp>
      <p:sp>
        <p:nvSpPr>
          <p:cNvPr id="25" name="TextBox 24">
            <a:extLst>
              <a:ext uri="{FF2B5EF4-FFF2-40B4-BE49-F238E27FC236}">
                <a16:creationId xmlns:a16="http://schemas.microsoft.com/office/drawing/2014/main" id="{26F6354E-1ABF-34FA-664E-3185F6838162}"/>
              </a:ext>
            </a:extLst>
          </p:cNvPr>
          <p:cNvSpPr txBox="1"/>
          <p:nvPr/>
        </p:nvSpPr>
        <p:spPr>
          <a:xfrm>
            <a:off x="4629148" y="4387543"/>
            <a:ext cx="3850870" cy="1107996"/>
          </a:xfrm>
          <a:prstGeom prst="rect">
            <a:avLst/>
          </a:prstGeom>
          <a:noFill/>
          <a:ln w="19050">
            <a:solidFill>
              <a:schemeClr val="tx1"/>
            </a:solidFill>
          </a:ln>
        </p:spPr>
        <p:txBody>
          <a:bodyPr wrap="square">
            <a:spAutoFit/>
          </a:bodyPr>
          <a:lstStyle/>
          <a:p>
            <a:r>
              <a:rPr lang="en-US" b="1" dirty="0"/>
              <a:t>AI Response:</a:t>
            </a:r>
            <a:br>
              <a:rPr lang="en-US" dirty="0"/>
            </a:br>
            <a:r>
              <a:rPr lang="en-US" sz="1600" dirty="0"/>
              <a:t>“The concept is explained clearly in English, followed by a concise Spanish summary for wider accessibility.”</a:t>
            </a:r>
            <a:endParaRPr lang="en-US" dirty="0"/>
          </a:p>
        </p:txBody>
      </p:sp>
      <p:sp>
        <p:nvSpPr>
          <p:cNvPr id="2" name="Rectangle: Diagonal Corners Rounded 1">
            <a:extLst>
              <a:ext uri="{FF2B5EF4-FFF2-40B4-BE49-F238E27FC236}">
                <a16:creationId xmlns:a16="http://schemas.microsoft.com/office/drawing/2014/main" id="{2F85DC8D-F9C7-63E2-D628-BF31AAAE2070}"/>
              </a:ext>
            </a:extLst>
          </p:cNvPr>
          <p:cNvSpPr/>
          <p:nvPr/>
        </p:nvSpPr>
        <p:spPr>
          <a:xfrm>
            <a:off x="892577" y="198176"/>
            <a:ext cx="2879323" cy="742238"/>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 3  </a:t>
            </a:r>
            <a:r>
              <a:rPr lang="en-IN" dirty="0"/>
              <a:t>Cross-Language Understanding</a:t>
            </a:r>
            <a:endParaRPr lang="en-US" dirty="0"/>
          </a:p>
        </p:txBody>
      </p:sp>
      <p:sp>
        <p:nvSpPr>
          <p:cNvPr id="3" name="TextBox 2">
            <a:extLst>
              <a:ext uri="{FF2B5EF4-FFF2-40B4-BE49-F238E27FC236}">
                <a16:creationId xmlns:a16="http://schemas.microsoft.com/office/drawing/2014/main" id="{A00D5D12-03DC-96DA-D216-7B4CB6B775B6}"/>
              </a:ext>
            </a:extLst>
          </p:cNvPr>
          <p:cNvSpPr txBox="1"/>
          <p:nvPr/>
        </p:nvSpPr>
        <p:spPr>
          <a:xfrm>
            <a:off x="786442" y="1141902"/>
            <a:ext cx="3850870" cy="584775"/>
          </a:xfrm>
          <a:prstGeom prst="rect">
            <a:avLst/>
          </a:prstGeom>
          <a:noFill/>
          <a:ln w="19050">
            <a:solidFill>
              <a:schemeClr val="tx1"/>
            </a:solidFill>
          </a:ln>
        </p:spPr>
        <p:txBody>
          <a:bodyPr wrap="square">
            <a:spAutoFit/>
          </a:bodyPr>
          <a:lstStyle/>
          <a:p>
            <a:pPr>
              <a:buNone/>
            </a:pPr>
            <a:r>
              <a:rPr lang="en-US" sz="1600" b="1" dirty="0"/>
              <a:t>User asks AI: </a:t>
            </a:r>
            <a:r>
              <a:rPr lang="en-US" sz="1600" dirty="0"/>
              <a:t>“Translate this text into English and keep the tone natural.”</a:t>
            </a:r>
          </a:p>
        </p:txBody>
      </p:sp>
      <p:sp>
        <p:nvSpPr>
          <p:cNvPr id="4" name="TextBox 3">
            <a:extLst>
              <a:ext uri="{FF2B5EF4-FFF2-40B4-BE49-F238E27FC236}">
                <a16:creationId xmlns:a16="http://schemas.microsoft.com/office/drawing/2014/main" id="{B7E00FAE-5D76-A557-4FAE-466AD3093CEE}"/>
              </a:ext>
            </a:extLst>
          </p:cNvPr>
          <p:cNvSpPr txBox="1"/>
          <p:nvPr/>
        </p:nvSpPr>
        <p:spPr>
          <a:xfrm>
            <a:off x="778278" y="1712722"/>
            <a:ext cx="3850870" cy="1107996"/>
          </a:xfrm>
          <a:prstGeom prst="rect">
            <a:avLst/>
          </a:prstGeom>
          <a:noFill/>
          <a:ln w="19050">
            <a:solidFill>
              <a:schemeClr val="tx1"/>
            </a:solidFill>
          </a:ln>
        </p:spPr>
        <p:txBody>
          <a:bodyPr wrap="square">
            <a:spAutoFit/>
          </a:bodyPr>
          <a:lstStyle/>
          <a:p>
            <a:r>
              <a:rPr lang="en-US" b="1" dirty="0"/>
              <a:t>AI Response:</a:t>
            </a:r>
            <a:br>
              <a:rPr lang="en-US" dirty="0"/>
            </a:br>
            <a:r>
              <a:rPr lang="en-US" sz="1600" dirty="0"/>
              <a:t>“The translated text conveys the same message while preserving the original intent and tone.”</a:t>
            </a:r>
            <a:endParaRPr lang="en-US" dirty="0"/>
          </a:p>
        </p:txBody>
      </p:sp>
      <p:sp>
        <p:nvSpPr>
          <p:cNvPr id="10" name="TextBox 9">
            <a:extLst>
              <a:ext uri="{FF2B5EF4-FFF2-40B4-BE49-F238E27FC236}">
                <a16:creationId xmlns:a16="http://schemas.microsoft.com/office/drawing/2014/main" id="{517713B9-6B0A-349C-1127-06334A24E5D0}"/>
              </a:ext>
            </a:extLst>
          </p:cNvPr>
          <p:cNvSpPr txBox="1"/>
          <p:nvPr/>
        </p:nvSpPr>
        <p:spPr>
          <a:xfrm>
            <a:off x="778278" y="5882908"/>
            <a:ext cx="11043608" cy="646331"/>
          </a:xfrm>
          <a:prstGeom prst="rect">
            <a:avLst/>
          </a:prstGeom>
          <a:noFill/>
          <a:ln w="19050">
            <a:solidFill>
              <a:schemeClr val="tx1"/>
            </a:solidFill>
          </a:ln>
        </p:spPr>
        <p:txBody>
          <a:bodyPr wrap="square">
            <a:spAutoFit/>
          </a:bodyPr>
          <a:lstStyle/>
          <a:p>
            <a:pPr algn="ctr"/>
            <a:r>
              <a:rPr lang="en-US" b="1" dirty="0"/>
              <a:t>AI becomes powerful when you guide it clearly across inputs and languages — not when you assume it understands your intent.</a:t>
            </a:r>
            <a:endParaRPr lang="en-US" dirty="0"/>
          </a:p>
        </p:txBody>
      </p:sp>
    </p:spTree>
    <p:extLst>
      <p:ext uri="{BB962C8B-B14F-4D97-AF65-F5344CB8AC3E}">
        <p14:creationId xmlns:p14="http://schemas.microsoft.com/office/powerpoint/2010/main" val="275016917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524939B-6164-E8D6-A131-60199A299912}"/>
              </a:ext>
            </a:extLst>
          </p:cNvPr>
          <p:cNvSpPr txBox="1"/>
          <p:nvPr/>
        </p:nvSpPr>
        <p:spPr>
          <a:xfrm>
            <a:off x="0" y="224605"/>
            <a:ext cx="12192000" cy="646331"/>
          </a:xfrm>
          <a:prstGeom prst="rect">
            <a:avLst/>
          </a:prstGeom>
          <a:solidFill>
            <a:schemeClr val="accent2">
              <a:lumMod val="75000"/>
            </a:schemeClr>
          </a:solidFill>
          <a:ln>
            <a:solidFill>
              <a:schemeClr val="tx2">
                <a:lumMod val="25000"/>
                <a:lumOff val="75000"/>
              </a:schemeClr>
            </a:solidFill>
          </a:ln>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IN" sz="3600" b="1" dirty="0">
                <a:latin typeface="+mj-lt"/>
              </a:rPr>
              <a:t>Writing &amp; Content Creation</a:t>
            </a:r>
          </a:p>
        </p:txBody>
      </p:sp>
      <p:sp>
        <p:nvSpPr>
          <p:cNvPr id="12" name="TextBox 11">
            <a:extLst>
              <a:ext uri="{FF2B5EF4-FFF2-40B4-BE49-F238E27FC236}">
                <a16:creationId xmlns:a16="http://schemas.microsoft.com/office/drawing/2014/main" id="{5E0936B9-E667-DCB9-4E96-646B62FF1795}"/>
              </a:ext>
            </a:extLst>
          </p:cNvPr>
          <p:cNvSpPr txBox="1"/>
          <p:nvPr/>
        </p:nvSpPr>
        <p:spPr>
          <a:xfrm>
            <a:off x="-59784" y="5524973"/>
            <a:ext cx="10634224" cy="523220"/>
          </a:xfrm>
          <a:prstGeom prst="rect">
            <a:avLst/>
          </a:prstGeom>
          <a:noFill/>
        </p:spPr>
        <p:txBody>
          <a:bodyPr wrap="square">
            <a:spAutoFit/>
          </a:bodyPr>
          <a:lstStyle/>
          <a:p>
            <a:pPr algn="ctr"/>
            <a:r>
              <a:rPr lang="en-US" sz="2800" b="1" dirty="0">
                <a:solidFill>
                  <a:srgbClr val="38BDF8"/>
                </a:solidFill>
                <a:latin typeface="+mj-lt"/>
              </a:rPr>
              <a:t>AI should assist your writing — not control it</a:t>
            </a:r>
            <a:endParaRPr lang="en-US" sz="2800" dirty="0">
              <a:solidFill>
                <a:srgbClr val="38BDF8"/>
              </a:solidFill>
              <a:latin typeface="+mj-lt"/>
            </a:endParaRPr>
          </a:p>
        </p:txBody>
      </p:sp>
      <p:sp>
        <p:nvSpPr>
          <p:cNvPr id="2" name="TextBox 1">
            <a:extLst>
              <a:ext uri="{FF2B5EF4-FFF2-40B4-BE49-F238E27FC236}">
                <a16:creationId xmlns:a16="http://schemas.microsoft.com/office/drawing/2014/main" id="{BC00B741-1937-AF85-DFDB-336F0AD36052}"/>
              </a:ext>
            </a:extLst>
          </p:cNvPr>
          <p:cNvSpPr txBox="1"/>
          <p:nvPr/>
        </p:nvSpPr>
        <p:spPr>
          <a:xfrm>
            <a:off x="1033291" y="1158063"/>
            <a:ext cx="9963576" cy="461665"/>
          </a:xfrm>
          <a:prstGeom prst="rect">
            <a:avLst/>
          </a:prstGeom>
          <a:noFill/>
        </p:spPr>
        <p:txBody>
          <a:bodyPr wrap="square" rtlCol="0">
            <a:spAutoFit/>
          </a:bodyPr>
          <a:lstStyle/>
          <a:p>
            <a:pPr algn="ctr"/>
            <a:r>
              <a:rPr lang="en-US" sz="2400" b="1" dirty="0"/>
              <a:t>Using AI to improve real-life writing tasks</a:t>
            </a:r>
          </a:p>
        </p:txBody>
      </p:sp>
      <p:sp>
        <p:nvSpPr>
          <p:cNvPr id="3" name="TextBox 2">
            <a:extLst>
              <a:ext uri="{FF2B5EF4-FFF2-40B4-BE49-F238E27FC236}">
                <a16:creationId xmlns:a16="http://schemas.microsoft.com/office/drawing/2014/main" id="{D550D960-98C5-ED24-32FF-1D42530048CB}"/>
              </a:ext>
            </a:extLst>
          </p:cNvPr>
          <p:cNvSpPr txBox="1"/>
          <p:nvPr/>
        </p:nvSpPr>
        <p:spPr>
          <a:xfrm>
            <a:off x="1309068" y="2003918"/>
            <a:ext cx="7142819" cy="3416320"/>
          </a:xfrm>
          <a:prstGeom prst="rect">
            <a:avLst/>
          </a:prstGeom>
          <a:noFill/>
        </p:spPr>
        <p:txBody>
          <a:bodyPr wrap="square" rtlCol="0">
            <a:spAutoFit/>
          </a:bodyPr>
          <a:lstStyle/>
          <a:p>
            <a:pPr marL="342900" indent="-342900">
              <a:buFont typeface="Arial" panose="020B0604020202020204" pitchFamily="34" charset="0"/>
              <a:buChar char="•"/>
            </a:pPr>
            <a:r>
              <a:rPr lang="en-US" sz="2400" dirty="0"/>
              <a:t>AI is commonly used for everyday writing</a:t>
            </a:r>
          </a:p>
          <a:p>
            <a:pPr marL="342900" indent="-342900">
              <a:buFont typeface="Arial" panose="020B0604020202020204" pitchFamily="34" charset="0"/>
              <a:buChar char="•"/>
            </a:pPr>
            <a:r>
              <a:rPr lang="en-US" sz="2400" dirty="0"/>
              <a:t>But results often feel:</a:t>
            </a:r>
          </a:p>
          <a:p>
            <a:pPr marL="800100" lvl="1" indent="-342900">
              <a:buFont typeface="Arial" panose="020B0604020202020204" pitchFamily="34" charset="0"/>
              <a:buChar char="•"/>
            </a:pPr>
            <a:r>
              <a:rPr lang="en-US" sz="2400" dirty="0"/>
              <a:t>too generic</a:t>
            </a:r>
          </a:p>
          <a:p>
            <a:pPr marL="800100" lvl="1" indent="-342900">
              <a:buFont typeface="Arial" panose="020B0604020202020204" pitchFamily="34" charset="0"/>
              <a:buChar char="•"/>
            </a:pPr>
            <a:r>
              <a:rPr lang="en-US" sz="2400" dirty="0"/>
              <a:t>not in your voice</a:t>
            </a:r>
          </a:p>
          <a:p>
            <a:pPr marL="800100" lvl="1" indent="-342900">
              <a:buFont typeface="Arial" panose="020B0604020202020204" pitchFamily="34" charset="0"/>
              <a:buChar char="•"/>
            </a:pPr>
            <a:r>
              <a:rPr lang="en-US" sz="2400" dirty="0"/>
              <a:t>overly polished or unusable</a:t>
            </a:r>
          </a:p>
          <a:p>
            <a:pPr marL="800100" lvl="1" indent="-342900">
              <a:buFont typeface="Arial" panose="020B0604020202020204" pitchFamily="34" charset="0"/>
              <a:buChar char="•"/>
            </a:pPr>
            <a:endParaRPr lang="en-US" sz="2400" dirty="0"/>
          </a:p>
          <a:p>
            <a:r>
              <a:rPr lang="en-US" sz="2400" dirty="0"/>
              <a:t>This section shows how to </a:t>
            </a:r>
            <a:r>
              <a:rPr lang="en-US" sz="2400" b="1" dirty="0"/>
              <a:t>guide AI</a:t>
            </a:r>
            <a:r>
              <a:rPr lang="en-US" sz="2400" dirty="0"/>
              <a:t> instead of letting it replace your thinking</a:t>
            </a:r>
          </a:p>
          <a:p>
            <a:endParaRPr lang="en-US" sz="2400" b="1" dirty="0"/>
          </a:p>
        </p:txBody>
      </p:sp>
      <p:pic>
        <p:nvPicPr>
          <p:cNvPr id="5" name="Graphic 4" descr="Pencil with solid fill">
            <a:extLst>
              <a:ext uri="{FF2B5EF4-FFF2-40B4-BE49-F238E27FC236}">
                <a16:creationId xmlns:a16="http://schemas.microsoft.com/office/drawing/2014/main" id="{51D0D680-9013-506C-234B-C9E7515F457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46120" y="2392294"/>
            <a:ext cx="1319784" cy="1319784"/>
          </a:xfrm>
          <a:prstGeom prst="rect">
            <a:avLst/>
          </a:prstGeom>
        </p:spPr>
      </p:pic>
    </p:spTree>
    <p:extLst>
      <p:ext uri="{BB962C8B-B14F-4D97-AF65-F5344CB8AC3E}">
        <p14:creationId xmlns:p14="http://schemas.microsoft.com/office/powerpoint/2010/main" val="200371988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2DECE2A-FFCF-816B-A6D9-822FF0B1F987}"/>
              </a:ext>
            </a:extLst>
          </p:cNvPr>
          <p:cNvSpPr/>
          <p:nvPr/>
        </p:nvSpPr>
        <p:spPr>
          <a:xfrm>
            <a:off x="85641" y="590585"/>
            <a:ext cx="6428447" cy="6763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u="sng" dirty="0">
                <a:solidFill>
                  <a:schemeClr val="tx1"/>
                </a:solidFill>
                <a:latin typeface="+mj-lt"/>
              </a:rPr>
              <a:t>How to Use AI Effectively for Writing</a:t>
            </a:r>
          </a:p>
        </p:txBody>
      </p:sp>
      <p:sp>
        <p:nvSpPr>
          <p:cNvPr id="7" name="TextBox 6">
            <a:extLst>
              <a:ext uri="{FF2B5EF4-FFF2-40B4-BE49-F238E27FC236}">
                <a16:creationId xmlns:a16="http://schemas.microsoft.com/office/drawing/2014/main" id="{2EABF15A-CD28-F23E-A01C-1B08679FB24F}"/>
              </a:ext>
            </a:extLst>
          </p:cNvPr>
          <p:cNvSpPr txBox="1"/>
          <p:nvPr/>
        </p:nvSpPr>
        <p:spPr>
          <a:xfrm>
            <a:off x="536435" y="1383495"/>
            <a:ext cx="10515599" cy="4401205"/>
          </a:xfrm>
          <a:prstGeom prst="rect">
            <a:avLst/>
          </a:prstGeom>
          <a:noFill/>
        </p:spPr>
        <p:txBody>
          <a:bodyPr wrap="square">
            <a:spAutoFit/>
          </a:bodyPr>
          <a:lstStyle/>
          <a:p>
            <a:pPr marL="285750" indent="-285750">
              <a:buFont typeface="Arial" panose="020B0604020202020204" pitchFamily="34" charset="0"/>
              <a:buChar char="•"/>
            </a:pPr>
            <a:r>
              <a:rPr lang="en-IN" sz="2000" b="1" dirty="0"/>
              <a:t>First drafts</a:t>
            </a:r>
          </a:p>
          <a:p>
            <a:r>
              <a:rPr lang="en-IN" sz="2000" dirty="0"/>
              <a:t>      Create a rough draft. I’ll refine it.</a:t>
            </a:r>
          </a:p>
          <a:p>
            <a:endParaRPr lang="en-IN" sz="2000" dirty="0"/>
          </a:p>
          <a:p>
            <a:pPr marL="285750" indent="-285750">
              <a:buFont typeface="Arial" panose="020B0604020202020204" pitchFamily="34" charset="0"/>
              <a:buChar char="•"/>
            </a:pPr>
            <a:r>
              <a:rPr lang="en-IN" sz="2000" b="1" dirty="0"/>
              <a:t>Rewriting</a:t>
            </a:r>
          </a:p>
          <a:p>
            <a:r>
              <a:rPr lang="en-IN" sz="2000" dirty="0"/>
              <a:t>      Rewrite this to sound clearer and friendlier.</a:t>
            </a:r>
          </a:p>
          <a:p>
            <a:endParaRPr lang="en-IN" sz="2000" dirty="0"/>
          </a:p>
          <a:p>
            <a:pPr marL="285750" indent="-285750">
              <a:buFont typeface="Arial" panose="020B0604020202020204" pitchFamily="34" charset="0"/>
              <a:buChar char="•"/>
            </a:pPr>
            <a:r>
              <a:rPr lang="en-IN" sz="2000" b="1" dirty="0"/>
              <a:t>Editing</a:t>
            </a:r>
          </a:p>
          <a:p>
            <a:r>
              <a:rPr lang="en-IN" sz="2000" dirty="0"/>
              <a:t>      Fix grammar and improve flow without changing meaning.</a:t>
            </a:r>
          </a:p>
          <a:p>
            <a:endParaRPr lang="en-IN" sz="2000" dirty="0"/>
          </a:p>
          <a:p>
            <a:pPr marL="285750" indent="-285750">
              <a:buFont typeface="Arial" panose="020B0604020202020204" pitchFamily="34" charset="0"/>
              <a:buChar char="•"/>
            </a:pPr>
            <a:r>
              <a:rPr lang="en-IN" sz="2000" b="1" dirty="0"/>
              <a:t>Summarizing </a:t>
            </a:r>
          </a:p>
          <a:p>
            <a:r>
              <a:rPr lang="en-IN" sz="2000" dirty="0"/>
              <a:t>      Shorten this to 3 key points.</a:t>
            </a:r>
          </a:p>
          <a:p>
            <a:endParaRPr lang="en-IN" sz="2000" dirty="0"/>
          </a:p>
          <a:p>
            <a:pPr marL="285750" indent="-285750">
              <a:buFont typeface="Arial" panose="020B0604020202020204" pitchFamily="34" charset="0"/>
              <a:buChar char="•"/>
            </a:pPr>
            <a:r>
              <a:rPr lang="en-IN" sz="2000" b="1" dirty="0"/>
              <a:t>Changing tone</a:t>
            </a:r>
          </a:p>
          <a:p>
            <a:r>
              <a:rPr lang="en-IN" sz="2000" dirty="0"/>
              <a:t>       Make this sound more professional.</a:t>
            </a:r>
          </a:p>
        </p:txBody>
      </p:sp>
      <p:sp>
        <p:nvSpPr>
          <p:cNvPr id="9" name="TextBox 8">
            <a:extLst>
              <a:ext uri="{FF2B5EF4-FFF2-40B4-BE49-F238E27FC236}">
                <a16:creationId xmlns:a16="http://schemas.microsoft.com/office/drawing/2014/main" id="{5AAE7B78-9B41-1EC7-EC9D-C4BA71BB34EF}"/>
              </a:ext>
            </a:extLst>
          </p:cNvPr>
          <p:cNvSpPr txBox="1"/>
          <p:nvPr/>
        </p:nvSpPr>
        <p:spPr>
          <a:xfrm>
            <a:off x="2417281" y="5784700"/>
            <a:ext cx="7549679" cy="461665"/>
          </a:xfrm>
          <a:prstGeom prst="rect">
            <a:avLst/>
          </a:prstGeom>
          <a:noFill/>
        </p:spPr>
        <p:txBody>
          <a:bodyPr wrap="square">
            <a:spAutoFit/>
          </a:bodyPr>
          <a:lstStyle/>
          <a:p>
            <a:pPr algn="ctr">
              <a:buNone/>
            </a:pPr>
            <a:r>
              <a:rPr lang="en-US" sz="2400" b="1" dirty="0">
                <a:solidFill>
                  <a:srgbClr val="38BDF8"/>
                </a:solidFill>
                <a:latin typeface="+mj-lt"/>
              </a:rPr>
              <a:t>AI doesn’t know your voice unless you describe it.</a:t>
            </a:r>
          </a:p>
        </p:txBody>
      </p:sp>
      <p:pic>
        <p:nvPicPr>
          <p:cNvPr id="18" name="Picture 17">
            <a:extLst>
              <a:ext uri="{FF2B5EF4-FFF2-40B4-BE49-F238E27FC236}">
                <a16:creationId xmlns:a16="http://schemas.microsoft.com/office/drawing/2014/main" id="{AB5D2638-C31F-1FBD-D5AA-115233F4E277}"/>
              </a:ext>
            </a:extLst>
          </p:cNvPr>
          <p:cNvPicPr>
            <a:picLocks noChangeAspect="1"/>
          </p:cNvPicPr>
          <p:nvPr/>
        </p:nvPicPr>
        <p:blipFill>
          <a:blip r:embed="rId2"/>
          <a:stretch>
            <a:fillRect/>
          </a:stretch>
        </p:blipFill>
        <p:spPr>
          <a:xfrm>
            <a:off x="7982712" y="2409702"/>
            <a:ext cx="2395728" cy="2656074"/>
          </a:xfrm>
          <a:prstGeom prst="rect">
            <a:avLst/>
          </a:prstGeom>
        </p:spPr>
      </p:pic>
    </p:spTree>
    <p:extLst>
      <p:ext uri="{BB962C8B-B14F-4D97-AF65-F5344CB8AC3E}">
        <p14:creationId xmlns:p14="http://schemas.microsoft.com/office/powerpoint/2010/main" val="102099544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936D2-3BCF-C8B4-968C-0DB711454F8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DD5CFDE-222A-D437-D865-D8503BB89A93}"/>
              </a:ext>
            </a:extLst>
          </p:cNvPr>
          <p:cNvSpPr txBox="1"/>
          <p:nvPr/>
        </p:nvSpPr>
        <p:spPr>
          <a:xfrm>
            <a:off x="746069" y="442303"/>
            <a:ext cx="6097384" cy="461665"/>
          </a:xfrm>
          <a:prstGeom prst="rect">
            <a:avLst/>
          </a:prstGeom>
          <a:noFill/>
        </p:spPr>
        <p:txBody>
          <a:bodyPr wrap="square">
            <a:spAutoFit/>
          </a:bodyPr>
          <a:lstStyle/>
          <a:p>
            <a:pPr>
              <a:buNone/>
            </a:pPr>
            <a:r>
              <a:rPr lang="en-US" sz="2400" b="1" u="sng" dirty="0">
                <a:solidFill>
                  <a:schemeClr val="accent1">
                    <a:lumMod val="50000"/>
                  </a:schemeClr>
                </a:solidFill>
              </a:rPr>
              <a:t>Example: Using AI for Technical Help</a:t>
            </a:r>
          </a:p>
        </p:txBody>
      </p:sp>
      <p:sp>
        <p:nvSpPr>
          <p:cNvPr id="6" name="Rectangle: Rounded Corners 5">
            <a:extLst>
              <a:ext uri="{FF2B5EF4-FFF2-40B4-BE49-F238E27FC236}">
                <a16:creationId xmlns:a16="http://schemas.microsoft.com/office/drawing/2014/main" id="{2EB447DB-5A73-F64A-0CA6-83509DC5C84F}"/>
              </a:ext>
            </a:extLst>
          </p:cNvPr>
          <p:cNvSpPr/>
          <p:nvPr/>
        </p:nvSpPr>
        <p:spPr>
          <a:xfrm>
            <a:off x="3332017" y="1154880"/>
            <a:ext cx="5527965" cy="14555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Scenario</a:t>
            </a:r>
          </a:p>
          <a:p>
            <a:pPr algn="ctr"/>
            <a:r>
              <a:rPr lang="en-US" dirty="0"/>
              <a:t>You are creating </a:t>
            </a:r>
            <a:r>
              <a:rPr lang="en-US" b="1" dirty="0"/>
              <a:t>professional content</a:t>
            </a:r>
            <a:r>
              <a:rPr lang="en-US" dirty="0"/>
              <a:t> (emails, blogs, LinkedIn posts, reports), but you want </a:t>
            </a:r>
            <a:r>
              <a:rPr lang="en-US" b="1" dirty="0"/>
              <a:t>clarity, structure, and consistency</a:t>
            </a:r>
            <a:r>
              <a:rPr lang="en-US" dirty="0"/>
              <a:t> without rewriting everything manually.</a:t>
            </a:r>
          </a:p>
        </p:txBody>
      </p:sp>
      <p:sp>
        <p:nvSpPr>
          <p:cNvPr id="7" name="Rectangle: Diagonal Corners Rounded 6">
            <a:extLst>
              <a:ext uri="{FF2B5EF4-FFF2-40B4-BE49-F238E27FC236}">
                <a16:creationId xmlns:a16="http://schemas.microsoft.com/office/drawing/2014/main" id="{99FEDA9E-45FF-FBFC-2A2F-A9B29EF5F7A6}"/>
              </a:ext>
            </a:extLst>
          </p:cNvPr>
          <p:cNvSpPr/>
          <p:nvPr/>
        </p:nvSpPr>
        <p:spPr>
          <a:xfrm>
            <a:off x="907474" y="2751364"/>
            <a:ext cx="2601883" cy="744861"/>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-1  </a:t>
            </a:r>
          </a:p>
          <a:p>
            <a:pPr algn="ctr"/>
            <a:r>
              <a:rPr lang="en-IN" dirty="0"/>
              <a:t>Understanding the Writing Goal</a:t>
            </a:r>
            <a:endParaRPr lang="en-US" dirty="0"/>
          </a:p>
        </p:txBody>
      </p:sp>
      <p:sp>
        <p:nvSpPr>
          <p:cNvPr id="9" name="TextBox 8">
            <a:extLst>
              <a:ext uri="{FF2B5EF4-FFF2-40B4-BE49-F238E27FC236}">
                <a16:creationId xmlns:a16="http://schemas.microsoft.com/office/drawing/2014/main" id="{EE91F769-223D-EE2E-24AB-4F5A956D378E}"/>
              </a:ext>
            </a:extLst>
          </p:cNvPr>
          <p:cNvSpPr txBox="1"/>
          <p:nvPr/>
        </p:nvSpPr>
        <p:spPr>
          <a:xfrm>
            <a:off x="907474" y="3681510"/>
            <a:ext cx="3850870" cy="584775"/>
          </a:xfrm>
          <a:prstGeom prst="rect">
            <a:avLst/>
          </a:prstGeom>
          <a:noFill/>
          <a:ln w="19050">
            <a:solidFill>
              <a:schemeClr val="tx1"/>
            </a:solidFill>
          </a:ln>
        </p:spPr>
        <p:txBody>
          <a:bodyPr wrap="square">
            <a:spAutoFit/>
          </a:bodyPr>
          <a:lstStyle/>
          <a:p>
            <a:pPr>
              <a:buNone/>
            </a:pPr>
            <a:r>
              <a:rPr lang="en-US" sz="1600" b="1" dirty="0"/>
              <a:t>User asks AI: </a:t>
            </a:r>
            <a:r>
              <a:rPr lang="en-US" sz="1600" dirty="0"/>
              <a:t>“Help me understand what this content should communicate.”</a:t>
            </a:r>
          </a:p>
        </p:txBody>
      </p:sp>
      <p:sp>
        <p:nvSpPr>
          <p:cNvPr id="22" name="TextBox 21">
            <a:extLst>
              <a:ext uri="{FF2B5EF4-FFF2-40B4-BE49-F238E27FC236}">
                <a16:creationId xmlns:a16="http://schemas.microsoft.com/office/drawing/2014/main" id="{6CCA07FB-5DE4-ADD8-902D-4E20295CB661}"/>
              </a:ext>
            </a:extLst>
          </p:cNvPr>
          <p:cNvSpPr txBox="1"/>
          <p:nvPr/>
        </p:nvSpPr>
        <p:spPr>
          <a:xfrm>
            <a:off x="907474" y="4509302"/>
            <a:ext cx="3850870" cy="1107996"/>
          </a:xfrm>
          <a:prstGeom prst="rect">
            <a:avLst/>
          </a:prstGeom>
          <a:noFill/>
          <a:ln w="19050">
            <a:solidFill>
              <a:schemeClr val="tx1"/>
            </a:solidFill>
          </a:ln>
        </p:spPr>
        <p:txBody>
          <a:bodyPr wrap="square">
            <a:spAutoFit/>
          </a:bodyPr>
          <a:lstStyle/>
          <a:p>
            <a:r>
              <a:rPr lang="en-US" b="1" dirty="0"/>
              <a:t>AI Response:</a:t>
            </a:r>
            <a:br>
              <a:rPr lang="en-US" dirty="0"/>
            </a:br>
            <a:r>
              <a:rPr lang="en-US" sz="1600" dirty="0"/>
              <a:t>“The goal is to clearly explain the idea, target a specific audience, and maintain a professional tone.”</a:t>
            </a:r>
            <a:endParaRPr lang="en-US" dirty="0"/>
          </a:p>
        </p:txBody>
      </p:sp>
      <p:sp>
        <p:nvSpPr>
          <p:cNvPr id="23" name="Rectangle: Diagonal Corners Rounded 22">
            <a:extLst>
              <a:ext uri="{FF2B5EF4-FFF2-40B4-BE49-F238E27FC236}">
                <a16:creationId xmlns:a16="http://schemas.microsoft.com/office/drawing/2014/main" id="{A1E373F4-FE16-C445-17CF-CD3C2939ED3D}"/>
              </a:ext>
            </a:extLst>
          </p:cNvPr>
          <p:cNvSpPr/>
          <p:nvPr/>
        </p:nvSpPr>
        <p:spPr>
          <a:xfrm>
            <a:off x="7001048" y="2939272"/>
            <a:ext cx="2601883" cy="556953"/>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- 2 </a:t>
            </a:r>
            <a:r>
              <a:rPr lang="en-IN" dirty="0"/>
              <a:t>Structuring the Content</a:t>
            </a:r>
            <a:endParaRPr lang="en-US" dirty="0"/>
          </a:p>
        </p:txBody>
      </p:sp>
      <p:sp>
        <p:nvSpPr>
          <p:cNvPr id="24" name="TextBox 23">
            <a:extLst>
              <a:ext uri="{FF2B5EF4-FFF2-40B4-BE49-F238E27FC236}">
                <a16:creationId xmlns:a16="http://schemas.microsoft.com/office/drawing/2014/main" id="{44B2D006-0214-F8B3-AF77-5987EBBECF18}"/>
              </a:ext>
            </a:extLst>
          </p:cNvPr>
          <p:cNvSpPr txBox="1"/>
          <p:nvPr/>
        </p:nvSpPr>
        <p:spPr>
          <a:xfrm>
            <a:off x="7001048" y="3681510"/>
            <a:ext cx="3850870" cy="584775"/>
          </a:xfrm>
          <a:prstGeom prst="rect">
            <a:avLst/>
          </a:prstGeom>
          <a:noFill/>
          <a:ln w="19050">
            <a:solidFill>
              <a:schemeClr val="tx1"/>
            </a:solidFill>
          </a:ln>
        </p:spPr>
        <p:txBody>
          <a:bodyPr wrap="square">
            <a:spAutoFit/>
          </a:bodyPr>
          <a:lstStyle/>
          <a:p>
            <a:pPr>
              <a:buNone/>
            </a:pPr>
            <a:r>
              <a:rPr lang="en-US" sz="1600" b="1" dirty="0"/>
              <a:t>User asks AI: </a:t>
            </a:r>
            <a:r>
              <a:rPr lang="en-US" sz="1600" dirty="0"/>
              <a:t>“Create an outline for this article.”</a:t>
            </a:r>
          </a:p>
        </p:txBody>
      </p:sp>
      <p:sp>
        <p:nvSpPr>
          <p:cNvPr id="25" name="TextBox 24">
            <a:extLst>
              <a:ext uri="{FF2B5EF4-FFF2-40B4-BE49-F238E27FC236}">
                <a16:creationId xmlns:a16="http://schemas.microsoft.com/office/drawing/2014/main" id="{813EA360-67DA-4E07-B81C-469D0B46C9FC}"/>
              </a:ext>
            </a:extLst>
          </p:cNvPr>
          <p:cNvSpPr txBox="1"/>
          <p:nvPr/>
        </p:nvSpPr>
        <p:spPr>
          <a:xfrm>
            <a:off x="7001048" y="4509302"/>
            <a:ext cx="3850870" cy="1107996"/>
          </a:xfrm>
          <a:prstGeom prst="rect">
            <a:avLst/>
          </a:prstGeom>
          <a:noFill/>
          <a:ln w="19050">
            <a:solidFill>
              <a:schemeClr val="tx1"/>
            </a:solidFill>
          </a:ln>
        </p:spPr>
        <p:txBody>
          <a:bodyPr wrap="square">
            <a:spAutoFit/>
          </a:bodyPr>
          <a:lstStyle/>
          <a:p>
            <a:r>
              <a:rPr lang="en-US" b="1" dirty="0"/>
              <a:t>AI Response:</a:t>
            </a:r>
            <a:br>
              <a:rPr lang="en-US" dirty="0"/>
            </a:br>
            <a:r>
              <a:rPr lang="en-US" sz="1600" dirty="0"/>
              <a:t>“The content should include an introduction, key points with examples, and a concise conclusion.”</a:t>
            </a:r>
          </a:p>
        </p:txBody>
      </p:sp>
    </p:spTree>
    <p:extLst>
      <p:ext uri="{BB962C8B-B14F-4D97-AF65-F5344CB8AC3E}">
        <p14:creationId xmlns:p14="http://schemas.microsoft.com/office/powerpoint/2010/main" val="307596733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C445F-B467-CFB9-0E12-B80D1699615E}"/>
            </a:ext>
          </a:extLst>
        </p:cNvPr>
        <p:cNvGrpSpPr/>
        <p:nvPr/>
      </p:nvGrpSpPr>
      <p:grpSpPr>
        <a:xfrm>
          <a:off x="0" y="0"/>
          <a:ext cx="0" cy="0"/>
          <a:chOff x="0" y="0"/>
          <a:chExt cx="0" cy="0"/>
        </a:xfrm>
      </p:grpSpPr>
      <p:sp>
        <p:nvSpPr>
          <p:cNvPr id="7" name="Rectangle: Diagonal Corners Rounded 6">
            <a:extLst>
              <a:ext uri="{FF2B5EF4-FFF2-40B4-BE49-F238E27FC236}">
                <a16:creationId xmlns:a16="http://schemas.microsoft.com/office/drawing/2014/main" id="{D09E9114-9294-B70E-E0E6-DB3A46A74181}"/>
              </a:ext>
            </a:extLst>
          </p:cNvPr>
          <p:cNvSpPr/>
          <p:nvPr/>
        </p:nvSpPr>
        <p:spPr>
          <a:xfrm>
            <a:off x="7780711" y="309690"/>
            <a:ext cx="2601883" cy="556953"/>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- 4  </a:t>
            </a:r>
          </a:p>
          <a:p>
            <a:pPr algn="ctr"/>
            <a:r>
              <a:rPr lang="en-IN" dirty="0"/>
              <a:t>Generating a Draft</a:t>
            </a:r>
            <a:endParaRPr lang="en-US" b="1" dirty="0"/>
          </a:p>
        </p:txBody>
      </p:sp>
      <p:sp>
        <p:nvSpPr>
          <p:cNvPr id="9" name="TextBox 8">
            <a:extLst>
              <a:ext uri="{FF2B5EF4-FFF2-40B4-BE49-F238E27FC236}">
                <a16:creationId xmlns:a16="http://schemas.microsoft.com/office/drawing/2014/main" id="{E64C3F1C-AFBD-789E-C7F3-E981463D29D1}"/>
              </a:ext>
            </a:extLst>
          </p:cNvPr>
          <p:cNvSpPr txBox="1"/>
          <p:nvPr/>
        </p:nvSpPr>
        <p:spPr>
          <a:xfrm>
            <a:off x="7780711" y="1051928"/>
            <a:ext cx="3850870" cy="584775"/>
          </a:xfrm>
          <a:prstGeom prst="rect">
            <a:avLst/>
          </a:prstGeom>
          <a:noFill/>
          <a:ln w="19050">
            <a:solidFill>
              <a:schemeClr val="tx1"/>
            </a:solidFill>
          </a:ln>
        </p:spPr>
        <p:txBody>
          <a:bodyPr wrap="square">
            <a:spAutoFit/>
          </a:bodyPr>
          <a:lstStyle/>
          <a:p>
            <a:pPr>
              <a:buNone/>
            </a:pPr>
            <a:r>
              <a:rPr lang="en-US" sz="1600" b="1" dirty="0"/>
              <a:t>User asks AI: </a:t>
            </a:r>
            <a:r>
              <a:rPr lang="en-US" sz="1600" dirty="0"/>
              <a:t>“Write a short LinkedIn post explaining this idea.”</a:t>
            </a:r>
          </a:p>
        </p:txBody>
      </p:sp>
      <p:sp>
        <p:nvSpPr>
          <p:cNvPr id="22" name="TextBox 21">
            <a:extLst>
              <a:ext uri="{FF2B5EF4-FFF2-40B4-BE49-F238E27FC236}">
                <a16:creationId xmlns:a16="http://schemas.microsoft.com/office/drawing/2014/main" id="{4F05035B-BCDA-16B7-53B4-2FFCAC84C7E7}"/>
              </a:ext>
            </a:extLst>
          </p:cNvPr>
          <p:cNvSpPr txBox="1"/>
          <p:nvPr/>
        </p:nvSpPr>
        <p:spPr>
          <a:xfrm>
            <a:off x="7780711" y="1879720"/>
            <a:ext cx="3850870" cy="1107996"/>
          </a:xfrm>
          <a:prstGeom prst="rect">
            <a:avLst/>
          </a:prstGeom>
          <a:noFill/>
          <a:ln w="19050">
            <a:solidFill>
              <a:schemeClr val="tx1"/>
            </a:solidFill>
          </a:ln>
        </p:spPr>
        <p:txBody>
          <a:bodyPr wrap="square">
            <a:spAutoFit/>
          </a:bodyPr>
          <a:lstStyle/>
          <a:p>
            <a:r>
              <a:rPr lang="en-US" b="1" dirty="0"/>
              <a:t>AI Response:</a:t>
            </a:r>
            <a:br>
              <a:rPr lang="en-US" dirty="0"/>
            </a:br>
            <a:r>
              <a:rPr lang="en-US" sz="1600" dirty="0"/>
              <a:t>“Provides a concise, audience-appropriate draft aligned with the intended message.”</a:t>
            </a:r>
            <a:endParaRPr lang="en-US" dirty="0"/>
          </a:p>
        </p:txBody>
      </p:sp>
      <p:sp>
        <p:nvSpPr>
          <p:cNvPr id="23" name="Rectangle: Diagonal Corners Rounded 22">
            <a:extLst>
              <a:ext uri="{FF2B5EF4-FFF2-40B4-BE49-F238E27FC236}">
                <a16:creationId xmlns:a16="http://schemas.microsoft.com/office/drawing/2014/main" id="{DFF5DD33-2ABD-E514-2AB2-AFCA2C27FABF}"/>
              </a:ext>
            </a:extLst>
          </p:cNvPr>
          <p:cNvSpPr/>
          <p:nvPr/>
        </p:nvSpPr>
        <p:spPr>
          <a:xfrm>
            <a:off x="4756957" y="2915861"/>
            <a:ext cx="2601883" cy="742949"/>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 5</a:t>
            </a:r>
          </a:p>
          <a:p>
            <a:pPr algn="ctr"/>
            <a:r>
              <a:rPr lang="en-IN" dirty="0"/>
              <a:t>Improving &amp; Polishing Content</a:t>
            </a:r>
            <a:endParaRPr lang="en-US" b="1" dirty="0"/>
          </a:p>
        </p:txBody>
      </p:sp>
      <p:sp>
        <p:nvSpPr>
          <p:cNvPr id="24" name="TextBox 23">
            <a:extLst>
              <a:ext uri="{FF2B5EF4-FFF2-40B4-BE49-F238E27FC236}">
                <a16:creationId xmlns:a16="http://schemas.microsoft.com/office/drawing/2014/main" id="{52DA165C-3AE1-0D13-5096-5502CB71A92A}"/>
              </a:ext>
            </a:extLst>
          </p:cNvPr>
          <p:cNvSpPr txBox="1"/>
          <p:nvPr/>
        </p:nvSpPr>
        <p:spPr>
          <a:xfrm>
            <a:off x="4563834" y="3753952"/>
            <a:ext cx="3850870" cy="584775"/>
          </a:xfrm>
          <a:prstGeom prst="rect">
            <a:avLst/>
          </a:prstGeom>
          <a:noFill/>
          <a:ln w="19050">
            <a:solidFill>
              <a:schemeClr val="tx1"/>
            </a:solidFill>
          </a:ln>
        </p:spPr>
        <p:txBody>
          <a:bodyPr wrap="square">
            <a:spAutoFit/>
          </a:bodyPr>
          <a:lstStyle/>
          <a:p>
            <a:pPr>
              <a:buNone/>
            </a:pPr>
            <a:r>
              <a:rPr lang="en-US" sz="1600" b="1" dirty="0"/>
              <a:t>User asks AI: </a:t>
            </a:r>
            <a:r>
              <a:rPr lang="en-US" sz="1600" dirty="0"/>
              <a:t>“Make this content clearer and more engaging.”</a:t>
            </a:r>
          </a:p>
        </p:txBody>
      </p:sp>
      <p:sp>
        <p:nvSpPr>
          <p:cNvPr id="25" name="TextBox 24">
            <a:extLst>
              <a:ext uri="{FF2B5EF4-FFF2-40B4-BE49-F238E27FC236}">
                <a16:creationId xmlns:a16="http://schemas.microsoft.com/office/drawing/2014/main" id="{DBBA8644-6664-91C6-02A4-0987374198D8}"/>
              </a:ext>
            </a:extLst>
          </p:cNvPr>
          <p:cNvSpPr txBox="1"/>
          <p:nvPr/>
        </p:nvSpPr>
        <p:spPr>
          <a:xfrm>
            <a:off x="4629148" y="4387543"/>
            <a:ext cx="3850870" cy="861774"/>
          </a:xfrm>
          <a:prstGeom prst="rect">
            <a:avLst/>
          </a:prstGeom>
          <a:noFill/>
          <a:ln w="19050">
            <a:solidFill>
              <a:schemeClr val="tx1"/>
            </a:solidFill>
          </a:ln>
        </p:spPr>
        <p:txBody>
          <a:bodyPr wrap="square">
            <a:spAutoFit/>
          </a:bodyPr>
          <a:lstStyle/>
          <a:p>
            <a:r>
              <a:rPr lang="en-US" b="1" dirty="0"/>
              <a:t>AI Response:</a:t>
            </a:r>
            <a:br>
              <a:rPr lang="en-US" dirty="0"/>
            </a:br>
            <a:r>
              <a:rPr lang="en-US" sz="1600" dirty="0"/>
              <a:t>“Refines wording, improves flow, and strengthens key messages.”</a:t>
            </a:r>
            <a:endParaRPr lang="en-US" dirty="0"/>
          </a:p>
        </p:txBody>
      </p:sp>
      <p:sp>
        <p:nvSpPr>
          <p:cNvPr id="2" name="Rectangle: Diagonal Corners Rounded 1">
            <a:extLst>
              <a:ext uri="{FF2B5EF4-FFF2-40B4-BE49-F238E27FC236}">
                <a16:creationId xmlns:a16="http://schemas.microsoft.com/office/drawing/2014/main" id="{08589223-A8DB-B85B-9686-A36E83D2FE47}"/>
              </a:ext>
            </a:extLst>
          </p:cNvPr>
          <p:cNvSpPr/>
          <p:nvPr/>
        </p:nvSpPr>
        <p:spPr>
          <a:xfrm>
            <a:off x="778278" y="156648"/>
            <a:ext cx="2601883" cy="799970"/>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 3 </a:t>
            </a:r>
          </a:p>
          <a:p>
            <a:pPr algn="ctr"/>
            <a:r>
              <a:rPr lang="en-US" dirty="0"/>
              <a:t> </a:t>
            </a:r>
            <a:r>
              <a:rPr lang="en-IN" dirty="0"/>
              <a:t>Learning Writing Concepts</a:t>
            </a:r>
            <a:endParaRPr lang="en-US" dirty="0"/>
          </a:p>
        </p:txBody>
      </p:sp>
      <p:sp>
        <p:nvSpPr>
          <p:cNvPr id="3" name="TextBox 2">
            <a:extLst>
              <a:ext uri="{FF2B5EF4-FFF2-40B4-BE49-F238E27FC236}">
                <a16:creationId xmlns:a16="http://schemas.microsoft.com/office/drawing/2014/main" id="{C5E6C935-21EB-268E-9951-1F31612151FC}"/>
              </a:ext>
            </a:extLst>
          </p:cNvPr>
          <p:cNvSpPr txBox="1"/>
          <p:nvPr/>
        </p:nvSpPr>
        <p:spPr>
          <a:xfrm>
            <a:off x="778278" y="1141902"/>
            <a:ext cx="3850870" cy="584775"/>
          </a:xfrm>
          <a:prstGeom prst="rect">
            <a:avLst/>
          </a:prstGeom>
          <a:noFill/>
          <a:ln w="19050">
            <a:solidFill>
              <a:schemeClr val="tx1"/>
            </a:solidFill>
          </a:ln>
        </p:spPr>
        <p:txBody>
          <a:bodyPr wrap="square">
            <a:spAutoFit/>
          </a:bodyPr>
          <a:lstStyle/>
          <a:p>
            <a:pPr>
              <a:buNone/>
            </a:pPr>
            <a:r>
              <a:rPr lang="en-US" sz="1600" b="1" dirty="0"/>
              <a:t>User asks AI: </a:t>
            </a:r>
            <a:r>
              <a:rPr lang="en-US" sz="1600" dirty="0"/>
              <a:t>“What does ‘tone’ mean in writing?”</a:t>
            </a:r>
          </a:p>
        </p:txBody>
      </p:sp>
      <p:sp>
        <p:nvSpPr>
          <p:cNvPr id="4" name="TextBox 3">
            <a:extLst>
              <a:ext uri="{FF2B5EF4-FFF2-40B4-BE49-F238E27FC236}">
                <a16:creationId xmlns:a16="http://schemas.microsoft.com/office/drawing/2014/main" id="{21FDE892-2D6E-DC32-9FF9-DC35D05E590A}"/>
              </a:ext>
            </a:extLst>
          </p:cNvPr>
          <p:cNvSpPr txBox="1"/>
          <p:nvPr/>
        </p:nvSpPr>
        <p:spPr>
          <a:xfrm>
            <a:off x="778278" y="1712722"/>
            <a:ext cx="3850870" cy="1107996"/>
          </a:xfrm>
          <a:prstGeom prst="rect">
            <a:avLst/>
          </a:prstGeom>
          <a:noFill/>
          <a:ln w="19050">
            <a:solidFill>
              <a:schemeClr val="tx1"/>
            </a:solidFill>
          </a:ln>
        </p:spPr>
        <p:txBody>
          <a:bodyPr wrap="square">
            <a:spAutoFit/>
          </a:bodyPr>
          <a:lstStyle/>
          <a:p>
            <a:r>
              <a:rPr lang="en-US" b="1" dirty="0"/>
              <a:t>AI Response:</a:t>
            </a:r>
            <a:br>
              <a:rPr lang="en-US" dirty="0"/>
            </a:br>
            <a:r>
              <a:rPr lang="en-US" sz="1600" dirty="0"/>
              <a:t>“Tone reflects the writer’s attitude, such as professional, friendly, persuasive, or informative.”</a:t>
            </a:r>
            <a:endParaRPr lang="en-US" dirty="0"/>
          </a:p>
        </p:txBody>
      </p:sp>
      <p:sp>
        <p:nvSpPr>
          <p:cNvPr id="10" name="TextBox 9">
            <a:extLst>
              <a:ext uri="{FF2B5EF4-FFF2-40B4-BE49-F238E27FC236}">
                <a16:creationId xmlns:a16="http://schemas.microsoft.com/office/drawing/2014/main" id="{F4FB85E8-874B-FE67-B4DB-E37EAFE6F85B}"/>
              </a:ext>
            </a:extLst>
          </p:cNvPr>
          <p:cNvSpPr txBox="1"/>
          <p:nvPr/>
        </p:nvSpPr>
        <p:spPr>
          <a:xfrm>
            <a:off x="1706337" y="5776059"/>
            <a:ext cx="8817428" cy="369332"/>
          </a:xfrm>
          <a:prstGeom prst="rect">
            <a:avLst/>
          </a:prstGeom>
          <a:noFill/>
          <a:ln w="19050">
            <a:solidFill>
              <a:schemeClr val="tx1"/>
            </a:solidFill>
          </a:ln>
        </p:spPr>
        <p:txBody>
          <a:bodyPr wrap="square">
            <a:spAutoFit/>
          </a:bodyPr>
          <a:lstStyle/>
          <a:p>
            <a:pPr algn="ctr"/>
            <a:r>
              <a:rPr lang="en-US" b="1" dirty="0"/>
              <a:t>AI improves content when you use it in steps rather than in one single prompt.</a:t>
            </a:r>
            <a:endParaRPr lang="en-US" dirty="0"/>
          </a:p>
        </p:txBody>
      </p:sp>
    </p:spTree>
    <p:extLst>
      <p:ext uri="{BB962C8B-B14F-4D97-AF65-F5344CB8AC3E}">
        <p14:creationId xmlns:p14="http://schemas.microsoft.com/office/powerpoint/2010/main" val="228140652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45E7B-9FBB-98B9-7FA8-444176DD492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451B9D8-3DBE-8EA0-E3AC-895DD7814D96}"/>
              </a:ext>
            </a:extLst>
          </p:cNvPr>
          <p:cNvSpPr txBox="1"/>
          <p:nvPr/>
        </p:nvSpPr>
        <p:spPr>
          <a:xfrm>
            <a:off x="913960" y="1529639"/>
            <a:ext cx="9343702" cy="923330"/>
          </a:xfrm>
          <a:prstGeom prst="rect">
            <a:avLst/>
          </a:prstGeom>
          <a:noFill/>
        </p:spPr>
        <p:txBody>
          <a:bodyPr wrap="square" rtlCol="0">
            <a:spAutoFit/>
          </a:bodyPr>
          <a:lstStyle/>
          <a:p>
            <a:pPr algn="ctr"/>
            <a:r>
              <a:rPr lang="en-US" sz="5400" b="1" u="sng" dirty="0">
                <a:solidFill>
                  <a:srgbClr val="FF0000"/>
                </a:solidFill>
              </a:rPr>
              <a:t>Production Engineering</a:t>
            </a:r>
          </a:p>
        </p:txBody>
      </p:sp>
      <p:sp>
        <p:nvSpPr>
          <p:cNvPr id="4" name="TextBox 3">
            <a:extLst>
              <a:ext uri="{FF2B5EF4-FFF2-40B4-BE49-F238E27FC236}">
                <a16:creationId xmlns:a16="http://schemas.microsoft.com/office/drawing/2014/main" id="{83A86F88-F408-EC34-8C9E-2AD3DB6211E5}"/>
              </a:ext>
            </a:extLst>
          </p:cNvPr>
          <p:cNvSpPr txBox="1"/>
          <p:nvPr/>
        </p:nvSpPr>
        <p:spPr>
          <a:xfrm>
            <a:off x="3824162" y="2452969"/>
            <a:ext cx="6940820" cy="1938992"/>
          </a:xfrm>
          <a:prstGeom prst="rect">
            <a:avLst/>
          </a:prstGeom>
          <a:noFill/>
        </p:spPr>
        <p:txBody>
          <a:bodyPr wrap="square">
            <a:spAutoFit/>
          </a:bodyPr>
          <a:lstStyle/>
          <a:p>
            <a:pPr marL="457200" indent="-457200">
              <a:buFont typeface="+mj-lt"/>
              <a:buAutoNum type="arabicPeriod"/>
            </a:pPr>
            <a:r>
              <a:rPr lang="en-IN" sz="2400" b="1" dirty="0">
                <a:solidFill>
                  <a:schemeClr val="tx2">
                    <a:lumMod val="75000"/>
                    <a:lumOff val="25000"/>
                  </a:schemeClr>
                </a:solidFill>
                <a:latin typeface="Aptos" panose="020B0004020202020204" pitchFamily="34" charset="0"/>
              </a:rPr>
              <a:t>Operationalizing AI in Production</a:t>
            </a:r>
            <a:endParaRPr lang="en-IN" sz="2400" dirty="0">
              <a:solidFill>
                <a:schemeClr val="tx2">
                  <a:lumMod val="75000"/>
                  <a:lumOff val="25000"/>
                </a:schemeClr>
              </a:solidFill>
              <a:latin typeface="Aptos" panose="020B0004020202020204" pitchFamily="34" charset="0"/>
            </a:endParaRPr>
          </a:p>
          <a:p>
            <a:pPr marL="457200" indent="-457200">
              <a:buFont typeface="+mj-lt"/>
              <a:buAutoNum type="arabicPeriod"/>
            </a:pPr>
            <a:r>
              <a:rPr lang="en-US" sz="2400" b="1" dirty="0">
                <a:solidFill>
                  <a:schemeClr val="tx2">
                    <a:lumMod val="75000"/>
                    <a:lumOff val="25000"/>
                  </a:schemeClr>
                </a:solidFill>
              </a:rPr>
              <a:t>Cost &amp; Efficiency in Prompt Operations</a:t>
            </a:r>
          </a:p>
          <a:p>
            <a:pPr marL="457200" indent="-457200">
              <a:buFont typeface="+mj-lt"/>
              <a:buAutoNum type="arabicPeriod"/>
            </a:pPr>
            <a:r>
              <a:rPr lang="en-IN" sz="2400" b="1" dirty="0">
                <a:solidFill>
                  <a:schemeClr val="tx2">
                    <a:lumMod val="75000"/>
                    <a:lumOff val="25000"/>
                  </a:schemeClr>
                </a:solidFill>
              </a:rPr>
              <a:t>Performance &amp; Latency</a:t>
            </a:r>
          </a:p>
          <a:p>
            <a:pPr marL="457200" indent="-457200">
              <a:buFont typeface="+mj-lt"/>
              <a:buAutoNum type="arabicPeriod"/>
            </a:pPr>
            <a:r>
              <a:rPr lang="en-IN" sz="2400" b="1" dirty="0">
                <a:solidFill>
                  <a:schemeClr val="tx2">
                    <a:lumMod val="75000"/>
                    <a:lumOff val="25000"/>
                  </a:schemeClr>
                </a:solidFill>
              </a:rPr>
              <a:t>Failure, Errors &amp; Resilience</a:t>
            </a:r>
          </a:p>
          <a:p>
            <a:pPr marL="457200" indent="-457200">
              <a:buFont typeface="+mj-lt"/>
              <a:buAutoNum type="arabicPeriod"/>
            </a:pPr>
            <a:r>
              <a:rPr lang="en-IN" sz="2400" b="1" dirty="0">
                <a:solidFill>
                  <a:schemeClr val="tx2">
                    <a:lumMod val="75000"/>
                    <a:lumOff val="25000"/>
                  </a:schemeClr>
                </a:solidFill>
              </a:rPr>
              <a:t>Team Prompt Operations</a:t>
            </a:r>
          </a:p>
        </p:txBody>
      </p:sp>
    </p:spTree>
    <p:extLst>
      <p:ext uri="{BB962C8B-B14F-4D97-AF65-F5344CB8AC3E}">
        <p14:creationId xmlns:p14="http://schemas.microsoft.com/office/powerpoint/2010/main" val="115748072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FBF7F41-E922-1581-AF53-BEB266942EE9}"/>
              </a:ext>
            </a:extLst>
          </p:cNvPr>
          <p:cNvSpPr txBox="1"/>
          <p:nvPr/>
        </p:nvSpPr>
        <p:spPr>
          <a:xfrm>
            <a:off x="0" y="156042"/>
            <a:ext cx="12192000" cy="584775"/>
          </a:xfrm>
          <a:prstGeom prst="rect">
            <a:avLst/>
          </a:prstGeom>
          <a:solidFill>
            <a:schemeClr val="accent2">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IN" sz="3200" b="1" dirty="0">
                <a:latin typeface="Aptos" panose="020B0004020202020204" pitchFamily="34" charset="0"/>
              </a:rPr>
              <a:t>Operationalizing AI in Production</a:t>
            </a:r>
            <a:endParaRPr lang="en-IN" sz="3200" dirty="0">
              <a:latin typeface="Aptos" panose="020B0004020202020204" pitchFamily="34" charset="0"/>
            </a:endParaRPr>
          </a:p>
        </p:txBody>
      </p:sp>
      <p:sp>
        <p:nvSpPr>
          <p:cNvPr id="6" name="TextBox 5">
            <a:extLst>
              <a:ext uri="{FF2B5EF4-FFF2-40B4-BE49-F238E27FC236}">
                <a16:creationId xmlns:a16="http://schemas.microsoft.com/office/drawing/2014/main" id="{651ED847-9780-9F34-BED9-FC8538C44526}"/>
              </a:ext>
            </a:extLst>
          </p:cNvPr>
          <p:cNvSpPr txBox="1"/>
          <p:nvPr/>
        </p:nvSpPr>
        <p:spPr>
          <a:xfrm>
            <a:off x="701040" y="1073278"/>
            <a:ext cx="10652760" cy="707886"/>
          </a:xfrm>
          <a:prstGeom prst="rect">
            <a:avLst/>
          </a:prstGeom>
          <a:noFill/>
        </p:spPr>
        <p:txBody>
          <a:bodyPr wrap="square">
            <a:spAutoFit/>
          </a:bodyPr>
          <a:lstStyle/>
          <a:p>
            <a:pPr algn="ctr"/>
            <a:r>
              <a:rPr lang="en-IN" sz="2000" b="1" dirty="0">
                <a:latin typeface="Aptos" panose="020B0004020202020204" pitchFamily="34" charset="0"/>
              </a:rPr>
              <a:t>From Model → Managed System</a:t>
            </a:r>
            <a:endParaRPr lang="en-IN" sz="2000" dirty="0">
              <a:latin typeface="Aptos" panose="020B0004020202020204" pitchFamily="34" charset="0"/>
            </a:endParaRPr>
          </a:p>
          <a:p>
            <a:pPr algn="ctr"/>
            <a:r>
              <a:rPr lang="en-US" sz="2000" b="1" dirty="0">
                <a:latin typeface="Aptos" panose="020B0004020202020204" pitchFamily="34" charset="0"/>
              </a:rPr>
              <a:t>Building AI Is Only Half the Work</a:t>
            </a:r>
            <a:endParaRPr lang="en-US" sz="2000" dirty="0">
              <a:latin typeface="Aptos" panose="020B0004020202020204" pitchFamily="34" charset="0"/>
            </a:endParaRPr>
          </a:p>
        </p:txBody>
      </p:sp>
      <p:sp>
        <p:nvSpPr>
          <p:cNvPr id="8" name="TextBox 7">
            <a:extLst>
              <a:ext uri="{FF2B5EF4-FFF2-40B4-BE49-F238E27FC236}">
                <a16:creationId xmlns:a16="http://schemas.microsoft.com/office/drawing/2014/main" id="{CD7C54CD-FF69-FC4F-C46A-B506EA2DB54C}"/>
              </a:ext>
            </a:extLst>
          </p:cNvPr>
          <p:cNvSpPr txBox="1"/>
          <p:nvPr/>
        </p:nvSpPr>
        <p:spPr>
          <a:xfrm>
            <a:off x="838200" y="6027003"/>
            <a:ext cx="10515600" cy="830997"/>
          </a:xfrm>
          <a:prstGeom prst="rect">
            <a:avLst/>
          </a:prstGeom>
          <a:noFill/>
        </p:spPr>
        <p:txBody>
          <a:bodyPr wrap="square">
            <a:spAutoFit/>
          </a:bodyPr>
          <a:lstStyle/>
          <a:p>
            <a:pPr algn="ctr">
              <a:buNone/>
            </a:pPr>
            <a:r>
              <a:rPr lang="en-US" sz="2400" b="1" dirty="0">
                <a:solidFill>
                  <a:srgbClr val="00B0F0"/>
                </a:solidFill>
                <a:latin typeface="Aptos" panose="020B0004020202020204" pitchFamily="34" charset="0"/>
              </a:rPr>
              <a:t>This is where AI gains users, risk, and ownership.</a:t>
            </a:r>
            <a:br>
              <a:rPr lang="en-US" sz="2400" dirty="0">
                <a:solidFill>
                  <a:srgbClr val="00B0F0"/>
                </a:solidFill>
                <a:latin typeface="Aptos" panose="020B0004020202020204" pitchFamily="34" charset="0"/>
              </a:rPr>
            </a:br>
            <a:r>
              <a:rPr lang="en-US" sz="2400" b="1" dirty="0">
                <a:solidFill>
                  <a:srgbClr val="00B0F0"/>
                </a:solidFill>
                <a:latin typeface="Aptos" panose="020B0004020202020204" pitchFamily="34" charset="0"/>
              </a:rPr>
              <a:t>The real challenge begins after deployment.</a:t>
            </a:r>
          </a:p>
        </p:txBody>
      </p:sp>
      <p:graphicFrame>
        <p:nvGraphicFramePr>
          <p:cNvPr id="18" name="Diagram 17">
            <a:extLst>
              <a:ext uri="{FF2B5EF4-FFF2-40B4-BE49-F238E27FC236}">
                <a16:creationId xmlns:a16="http://schemas.microsoft.com/office/drawing/2014/main" id="{3E5A5396-DFA7-F575-CF12-3B03D4DACB22}"/>
              </a:ext>
            </a:extLst>
          </p:cNvPr>
          <p:cNvGraphicFramePr/>
          <p:nvPr/>
        </p:nvGraphicFramePr>
        <p:xfrm>
          <a:off x="838200" y="2080018"/>
          <a:ext cx="10515599" cy="33378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0" name="TextBox 19">
            <a:extLst>
              <a:ext uri="{FF2B5EF4-FFF2-40B4-BE49-F238E27FC236}">
                <a16:creationId xmlns:a16="http://schemas.microsoft.com/office/drawing/2014/main" id="{DA51F62A-C816-2A58-A717-83B480117383}"/>
              </a:ext>
            </a:extLst>
          </p:cNvPr>
          <p:cNvSpPr txBox="1"/>
          <p:nvPr/>
        </p:nvSpPr>
        <p:spPr>
          <a:xfrm>
            <a:off x="7840980" y="3319307"/>
            <a:ext cx="2517457" cy="646331"/>
          </a:xfrm>
          <a:prstGeom prst="rect">
            <a:avLst/>
          </a:prstGeom>
          <a:noFill/>
        </p:spPr>
        <p:txBody>
          <a:bodyPr wrap="square">
            <a:spAutoFit/>
          </a:bodyPr>
          <a:lstStyle/>
          <a:p>
            <a:r>
              <a:rPr lang="en-US" dirty="0">
                <a:latin typeface="Aptos" panose="020B0004020202020204" pitchFamily="34" charset="0"/>
              </a:rPr>
              <a:t>Making AI live for real users</a:t>
            </a:r>
            <a:endParaRPr lang="en-IN" dirty="0">
              <a:latin typeface="Aptos" panose="020B0004020202020204" pitchFamily="34" charset="0"/>
            </a:endParaRPr>
          </a:p>
        </p:txBody>
      </p:sp>
      <p:sp>
        <p:nvSpPr>
          <p:cNvPr id="22" name="TextBox 21">
            <a:extLst>
              <a:ext uri="{FF2B5EF4-FFF2-40B4-BE49-F238E27FC236}">
                <a16:creationId xmlns:a16="http://schemas.microsoft.com/office/drawing/2014/main" id="{CB765996-A3B4-30BF-D2FF-367EF44D292C}"/>
              </a:ext>
            </a:extLst>
          </p:cNvPr>
          <p:cNvSpPr txBox="1"/>
          <p:nvPr/>
        </p:nvSpPr>
        <p:spPr>
          <a:xfrm>
            <a:off x="9005411" y="4630560"/>
            <a:ext cx="2706052" cy="646331"/>
          </a:xfrm>
          <a:prstGeom prst="rect">
            <a:avLst/>
          </a:prstGeom>
          <a:noFill/>
        </p:spPr>
        <p:txBody>
          <a:bodyPr wrap="square">
            <a:spAutoFit/>
          </a:bodyPr>
          <a:lstStyle/>
          <a:p>
            <a:pPr>
              <a:buNone/>
            </a:pPr>
            <a:r>
              <a:rPr lang="en-US" dirty="0">
                <a:latin typeface="Aptos" panose="020B0004020202020204" pitchFamily="34" charset="0"/>
              </a:rPr>
              <a:t>Ensuring it stays correct, safe, and reliable</a:t>
            </a:r>
          </a:p>
        </p:txBody>
      </p:sp>
    </p:spTree>
    <p:extLst>
      <p:ext uri="{BB962C8B-B14F-4D97-AF65-F5344CB8AC3E}">
        <p14:creationId xmlns:p14="http://schemas.microsoft.com/office/powerpoint/2010/main" val="779619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9">
            <a:extLst>
              <a:ext uri="{FF2B5EF4-FFF2-40B4-BE49-F238E27FC236}">
                <a16:creationId xmlns:a16="http://schemas.microsoft.com/office/drawing/2014/main" id="{4AA3CA9F-7F2F-CC0C-D473-E8509614612A}"/>
              </a:ext>
            </a:extLst>
          </p:cNvPr>
          <p:cNvGraphicFramePr>
            <a:graphicFrameLocks noGrp="1"/>
          </p:cNvGraphicFramePr>
          <p:nvPr>
            <p:ph idx="1"/>
          </p:nvPr>
        </p:nvGraphicFramePr>
        <p:xfrm>
          <a:off x="838200" y="1825625"/>
          <a:ext cx="10515600" cy="34778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869869B8-1533-FC09-D21F-C4CEF0D84527}"/>
              </a:ext>
            </a:extLst>
          </p:cNvPr>
          <p:cNvSpPr txBox="1"/>
          <p:nvPr/>
        </p:nvSpPr>
        <p:spPr>
          <a:xfrm>
            <a:off x="838199" y="1176914"/>
            <a:ext cx="10515600" cy="461665"/>
          </a:xfrm>
          <a:prstGeom prst="rect">
            <a:avLst/>
          </a:prstGeom>
          <a:noFill/>
        </p:spPr>
        <p:txBody>
          <a:bodyPr wrap="square">
            <a:spAutoFit/>
          </a:bodyPr>
          <a:lstStyle/>
          <a:p>
            <a:pPr>
              <a:buNone/>
            </a:pPr>
            <a:r>
              <a:rPr lang="en-IN" sz="2400" b="1" dirty="0">
                <a:latin typeface="Aptos" panose="020B0004020202020204" pitchFamily="34" charset="0"/>
              </a:rPr>
              <a:t>From Experiment to Responsibility</a:t>
            </a:r>
            <a:endParaRPr lang="en-IN" sz="2400" dirty="0">
              <a:latin typeface="Aptos" panose="020B0004020202020204" pitchFamily="34" charset="0"/>
            </a:endParaRPr>
          </a:p>
        </p:txBody>
      </p:sp>
      <p:sp>
        <p:nvSpPr>
          <p:cNvPr id="6" name="TextBox 5">
            <a:extLst>
              <a:ext uri="{FF2B5EF4-FFF2-40B4-BE49-F238E27FC236}">
                <a16:creationId xmlns:a16="http://schemas.microsoft.com/office/drawing/2014/main" id="{6935EEDC-ACA3-F7EF-0970-B6E54201DFDB}"/>
              </a:ext>
            </a:extLst>
          </p:cNvPr>
          <p:cNvSpPr txBox="1"/>
          <p:nvPr/>
        </p:nvSpPr>
        <p:spPr>
          <a:xfrm>
            <a:off x="0" y="124660"/>
            <a:ext cx="6924502" cy="584775"/>
          </a:xfrm>
          <a:prstGeom prst="rect">
            <a:avLst/>
          </a:prstGeom>
          <a:solidFill>
            <a:srgbClr val="2A75B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IN" sz="3200" b="1" dirty="0">
                <a:latin typeface="Aptos" panose="020B0004020202020204" pitchFamily="34" charset="0"/>
              </a:rPr>
              <a:t>What “Production” Really Means</a:t>
            </a:r>
            <a:endParaRPr lang="en-US" sz="3200" b="1" dirty="0">
              <a:latin typeface="Aptos" panose="020B0004020202020204" pitchFamily="34" charset="0"/>
            </a:endParaRPr>
          </a:p>
        </p:txBody>
      </p:sp>
      <p:sp>
        <p:nvSpPr>
          <p:cNvPr id="8" name="TextBox 7">
            <a:extLst>
              <a:ext uri="{FF2B5EF4-FFF2-40B4-BE49-F238E27FC236}">
                <a16:creationId xmlns:a16="http://schemas.microsoft.com/office/drawing/2014/main" id="{31C3F698-9094-6186-787E-A50DB90D8F8F}"/>
              </a:ext>
            </a:extLst>
          </p:cNvPr>
          <p:cNvSpPr txBox="1"/>
          <p:nvPr/>
        </p:nvSpPr>
        <p:spPr>
          <a:xfrm>
            <a:off x="838198" y="6271675"/>
            <a:ext cx="10515599" cy="461665"/>
          </a:xfrm>
          <a:prstGeom prst="rect">
            <a:avLst/>
          </a:prstGeom>
          <a:noFill/>
        </p:spPr>
        <p:txBody>
          <a:bodyPr wrap="square">
            <a:spAutoFit/>
          </a:bodyPr>
          <a:lstStyle/>
          <a:p>
            <a:pPr algn="ctr">
              <a:buNone/>
            </a:pPr>
            <a:r>
              <a:rPr lang="en-US" sz="2400" b="1" dirty="0">
                <a:solidFill>
                  <a:srgbClr val="00B0F0"/>
                </a:solidFill>
                <a:latin typeface="Aptos" panose="020B0004020202020204" pitchFamily="34" charset="0"/>
              </a:rPr>
              <a:t>Production is where AI decisions affect people, not demos.</a:t>
            </a:r>
          </a:p>
        </p:txBody>
      </p:sp>
    </p:spTree>
    <p:extLst>
      <p:ext uri="{BB962C8B-B14F-4D97-AF65-F5344CB8AC3E}">
        <p14:creationId xmlns:p14="http://schemas.microsoft.com/office/powerpoint/2010/main" val="2973786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27E1D-D011-2668-1A0A-BF4F3A37C1C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F042A1A-DBE3-61E0-72EA-177F701D9568}"/>
              </a:ext>
            </a:extLst>
          </p:cNvPr>
          <p:cNvSpPr txBox="1"/>
          <p:nvPr/>
        </p:nvSpPr>
        <p:spPr>
          <a:xfrm>
            <a:off x="0" y="220427"/>
            <a:ext cx="5178829" cy="584775"/>
          </a:xfrm>
          <a:prstGeom prst="rect">
            <a:avLst/>
          </a:prstGeom>
          <a:solidFill>
            <a:srgbClr val="00B0F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IN" sz="3200" b="1" dirty="0">
                <a:latin typeface="Aptos" panose="020B0004020202020204" pitchFamily="34" charset="0"/>
              </a:rPr>
              <a:t>Deployment</a:t>
            </a:r>
            <a:endParaRPr lang="en-US" sz="3200" b="1" dirty="0">
              <a:latin typeface="Aptos" panose="020B0004020202020204" pitchFamily="34" charset="0"/>
            </a:endParaRPr>
          </a:p>
        </p:txBody>
      </p:sp>
      <p:sp>
        <p:nvSpPr>
          <p:cNvPr id="7" name="TextBox 6">
            <a:extLst>
              <a:ext uri="{FF2B5EF4-FFF2-40B4-BE49-F238E27FC236}">
                <a16:creationId xmlns:a16="http://schemas.microsoft.com/office/drawing/2014/main" id="{32542626-755E-3049-E15C-F1F296FEE139}"/>
              </a:ext>
            </a:extLst>
          </p:cNvPr>
          <p:cNvSpPr txBox="1"/>
          <p:nvPr/>
        </p:nvSpPr>
        <p:spPr>
          <a:xfrm>
            <a:off x="838200" y="1176914"/>
            <a:ext cx="10515600" cy="1569660"/>
          </a:xfrm>
          <a:prstGeom prst="rect">
            <a:avLst/>
          </a:prstGeom>
          <a:noFill/>
        </p:spPr>
        <p:txBody>
          <a:bodyPr wrap="square">
            <a:spAutoFit/>
          </a:bodyPr>
          <a:lstStyle/>
          <a:p>
            <a:r>
              <a:rPr lang="en-US" sz="2400" b="1" dirty="0">
                <a:latin typeface="Aptos" panose="020B0004020202020204" pitchFamily="34" charset="0"/>
              </a:rPr>
              <a:t>Deployment Is Not Just Going Live</a:t>
            </a:r>
          </a:p>
          <a:p>
            <a:r>
              <a:rPr lang="en-US" sz="2400" dirty="0">
                <a:latin typeface="Aptos" panose="020B0004020202020204" pitchFamily="34" charset="0"/>
              </a:rPr>
              <a:t>Deployment is </a:t>
            </a:r>
            <a:r>
              <a:rPr lang="en-US" sz="2400" b="1" dirty="0">
                <a:latin typeface="Aptos" panose="020B0004020202020204" pitchFamily="34" charset="0"/>
              </a:rPr>
              <a:t>not just pressing a button</a:t>
            </a:r>
            <a:r>
              <a:rPr lang="en-US" sz="2400" dirty="0">
                <a:latin typeface="Aptos" panose="020B0004020202020204" pitchFamily="34" charset="0"/>
              </a:rPr>
              <a:t>.</a:t>
            </a:r>
          </a:p>
          <a:p>
            <a:endParaRPr lang="en-US" sz="2400" dirty="0">
              <a:latin typeface="Aptos" panose="020B0004020202020204" pitchFamily="34" charset="0"/>
            </a:endParaRPr>
          </a:p>
          <a:p>
            <a:pPr>
              <a:buNone/>
            </a:pPr>
            <a:endParaRPr lang="en-US" sz="2400" dirty="0">
              <a:latin typeface="Aptos" panose="020B0004020202020204" pitchFamily="34" charset="0"/>
            </a:endParaRPr>
          </a:p>
        </p:txBody>
      </p:sp>
      <p:sp>
        <p:nvSpPr>
          <p:cNvPr id="9" name="TextBox 8">
            <a:extLst>
              <a:ext uri="{FF2B5EF4-FFF2-40B4-BE49-F238E27FC236}">
                <a16:creationId xmlns:a16="http://schemas.microsoft.com/office/drawing/2014/main" id="{26C9C3B7-C8D4-BFB9-BD73-F3B08C863A3C}"/>
              </a:ext>
            </a:extLst>
          </p:cNvPr>
          <p:cNvSpPr txBox="1"/>
          <p:nvPr/>
        </p:nvSpPr>
        <p:spPr>
          <a:xfrm>
            <a:off x="838200" y="6175908"/>
            <a:ext cx="10515600" cy="461665"/>
          </a:xfrm>
          <a:prstGeom prst="rect">
            <a:avLst/>
          </a:prstGeom>
          <a:noFill/>
        </p:spPr>
        <p:txBody>
          <a:bodyPr wrap="square">
            <a:spAutoFit/>
          </a:bodyPr>
          <a:lstStyle/>
          <a:p>
            <a:pPr algn="ctr">
              <a:buNone/>
            </a:pPr>
            <a:r>
              <a:rPr lang="en-US" sz="2400" b="1" dirty="0">
                <a:solidFill>
                  <a:srgbClr val="00B0F0"/>
                </a:solidFill>
                <a:latin typeface="Aptos" panose="020B0004020202020204" pitchFamily="34" charset="0"/>
              </a:rPr>
              <a:t>It is handing your system to real workflows</a:t>
            </a:r>
          </a:p>
        </p:txBody>
      </p:sp>
      <p:graphicFrame>
        <p:nvGraphicFramePr>
          <p:cNvPr id="17" name="Diagram 16">
            <a:extLst>
              <a:ext uri="{FF2B5EF4-FFF2-40B4-BE49-F238E27FC236}">
                <a16:creationId xmlns:a16="http://schemas.microsoft.com/office/drawing/2014/main" id="{E3EB2B7B-8A2A-58C2-94BC-61A9CE511D95}"/>
              </a:ext>
            </a:extLst>
          </p:cNvPr>
          <p:cNvGraphicFramePr/>
          <p:nvPr/>
        </p:nvGraphicFramePr>
        <p:xfrm>
          <a:off x="838200" y="2316917"/>
          <a:ext cx="10325100" cy="35890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2767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6CC16-270D-B5C7-22B0-615BF2B7C0C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D599B04-52EA-7880-A707-0F6685BAB869}"/>
              </a:ext>
            </a:extLst>
          </p:cNvPr>
          <p:cNvSpPr txBox="1"/>
          <p:nvPr/>
        </p:nvSpPr>
        <p:spPr>
          <a:xfrm>
            <a:off x="0" y="254571"/>
            <a:ext cx="6550429" cy="584775"/>
          </a:xfrm>
          <a:prstGeom prst="rect">
            <a:avLst/>
          </a:prstGeom>
          <a:solidFill>
            <a:srgbClr val="2A75B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IN" sz="3200" b="1" dirty="0">
                <a:latin typeface="Aptos" panose="020B0004020202020204" pitchFamily="34" charset="0"/>
              </a:rPr>
              <a:t>Why Monitoring Is Mandatory</a:t>
            </a:r>
            <a:endParaRPr lang="en-US" sz="3200" b="1" dirty="0">
              <a:latin typeface="Aptos" panose="020B0004020202020204" pitchFamily="34" charset="0"/>
            </a:endParaRPr>
          </a:p>
        </p:txBody>
      </p:sp>
      <p:sp>
        <p:nvSpPr>
          <p:cNvPr id="5" name="TextBox 4">
            <a:extLst>
              <a:ext uri="{FF2B5EF4-FFF2-40B4-BE49-F238E27FC236}">
                <a16:creationId xmlns:a16="http://schemas.microsoft.com/office/drawing/2014/main" id="{AA193F03-B31E-9D1C-0E4B-3C2C8D6616A0}"/>
              </a:ext>
            </a:extLst>
          </p:cNvPr>
          <p:cNvSpPr txBox="1"/>
          <p:nvPr/>
        </p:nvSpPr>
        <p:spPr>
          <a:xfrm>
            <a:off x="838200" y="6083575"/>
            <a:ext cx="10515600" cy="461665"/>
          </a:xfrm>
          <a:prstGeom prst="rect">
            <a:avLst/>
          </a:prstGeom>
          <a:noFill/>
        </p:spPr>
        <p:txBody>
          <a:bodyPr wrap="square">
            <a:spAutoFit/>
          </a:bodyPr>
          <a:lstStyle/>
          <a:p>
            <a:pPr algn="ctr">
              <a:buNone/>
            </a:pPr>
            <a:r>
              <a:rPr lang="en-US" sz="2400" b="1" dirty="0">
                <a:solidFill>
                  <a:srgbClr val="00B0F0"/>
                </a:solidFill>
                <a:latin typeface="Aptos" panose="020B0004020202020204" pitchFamily="34" charset="0"/>
              </a:rPr>
              <a:t>The biggest risk is not knowing what’s happening.</a:t>
            </a:r>
          </a:p>
        </p:txBody>
      </p:sp>
      <p:sp>
        <p:nvSpPr>
          <p:cNvPr id="7" name="Rectangle: Rounded Corners 6">
            <a:extLst>
              <a:ext uri="{FF2B5EF4-FFF2-40B4-BE49-F238E27FC236}">
                <a16:creationId xmlns:a16="http://schemas.microsoft.com/office/drawing/2014/main" id="{17D0C8B4-1AB2-EEB5-6561-2ED0E5CEC69D}"/>
              </a:ext>
            </a:extLst>
          </p:cNvPr>
          <p:cNvSpPr/>
          <p:nvPr/>
        </p:nvSpPr>
        <p:spPr>
          <a:xfrm>
            <a:off x="838200" y="2441530"/>
            <a:ext cx="3962162" cy="540663"/>
          </a:xfrm>
          <a:prstGeom prst="roundRect">
            <a:avLst>
              <a:gd name="adj" fmla="val 5670"/>
            </a:avLst>
          </a:prstGeom>
          <a:solidFill>
            <a:schemeClr val="accent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latin typeface="Aptos" panose="020B0004020202020204" pitchFamily="34" charset="0"/>
              </a:rPr>
              <a:t>Without Monitoring</a:t>
            </a:r>
            <a:endParaRPr lang="en-US" sz="2400" b="1" dirty="0">
              <a:latin typeface="Aptos" panose="020B0004020202020204" pitchFamily="34" charset="0"/>
            </a:endParaRPr>
          </a:p>
        </p:txBody>
      </p:sp>
      <p:sp>
        <p:nvSpPr>
          <p:cNvPr id="8" name="Rectangle: Rounded Corners 7">
            <a:extLst>
              <a:ext uri="{FF2B5EF4-FFF2-40B4-BE49-F238E27FC236}">
                <a16:creationId xmlns:a16="http://schemas.microsoft.com/office/drawing/2014/main" id="{CD6D659C-9CB6-0A69-683B-1356B0D536BB}"/>
              </a:ext>
            </a:extLst>
          </p:cNvPr>
          <p:cNvSpPr/>
          <p:nvPr/>
        </p:nvSpPr>
        <p:spPr>
          <a:xfrm>
            <a:off x="6911340" y="2441530"/>
            <a:ext cx="3962162" cy="540663"/>
          </a:xfrm>
          <a:prstGeom prst="roundRect">
            <a:avLst>
              <a:gd name="adj" fmla="val 5670"/>
            </a:avLst>
          </a:prstGeom>
          <a:solidFill>
            <a:schemeClr val="accent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latin typeface="Aptos" panose="020B0004020202020204" pitchFamily="34" charset="0"/>
              </a:rPr>
              <a:t>With Monitoring</a:t>
            </a:r>
            <a:endParaRPr lang="en-US" sz="2400" b="1" dirty="0">
              <a:latin typeface="Aptos" panose="020B0004020202020204" pitchFamily="34" charset="0"/>
            </a:endParaRPr>
          </a:p>
        </p:txBody>
      </p:sp>
      <p:sp>
        <p:nvSpPr>
          <p:cNvPr id="11" name="TextBox 10">
            <a:extLst>
              <a:ext uri="{FF2B5EF4-FFF2-40B4-BE49-F238E27FC236}">
                <a16:creationId xmlns:a16="http://schemas.microsoft.com/office/drawing/2014/main" id="{7EAE3FB3-143C-3426-0DC6-830B350C8CC9}"/>
              </a:ext>
            </a:extLst>
          </p:cNvPr>
          <p:cNvSpPr txBox="1"/>
          <p:nvPr/>
        </p:nvSpPr>
        <p:spPr>
          <a:xfrm>
            <a:off x="838200" y="3055215"/>
            <a:ext cx="3962162" cy="1938992"/>
          </a:xfrm>
          <a:prstGeom prst="rect">
            <a:avLst/>
          </a:prstGeom>
          <a:solidFill>
            <a:schemeClr val="accent2">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marL="285750" indent="-285750">
              <a:buFont typeface="Arial" panose="020B0604020202020204" pitchFamily="34" charset="0"/>
              <a:buChar char="•"/>
            </a:pPr>
            <a:r>
              <a:rPr lang="en-IN" sz="2400" dirty="0">
                <a:latin typeface="Aptos" panose="020B0004020202020204" pitchFamily="34" charset="0"/>
              </a:rPr>
              <a:t>Silent failures</a:t>
            </a:r>
          </a:p>
          <a:p>
            <a:pPr marL="285750" indent="-285750">
              <a:buFont typeface="Arial" panose="020B0604020202020204" pitchFamily="34" charset="0"/>
              <a:buChar char="•"/>
            </a:pPr>
            <a:endParaRPr lang="en-IN" sz="2400" dirty="0">
              <a:latin typeface="Aptos" panose="020B0004020202020204" pitchFamily="34" charset="0"/>
            </a:endParaRPr>
          </a:p>
          <a:p>
            <a:pPr marL="285750" indent="-285750">
              <a:buFont typeface="Arial" panose="020B0604020202020204" pitchFamily="34" charset="0"/>
              <a:buChar char="•"/>
            </a:pPr>
            <a:r>
              <a:rPr lang="en-IN" sz="2400" dirty="0">
                <a:latin typeface="Aptos" panose="020B0004020202020204" pitchFamily="34" charset="0"/>
              </a:rPr>
              <a:t>Slow degradation</a:t>
            </a:r>
          </a:p>
          <a:p>
            <a:pPr marL="285750" indent="-285750">
              <a:buFont typeface="Arial" panose="020B0604020202020204" pitchFamily="34" charset="0"/>
              <a:buChar char="•"/>
            </a:pPr>
            <a:endParaRPr lang="en-IN" sz="2400" dirty="0">
              <a:latin typeface="Aptos" panose="020B0004020202020204" pitchFamily="34" charset="0"/>
            </a:endParaRPr>
          </a:p>
          <a:p>
            <a:pPr marL="285750" indent="-285750">
              <a:buFont typeface="Arial" panose="020B0604020202020204" pitchFamily="34" charset="0"/>
              <a:buChar char="•"/>
            </a:pPr>
            <a:r>
              <a:rPr lang="en-IN" sz="2400" dirty="0">
                <a:latin typeface="Aptos" panose="020B0004020202020204" pitchFamily="34" charset="0"/>
              </a:rPr>
              <a:t>Rule violations unnoticed</a:t>
            </a:r>
          </a:p>
        </p:txBody>
      </p:sp>
      <p:sp>
        <p:nvSpPr>
          <p:cNvPr id="14" name="TextBox 13">
            <a:extLst>
              <a:ext uri="{FF2B5EF4-FFF2-40B4-BE49-F238E27FC236}">
                <a16:creationId xmlns:a16="http://schemas.microsoft.com/office/drawing/2014/main" id="{FB819A25-CB3B-C679-D7D6-92B15DED769A}"/>
              </a:ext>
            </a:extLst>
          </p:cNvPr>
          <p:cNvSpPr txBox="1"/>
          <p:nvPr/>
        </p:nvSpPr>
        <p:spPr>
          <a:xfrm>
            <a:off x="6911340" y="3055215"/>
            <a:ext cx="3962162" cy="1938992"/>
          </a:xfrm>
          <a:prstGeom prst="rect">
            <a:avLst/>
          </a:prstGeom>
          <a:solidFill>
            <a:srgbClr val="00B0F0"/>
          </a:solidFill>
        </p:spPr>
        <p:style>
          <a:lnRef idx="2">
            <a:schemeClr val="dk1"/>
          </a:lnRef>
          <a:fillRef idx="1">
            <a:schemeClr val="lt1"/>
          </a:fillRef>
          <a:effectRef idx="0">
            <a:schemeClr val="dk1"/>
          </a:effectRef>
          <a:fontRef idx="minor">
            <a:schemeClr val="dk1"/>
          </a:fontRef>
        </p:style>
        <p:txBody>
          <a:bodyPr wrap="square">
            <a:spAutoFit/>
          </a:bodyPr>
          <a:lstStyle/>
          <a:p>
            <a:pPr marL="342900" indent="-342900">
              <a:buFont typeface="Arial" panose="020B0604020202020204" pitchFamily="34" charset="0"/>
              <a:buChar char="•"/>
            </a:pPr>
            <a:r>
              <a:rPr lang="en-IN" sz="2400" dirty="0">
                <a:latin typeface="Aptos" panose="020B0004020202020204" pitchFamily="34" charset="0"/>
              </a:rPr>
              <a:t>Early warnings</a:t>
            </a:r>
          </a:p>
          <a:p>
            <a:pPr marL="342900" indent="-342900">
              <a:buFont typeface="Arial" panose="020B0604020202020204" pitchFamily="34" charset="0"/>
              <a:buChar char="•"/>
            </a:pPr>
            <a:endParaRPr lang="en-IN" sz="2400" dirty="0">
              <a:latin typeface="Aptos" panose="020B0004020202020204" pitchFamily="34" charset="0"/>
            </a:endParaRPr>
          </a:p>
          <a:p>
            <a:pPr marL="342900" indent="-342900">
              <a:buFont typeface="Arial" panose="020B0604020202020204" pitchFamily="34" charset="0"/>
              <a:buChar char="•"/>
            </a:pPr>
            <a:r>
              <a:rPr lang="en-IN" sz="2400" dirty="0">
                <a:latin typeface="Aptos" panose="020B0004020202020204" pitchFamily="34" charset="0"/>
              </a:rPr>
              <a:t>Controlled </a:t>
            </a:r>
            <a:r>
              <a:rPr lang="en-IN" sz="2400" dirty="0" err="1">
                <a:latin typeface="Aptos" panose="020B0004020202020204" pitchFamily="34" charset="0"/>
              </a:rPr>
              <a:t>behavior</a:t>
            </a:r>
            <a:endParaRPr lang="en-IN" sz="2400" dirty="0">
              <a:latin typeface="Aptos" panose="020B0004020202020204" pitchFamily="34" charset="0"/>
            </a:endParaRPr>
          </a:p>
          <a:p>
            <a:pPr marL="342900" indent="-342900">
              <a:buFont typeface="Arial" panose="020B0604020202020204" pitchFamily="34" charset="0"/>
              <a:buChar char="•"/>
            </a:pPr>
            <a:endParaRPr lang="en-IN" sz="2400" dirty="0">
              <a:latin typeface="Aptos" panose="020B0004020202020204" pitchFamily="34" charset="0"/>
            </a:endParaRPr>
          </a:p>
          <a:p>
            <a:pPr marL="342900" indent="-342900">
              <a:buFont typeface="Arial" panose="020B0604020202020204" pitchFamily="34" charset="0"/>
              <a:buChar char="•"/>
            </a:pPr>
            <a:r>
              <a:rPr lang="en-IN" sz="2400" dirty="0">
                <a:latin typeface="Aptos" panose="020B0004020202020204" pitchFamily="34" charset="0"/>
              </a:rPr>
              <a:t>Trust preserved</a:t>
            </a:r>
          </a:p>
        </p:txBody>
      </p:sp>
      <p:sp>
        <p:nvSpPr>
          <p:cNvPr id="16" name="TextBox 15">
            <a:extLst>
              <a:ext uri="{FF2B5EF4-FFF2-40B4-BE49-F238E27FC236}">
                <a16:creationId xmlns:a16="http://schemas.microsoft.com/office/drawing/2014/main" id="{97B75F1D-CB25-28B7-CBBA-B560F15CAB2D}"/>
              </a:ext>
            </a:extLst>
          </p:cNvPr>
          <p:cNvSpPr txBox="1"/>
          <p:nvPr/>
        </p:nvSpPr>
        <p:spPr>
          <a:xfrm>
            <a:off x="838200" y="985353"/>
            <a:ext cx="10378440" cy="830997"/>
          </a:xfrm>
          <a:prstGeom prst="rect">
            <a:avLst/>
          </a:prstGeom>
          <a:noFill/>
        </p:spPr>
        <p:txBody>
          <a:bodyPr wrap="square">
            <a:spAutoFit/>
          </a:bodyPr>
          <a:lstStyle/>
          <a:p>
            <a:pPr>
              <a:buNone/>
            </a:pPr>
            <a:r>
              <a:rPr lang="en-US" sz="2400" b="1" dirty="0">
                <a:latin typeface="Aptos" panose="020B0004020202020204" pitchFamily="34" charset="0"/>
              </a:rPr>
              <a:t>Without monitoring, AI fails silently. With monitoring, failures are caught early.</a:t>
            </a:r>
          </a:p>
        </p:txBody>
      </p:sp>
      <p:pic>
        <p:nvPicPr>
          <p:cNvPr id="1028" name="Picture 4" descr="Monitoring">
            <a:extLst>
              <a:ext uri="{FF2B5EF4-FFF2-40B4-BE49-F238E27FC236}">
                <a16:creationId xmlns:a16="http://schemas.microsoft.com/office/drawing/2014/main" id="{DC78B773-D9D4-F30B-681B-AE16A1E75E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66960" y="3151465"/>
            <a:ext cx="678180" cy="67818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62DA4D5E-CAE4-C976-45C6-1F86EC6F0C00}"/>
              </a:ext>
            </a:extLst>
          </p:cNvPr>
          <p:cNvPicPr>
            <a:picLocks noChangeAspect="1"/>
          </p:cNvPicPr>
          <p:nvPr/>
        </p:nvPicPr>
        <p:blipFill>
          <a:blip r:embed="rId3"/>
          <a:stretch>
            <a:fillRect/>
          </a:stretch>
        </p:blipFill>
        <p:spPr>
          <a:xfrm>
            <a:off x="3936601" y="3141889"/>
            <a:ext cx="637561" cy="637561"/>
          </a:xfrm>
          <a:prstGeom prst="rect">
            <a:avLst/>
          </a:prstGeom>
        </p:spPr>
      </p:pic>
    </p:spTree>
    <p:extLst>
      <p:ext uri="{BB962C8B-B14F-4D97-AF65-F5344CB8AC3E}">
        <p14:creationId xmlns:p14="http://schemas.microsoft.com/office/powerpoint/2010/main" val="4146552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EDDA3-2342-8AAE-7C98-2556070B52C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94FA50C-4BF5-A104-7530-73C6B36837C1}"/>
              </a:ext>
            </a:extLst>
          </p:cNvPr>
          <p:cNvSpPr txBox="1"/>
          <p:nvPr/>
        </p:nvSpPr>
        <p:spPr>
          <a:xfrm>
            <a:off x="0" y="261556"/>
            <a:ext cx="6234545" cy="584775"/>
          </a:xfrm>
          <a:prstGeom prst="rect">
            <a:avLst/>
          </a:prstGeom>
          <a:solidFill>
            <a:srgbClr val="2A75B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IN" sz="3200" b="1" dirty="0">
                <a:latin typeface="Aptos" panose="020B0004020202020204" pitchFamily="34" charset="0"/>
              </a:rPr>
              <a:t>What Teams Actually Monitor</a:t>
            </a:r>
            <a:endParaRPr lang="en-US" sz="3200" b="1" dirty="0">
              <a:latin typeface="Aptos" panose="020B0004020202020204" pitchFamily="34" charset="0"/>
            </a:endParaRPr>
          </a:p>
        </p:txBody>
      </p:sp>
      <p:graphicFrame>
        <p:nvGraphicFramePr>
          <p:cNvPr id="7" name="Diagram 6">
            <a:extLst>
              <a:ext uri="{FF2B5EF4-FFF2-40B4-BE49-F238E27FC236}">
                <a16:creationId xmlns:a16="http://schemas.microsoft.com/office/drawing/2014/main" id="{1D03B6E3-F849-3F4B-987F-860BA06E0092}"/>
              </a:ext>
            </a:extLst>
          </p:cNvPr>
          <p:cNvGraphicFramePr/>
          <p:nvPr/>
        </p:nvGraphicFramePr>
        <p:xfrm>
          <a:off x="1036320" y="1927472"/>
          <a:ext cx="10397490" cy="42473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a:extLst>
              <a:ext uri="{FF2B5EF4-FFF2-40B4-BE49-F238E27FC236}">
                <a16:creationId xmlns:a16="http://schemas.microsoft.com/office/drawing/2014/main" id="{A4CE4D6F-DF7B-5D92-CF44-EE816E449F7A}"/>
              </a:ext>
            </a:extLst>
          </p:cNvPr>
          <p:cNvSpPr txBox="1"/>
          <p:nvPr/>
        </p:nvSpPr>
        <p:spPr>
          <a:xfrm>
            <a:off x="838200" y="1181671"/>
            <a:ext cx="10515600" cy="461665"/>
          </a:xfrm>
          <a:prstGeom prst="rect">
            <a:avLst/>
          </a:prstGeom>
          <a:noFill/>
        </p:spPr>
        <p:txBody>
          <a:bodyPr wrap="square">
            <a:spAutoFit/>
          </a:bodyPr>
          <a:lstStyle/>
          <a:p>
            <a:pPr>
              <a:buNone/>
            </a:pPr>
            <a:r>
              <a:rPr lang="en-US" sz="2400" b="1" dirty="0">
                <a:latin typeface="Aptos" panose="020B0004020202020204" pitchFamily="34" charset="0"/>
              </a:rPr>
              <a:t>Monitoring the Right Signals </a:t>
            </a:r>
            <a:endParaRPr lang="en-US" sz="2400" dirty="0">
              <a:latin typeface="Aptos" panose="020B0004020202020204" pitchFamily="34" charset="0"/>
            </a:endParaRPr>
          </a:p>
        </p:txBody>
      </p:sp>
      <p:pic>
        <p:nvPicPr>
          <p:cNvPr id="2050" name="Picture 2" descr="Convenience ">
            <a:extLst>
              <a:ext uri="{FF2B5EF4-FFF2-40B4-BE49-F238E27FC236}">
                <a16:creationId xmlns:a16="http://schemas.microsoft.com/office/drawing/2014/main" id="{15B01FB5-E98B-F51F-686A-0C368416349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62550" y="2001680"/>
            <a:ext cx="774914" cy="77491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Accuracy ">
            <a:extLst>
              <a:ext uri="{FF2B5EF4-FFF2-40B4-BE49-F238E27FC236}">
                <a16:creationId xmlns:a16="http://schemas.microsoft.com/office/drawing/2014/main" id="{3ADA097E-C080-5142-0101-7DA309E0EEB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940033" y="2013377"/>
            <a:ext cx="664691" cy="664691"/>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Warning ">
            <a:extLst>
              <a:ext uri="{FF2B5EF4-FFF2-40B4-BE49-F238E27FC236}">
                <a16:creationId xmlns:a16="http://schemas.microsoft.com/office/drawing/2014/main" id="{457B3C56-6E43-71DE-649B-7AC62FE0694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62550" y="4419600"/>
            <a:ext cx="693420" cy="69342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Performance ">
            <a:extLst>
              <a:ext uri="{FF2B5EF4-FFF2-40B4-BE49-F238E27FC236}">
                <a16:creationId xmlns:a16="http://schemas.microsoft.com/office/drawing/2014/main" id="{AA3FB0FA-DBDE-1650-6454-50971FD3A04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940033" y="4394835"/>
            <a:ext cx="742950" cy="742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1782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5251F-F09D-94E9-D275-E1051AC15064}"/>
            </a:ext>
          </a:extLst>
        </p:cNvPr>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AFB08B8B-5BA4-3E53-66C3-E3311668DA49}"/>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2E82DC29-A07C-11EB-3F2D-B473CCEDCB9D}"/>
              </a:ext>
            </a:extLst>
          </p:cNvPr>
          <p:cNvSpPr txBox="1"/>
          <p:nvPr/>
        </p:nvSpPr>
        <p:spPr>
          <a:xfrm>
            <a:off x="838200" y="312760"/>
            <a:ext cx="4282440" cy="584775"/>
          </a:xfrm>
          <a:prstGeom prst="rect">
            <a:avLst/>
          </a:prstGeom>
          <a:solidFill>
            <a:srgbClr val="2A75B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IN" sz="3200" b="1" dirty="0">
                <a:latin typeface="Aptos" panose="020B0004020202020204" pitchFamily="34" charset="0"/>
              </a:rPr>
              <a:t>Real-World Example </a:t>
            </a:r>
            <a:endParaRPr lang="en-US" sz="3200" b="1" dirty="0">
              <a:latin typeface="Aptos" panose="020B0004020202020204" pitchFamily="34" charset="0"/>
            </a:endParaRPr>
          </a:p>
        </p:txBody>
      </p:sp>
      <p:sp>
        <p:nvSpPr>
          <p:cNvPr id="5" name="TextBox 4">
            <a:extLst>
              <a:ext uri="{FF2B5EF4-FFF2-40B4-BE49-F238E27FC236}">
                <a16:creationId xmlns:a16="http://schemas.microsoft.com/office/drawing/2014/main" id="{8B080865-C31A-505A-4B4A-5EF9B8355754}"/>
              </a:ext>
            </a:extLst>
          </p:cNvPr>
          <p:cNvSpPr txBox="1"/>
          <p:nvPr/>
        </p:nvSpPr>
        <p:spPr>
          <a:xfrm>
            <a:off x="922972" y="1176914"/>
            <a:ext cx="10430827" cy="461665"/>
          </a:xfrm>
          <a:prstGeom prst="rect">
            <a:avLst/>
          </a:prstGeom>
          <a:noFill/>
        </p:spPr>
        <p:txBody>
          <a:bodyPr wrap="square">
            <a:spAutoFit/>
          </a:bodyPr>
          <a:lstStyle/>
          <a:p>
            <a:pPr>
              <a:buNone/>
            </a:pPr>
            <a:r>
              <a:rPr lang="en-US" sz="2400" b="1" dirty="0">
                <a:latin typeface="Aptos" panose="020B0004020202020204" pitchFamily="34" charset="0"/>
              </a:rPr>
              <a:t>Customer Support AI — What Can Go Wrong</a:t>
            </a:r>
            <a:endParaRPr lang="en-US" sz="2400" dirty="0">
              <a:latin typeface="Aptos" panose="020B0004020202020204" pitchFamily="34" charset="0"/>
            </a:endParaRPr>
          </a:p>
        </p:txBody>
      </p:sp>
      <p:pic>
        <p:nvPicPr>
          <p:cNvPr id="3074" name="Picture 2" descr="Bad ">
            <a:extLst>
              <a:ext uri="{FF2B5EF4-FFF2-40B4-BE49-F238E27FC236}">
                <a16:creationId xmlns:a16="http://schemas.microsoft.com/office/drawing/2014/main" id="{B1E941A1-CE4B-3317-851F-558C9A2FC0D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29400" y="3188970"/>
            <a:ext cx="674370" cy="67437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Trend ">
            <a:extLst>
              <a:ext uri="{FF2B5EF4-FFF2-40B4-BE49-F238E27FC236}">
                <a16:creationId xmlns:a16="http://schemas.microsoft.com/office/drawing/2014/main" id="{0CE7FD3F-4327-58A6-449C-54A34F9B469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81310" y="3225197"/>
            <a:ext cx="742950" cy="74295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BBF23A6-13AB-2E0E-C37D-5019DA7CE2E4}"/>
              </a:ext>
            </a:extLst>
          </p:cNvPr>
          <p:cNvSpPr txBox="1"/>
          <p:nvPr/>
        </p:nvSpPr>
        <p:spPr>
          <a:xfrm>
            <a:off x="731520" y="6176963"/>
            <a:ext cx="10707051" cy="461665"/>
          </a:xfrm>
          <a:prstGeom prst="rect">
            <a:avLst/>
          </a:prstGeom>
          <a:noFill/>
        </p:spPr>
        <p:txBody>
          <a:bodyPr wrap="square">
            <a:spAutoFit/>
          </a:bodyPr>
          <a:lstStyle/>
          <a:p>
            <a:pPr algn="ctr">
              <a:buNone/>
            </a:pPr>
            <a:r>
              <a:rPr lang="en-US" sz="2400" b="1" dirty="0">
                <a:solidFill>
                  <a:srgbClr val="00B0F0"/>
                </a:solidFill>
                <a:latin typeface="Aptos" panose="020B0004020202020204" pitchFamily="34" charset="0"/>
              </a:rPr>
              <a:t>Users notice problems before dashboards — unless you monitor.</a:t>
            </a:r>
          </a:p>
        </p:txBody>
      </p:sp>
    </p:spTree>
    <p:extLst>
      <p:ext uri="{BB962C8B-B14F-4D97-AF65-F5344CB8AC3E}">
        <p14:creationId xmlns:p14="http://schemas.microsoft.com/office/powerpoint/2010/main" val="3333506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E2DE7-CBCC-7D8E-6B4A-00D40C43A53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240A638-3179-A30F-E11D-05C5C577C72C}"/>
              </a:ext>
            </a:extLst>
          </p:cNvPr>
          <p:cNvSpPr txBox="1"/>
          <p:nvPr/>
        </p:nvSpPr>
        <p:spPr>
          <a:xfrm>
            <a:off x="838200" y="312760"/>
            <a:ext cx="6244244" cy="584775"/>
          </a:xfrm>
          <a:prstGeom prst="rect">
            <a:avLst/>
          </a:prstGeom>
          <a:solidFill>
            <a:srgbClr val="2A75B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IN" sz="3200" b="1" dirty="0">
                <a:latin typeface="Aptos" panose="020B0004020202020204" pitchFamily="34" charset="0"/>
              </a:rPr>
              <a:t>Common Production Mistake</a:t>
            </a:r>
            <a:endParaRPr lang="en-US" sz="3200" b="1" dirty="0">
              <a:latin typeface="Aptos" panose="020B0004020202020204" pitchFamily="34" charset="0"/>
            </a:endParaRPr>
          </a:p>
        </p:txBody>
      </p:sp>
      <p:sp>
        <p:nvSpPr>
          <p:cNvPr id="8" name="TextBox 7">
            <a:extLst>
              <a:ext uri="{FF2B5EF4-FFF2-40B4-BE49-F238E27FC236}">
                <a16:creationId xmlns:a16="http://schemas.microsoft.com/office/drawing/2014/main" id="{B568DFA0-7A94-CD2F-8687-CF83940E8A32}"/>
              </a:ext>
            </a:extLst>
          </p:cNvPr>
          <p:cNvSpPr txBox="1"/>
          <p:nvPr/>
        </p:nvSpPr>
        <p:spPr>
          <a:xfrm>
            <a:off x="838200" y="1228249"/>
            <a:ext cx="10515600" cy="461665"/>
          </a:xfrm>
          <a:prstGeom prst="rect">
            <a:avLst/>
          </a:prstGeom>
          <a:noFill/>
        </p:spPr>
        <p:txBody>
          <a:bodyPr wrap="square">
            <a:spAutoFit/>
          </a:bodyPr>
          <a:lstStyle/>
          <a:p>
            <a:r>
              <a:rPr lang="en-US" sz="2400" b="1" dirty="0">
                <a:latin typeface="Aptos" panose="020B0004020202020204" pitchFamily="34" charset="0"/>
              </a:rPr>
              <a:t>The Most Common Production Mistake: Deploying and Forgetting</a:t>
            </a:r>
          </a:p>
        </p:txBody>
      </p:sp>
      <p:sp>
        <p:nvSpPr>
          <p:cNvPr id="13" name="TextBox 12">
            <a:extLst>
              <a:ext uri="{FF2B5EF4-FFF2-40B4-BE49-F238E27FC236}">
                <a16:creationId xmlns:a16="http://schemas.microsoft.com/office/drawing/2014/main" id="{7B2F5BA7-281B-0C1E-1840-286919F66FAB}"/>
              </a:ext>
            </a:extLst>
          </p:cNvPr>
          <p:cNvSpPr txBox="1"/>
          <p:nvPr/>
        </p:nvSpPr>
        <p:spPr>
          <a:xfrm>
            <a:off x="1043941" y="3320682"/>
            <a:ext cx="4259580" cy="1569660"/>
          </a:xfrm>
          <a:prstGeom prst="rect">
            <a:avLst/>
          </a:prstGeom>
          <a:solidFill>
            <a:srgbClr val="D1FAE5"/>
          </a:solidFill>
          <a:ln w="19050">
            <a:solidFill>
              <a:srgbClr val="9CA3AF"/>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IN" sz="2400" dirty="0">
                <a:latin typeface="Aptos" panose="020B0004020202020204" pitchFamily="34" charset="0"/>
              </a:rPr>
              <a:t>Launch the AI system</a:t>
            </a:r>
          </a:p>
          <a:p>
            <a:pPr marL="342900" indent="-342900">
              <a:buFont typeface="Arial" panose="020B0604020202020204" pitchFamily="34" charset="0"/>
              <a:buChar char="•"/>
            </a:pPr>
            <a:r>
              <a:rPr lang="en-IN" sz="2400" dirty="0">
                <a:latin typeface="Aptos" panose="020B0004020202020204" pitchFamily="34" charset="0"/>
              </a:rPr>
              <a:t>Assume it will “just work”</a:t>
            </a:r>
          </a:p>
          <a:p>
            <a:pPr marL="342900" indent="-342900">
              <a:buFont typeface="Arial" panose="020B0604020202020204" pitchFamily="34" charset="0"/>
              <a:buChar char="•"/>
            </a:pPr>
            <a:r>
              <a:rPr lang="en-IN" sz="2400" dirty="0">
                <a:latin typeface="Aptos" panose="020B0004020202020204" pitchFamily="34" charset="0"/>
              </a:rPr>
              <a:t>Check only after complaints</a:t>
            </a:r>
          </a:p>
          <a:p>
            <a:pPr marL="342900" indent="-342900">
              <a:buFont typeface="Arial" panose="020B0604020202020204" pitchFamily="34" charset="0"/>
              <a:buChar char="•"/>
            </a:pPr>
            <a:r>
              <a:rPr lang="en-IN" sz="2400" dirty="0">
                <a:latin typeface="Aptos" panose="020B0004020202020204" pitchFamily="34" charset="0"/>
              </a:rPr>
              <a:t>No ownership after release</a:t>
            </a:r>
            <a:endParaRPr lang="en-US" sz="2400" dirty="0">
              <a:latin typeface="Aptos" panose="020B0004020202020204" pitchFamily="34" charset="0"/>
            </a:endParaRPr>
          </a:p>
        </p:txBody>
      </p:sp>
      <p:sp>
        <p:nvSpPr>
          <p:cNvPr id="16" name="Rectangle: Rounded Corners 15">
            <a:extLst>
              <a:ext uri="{FF2B5EF4-FFF2-40B4-BE49-F238E27FC236}">
                <a16:creationId xmlns:a16="http://schemas.microsoft.com/office/drawing/2014/main" id="{2C53A96A-B29A-E235-76E3-2E668C467A16}"/>
              </a:ext>
            </a:extLst>
          </p:cNvPr>
          <p:cNvSpPr/>
          <p:nvPr/>
        </p:nvSpPr>
        <p:spPr>
          <a:xfrm>
            <a:off x="1043941" y="2538477"/>
            <a:ext cx="4259580" cy="540663"/>
          </a:xfrm>
          <a:prstGeom prst="roundRect">
            <a:avLst>
              <a:gd name="adj" fmla="val 5670"/>
            </a:avLst>
          </a:prstGeom>
          <a:solidFill>
            <a:srgbClr val="00B05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latin typeface="Aptos" panose="020B0004020202020204" pitchFamily="34" charset="0"/>
              </a:rPr>
              <a:t>What Teams Often Do</a:t>
            </a:r>
          </a:p>
        </p:txBody>
      </p:sp>
      <p:sp>
        <p:nvSpPr>
          <p:cNvPr id="17" name="Rectangle: Rounded Corners 16">
            <a:extLst>
              <a:ext uri="{FF2B5EF4-FFF2-40B4-BE49-F238E27FC236}">
                <a16:creationId xmlns:a16="http://schemas.microsoft.com/office/drawing/2014/main" id="{AD725959-3917-3912-E978-B9FE079748E8}"/>
              </a:ext>
            </a:extLst>
          </p:cNvPr>
          <p:cNvSpPr/>
          <p:nvPr/>
        </p:nvSpPr>
        <p:spPr>
          <a:xfrm>
            <a:off x="6911340" y="2579285"/>
            <a:ext cx="4259580" cy="540663"/>
          </a:xfrm>
          <a:prstGeom prst="roundRect">
            <a:avLst>
              <a:gd name="adj" fmla="val 5670"/>
            </a:avLst>
          </a:prstGeom>
          <a:solidFill>
            <a:srgbClr val="00B05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latin typeface="Aptos" panose="020B0004020202020204" pitchFamily="34" charset="0"/>
              </a:rPr>
              <a:t>What Professionals Do</a:t>
            </a:r>
          </a:p>
        </p:txBody>
      </p:sp>
      <p:sp>
        <p:nvSpPr>
          <p:cNvPr id="18" name="TextBox 17">
            <a:extLst>
              <a:ext uri="{FF2B5EF4-FFF2-40B4-BE49-F238E27FC236}">
                <a16:creationId xmlns:a16="http://schemas.microsoft.com/office/drawing/2014/main" id="{2E309E76-C4F0-83F1-E0DB-D68AF56D649E}"/>
              </a:ext>
            </a:extLst>
          </p:cNvPr>
          <p:cNvSpPr txBox="1"/>
          <p:nvPr/>
        </p:nvSpPr>
        <p:spPr>
          <a:xfrm>
            <a:off x="6911340" y="3402298"/>
            <a:ext cx="4259580" cy="1569660"/>
          </a:xfrm>
          <a:prstGeom prst="rect">
            <a:avLst/>
          </a:prstGeom>
          <a:solidFill>
            <a:srgbClr val="D1FAE5"/>
          </a:solidFill>
          <a:ln w="19050">
            <a:solidFill>
              <a:srgbClr val="9CA3AF"/>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IN" sz="2400" dirty="0">
                <a:latin typeface="Aptos" panose="020B0004020202020204" pitchFamily="34" charset="0"/>
              </a:rPr>
              <a:t>Launch with monitoring</a:t>
            </a:r>
          </a:p>
          <a:p>
            <a:pPr marL="342900" indent="-342900">
              <a:buFont typeface="Arial" panose="020B0604020202020204" pitchFamily="34" charset="0"/>
              <a:buChar char="•"/>
            </a:pPr>
            <a:r>
              <a:rPr lang="en-IN" sz="2400" dirty="0">
                <a:latin typeface="Aptos" panose="020B0004020202020204" pitchFamily="34" charset="0"/>
              </a:rPr>
              <a:t>Track </a:t>
            </a:r>
            <a:r>
              <a:rPr lang="en-IN" sz="2400" dirty="0" err="1">
                <a:latin typeface="Aptos" panose="020B0004020202020204" pitchFamily="34" charset="0"/>
              </a:rPr>
              <a:t>behavior</a:t>
            </a:r>
            <a:r>
              <a:rPr lang="en-IN" sz="2400" dirty="0">
                <a:latin typeface="Aptos" panose="020B0004020202020204" pitchFamily="34" charset="0"/>
              </a:rPr>
              <a:t> continuously</a:t>
            </a:r>
          </a:p>
          <a:p>
            <a:pPr marL="342900" indent="-342900">
              <a:buFont typeface="Arial" panose="020B0604020202020204" pitchFamily="34" charset="0"/>
              <a:buChar char="•"/>
            </a:pPr>
            <a:r>
              <a:rPr lang="en-IN" sz="2400" dirty="0">
                <a:latin typeface="Aptos" panose="020B0004020202020204" pitchFamily="34" charset="0"/>
              </a:rPr>
              <a:t>Detect issues early</a:t>
            </a:r>
          </a:p>
          <a:p>
            <a:pPr marL="342900" indent="-342900">
              <a:buFont typeface="Arial" panose="020B0604020202020204" pitchFamily="34" charset="0"/>
              <a:buChar char="•"/>
            </a:pPr>
            <a:r>
              <a:rPr lang="en-IN" sz="2400" dirty="0">
                <a:latin typeface="Aptos" panose="020B0004020202020204" pitchFamily="34" charset="0"/>
              </a:rPr>
              <a:t>Treat AI as a live system</a:t>
            </a:r>
            <a:endParaRPr lang="en-US" sz="2400" dirty="0">
              <a:latin typeface="Aptos" panose="020B0004020202020204" pitchFamily="34" charset="0"/>
            </a:endParaRPr>
          </a:p>
        </p:txBody>
      </p:sp>
      <p:sp>
        <p:nvSpPr>
          <p:cNvPr id="20" name="TextBox 19">
            <a:extLst>
              <a:ext uri="{FF2B5EF4-FFF2-40B4-BE49-F238E27FC236}">
                <a16:creationId xmlns:a16="http://schemas.microsoft.com/office/drawing/2014/main" id="{C2123E1A-D65D-4C8F-0DA2-32E13A0E8A8B}"/>
              </a:ext>
            </a:extLst>
          </p:cNvPr>
          <p:cNvSpPr txBox="1"/>
          <p:nvPr/>
        </p:nvSpPr>
        <p:spPr>
          <a:xfrm>
            <a:off x="838200" y="5995705"/>
            <a:ext cx="10515600" cy="461665"/>
          </a:xfrm>
          <a:prstGeom prst="rect">
            <a:avLst/>
          </a:prstGeom>
          <a:noFill/>
        </p:spPr>
        <p:txBody>
          <a:bodyPr wrap="square">
            <a:spAutoFit/>
          </a:bodyPr>
          <a:lstStyle/>
          <a:p>
            <a:pPr algn="ctr">
              <a:buNone/>
            </a:pPr>
            <a:r>
              <a:rPr lang="en-US" sz="2400" b="1" dirty="0">
                <a:solidFill>
                  <a:srgbClr val="00B0F0"/>
                </a:solidFill>
                <a:latin typeface="Aptos" panose="020B0004020202020204" pitchFamily="34" charset="0"/>
              </a:rPr>
              <a:t>In production, silence is not stability — it’s hidden failure.</a:t>
            </a:r>
          </a:p>
        </p:txBody>
      </p:sp>
    </p:spTree>
    <p:extLst>
      <p:ext uri="{BB962C8B-B14F-4D97-AF65-F5344CB8AC3E}">
        <p14:creationId xmlns:p14="http://schemas.microsoft.com/office/powerpoint/2010/main" val="3905520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C3EA8-CFA2-0319-97FB-EFBA9CE7DBB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66EE768-8753-2149-634E-A51A3D4C5E5E}"/>
              </a:ext>
            </a:extLst>
          </p:cNvPr>
          <p:cNvSpPr txBox="1"/>
          <p:nvPr/>
        </p:nvSpPr>
        <p:spPr>
          <a:xfrm>
            <a:off x="339436" y="449793"/>
            <a:ext cx="7798724" cy="584775"/>
          </a:xfrm>
          <a:prstGeom prst="rect">
            <a:avLst/>
          </a:prstGeom>
          <a:solidFill>
            <a:schemeClr val="tx2">
              <a:lumMod val="90000"/>
              <a:lumOff val="1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US" sz="3200" b="1" dirty="0">
                <a:latin typeface="Aptos" panose="020B0004020202020204" pitchFamily="34" charset="0"/>
              </a:rPr>
              <a:t>Running AI Is Ownership, Not Installation</a:t>
            </a:r>
            <a:endParaRPr lang="en-US" sz="3200" dirty="0">
              <a:latin typeface="Aptos" panose="020B0004020202020204" pitchFamily="34" charset="0"/>
            </a:endParaRPr>
          </a:p>
        </p:txBody>
      </p:sp>
      <p:sp>
        <p:nvSpPr>
          <p:cNvPr id="5" name="TextBox 4">
            <a:extLst>
              <a:ext uri="{FF2B5EF4-FFF2-40B4-BE49-F238E27FC236}">
                <a16:creationId xmlns:a16="http://schemas.microsoft.com/office/drawing/2014/main" id="{43DBB80A-A82C-D8A2-C10F-3F4CDC94FAE2}"/>
              </a:ext>
            </a:extLst>
          </p:cNvPr>
          <p:cNvSpPr txBox="1"/>
          <p:nvPr/>
        </p:nvSpPr>
        <p:spPr>
          <a:xfrm>
            <a:off x="838200" y="6175908"/>
            <a:ext cx="10515600" cy="461665"/>
          </a:xfrm>
          <a:prstGeom prst="rect">
            <a:avLst/>
          </a:prstGeom>
          <a:noFill/>
        </p:spPr>
        <p:txBody>
          <a:bodyPr wrap="square">
            <a:spAutoFit/>
          </a:bodyPr>
          <a:lstStyle/>
          <a:p>
            <a:pPr algn="ctr">
              <a:buNone/>
            </a:pPr>
            <a:r>
              <a:rPr lang="en-US" sz="2400" b="1" dirty="0">
                <a:solidFill>
                  <a:srgbClr val="00B0F0"/>
                </a:solidFill>
                <a:latin typeface="Aptos" panose="020B0004020202020204" pitchFamily="34" charset="0"/>
              </a:rPr>
              <a:t>Monitoring is not maintenance — it is </a:t>
            </a:r>
            <a:r>
              <a:rPr lang="en-US" sz="2400" b="1" i="1" dirty="0">
                <a:solidFill>
                  <a:srgbClr val="00B0F0"/>
                </a:solidFill>
                <a:latin typeface="Aptos" panose="020B0004020202020204" pitchFamily="34" charset="0"/>
              </a:rPr>
              <a:t>control</a:t>
            </a:r>
            <a:r>
              <a:rPr lang="en-US" sz="2400" b="1" dirty="0">
                <a:solidFill>
                  <a:srgbClr val="00B0F0"/>
                </a:solidFill>
                <a:latin typeface="Aptos" panose="020B0004020202020204" pitchFamily="34" charset="0"/>
              </a:rPr>
              <a:t>.</a:t>
            </a:r>
          </a:p>
        </p:txBody>
      </p:sp>
      <p:sp>
        <p:nvSpPr>
          <p:cNvPr id="8" name="Rectangle: Rounded Corners 7">
            <a:extLst>
              <a:ext uri="{FF2B5EF4-FFF2-40B4-BE49-F238E27FC236}">
                <a16:creationId xmlns:a16="http://schemas.microsoft.com/office/drawing/2014/main" id="{8A26DE1C-5F64-FC59-9D03-A7630C6B9A77}"/>
              </a:ext>
            </a:extLst>
          </p:cNvPr>
          <p:cNvSpPr/>
          <p:nvPr/>
        </p:nvSpPr>
        <p:spPr>
          <a:xfrm>
            <a:off x="5360789" y="1238340"/>
            <a:ext cx="3962162" cy="540663"/>
          </a:xfrm>
          <a:prstGeom prst="roundRect">
            <a:avLst>
              <a:gd name="adj" fmla="val 5670"/>
            </a:avLst>
          </a:prstGeom>
          <a:solidFill>
            <a:srgbClr val="00B05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latin typeface="Aptos" panose="020B0004020202020204" pitchFamily="34" charset="0"/>
              </a:rPr>
              <a:t>Deploy</a:t>
            </a:r>
          </a:p>
        </p:txBody>
      </p:sp>
      <p:sp>
        <p:nvSpPr>
          <p:cNvPr id="9" name="Rectangle: Rounded Corners 8">
            <a:extLst>
              <a:ext uri="{FF2B5EF4-FFF2-40B4-BE49-F238E27FC236}">
                <a16:creationId xmlns:a16="http://schemas.microsoft.com/office/drawing/2014/main" id="{2A88810C-8ED0-F195-6796-9F9410E150F0}"/>
              </a:ext>
            </a:extLst>
          </p:cNvPr>
          <p:cNvSpPr/>
          <p:nvPr/>
        </p:nvSpPr>
        <p:spPr>
          <a:xfrm>
            <a:off x="5360789" y="2248087"/>
            <a:ext cx="3962162" cy="540663"/>
          </a:xfrm>
          <a:prstGeom prst="roundRect">
            <a:avLst>
              <a:gd name="adj" fmla="val 5670"/>
            </a:avLst>
          </a:prstGeom>
          <a:solidFill>
            <a:srgbClr val="00B0F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latin typeface="Aptos" panose="020B0004020202020204" pitchFamily="34" charset="0"/>
              </a:rPr>
              <a:t>Monitor</a:t>
            </a:r>
          </a:p>
        </p:txBody>
      </p:sp>
      <p:sp>
        <p:nvSpPr>
          <p:cNvPr id="10" name="Rectangle: Rounded Corners 9">
            <a:extLst>
              <a:ext uri="{FF2B5EF4-FFF2-40B4-BE49-F238E27FC236}">
                <a16:creationId xmlns:a16="http://schemas.microsoft.com/office/drawing/2014/main" id="{87D635F3-10F4-B0B7-CF02-4EE9088FDB93}"/>
              </a:ext>
            </a:extLst>
          </p:cNvPr>
          <p:cNvSpPr/>
          <p:nvPr/>
        </p:nvSpPr>
        <p:spPr>
          <a:xfrm>
            <a:off x="5360789" y="3257834"/>
            <a:ext cx="3962162" cy="540663"/>
          </a:xfrm>
          <a:prstGeom prst="roundRect">
            <a:avLst>
              <a:gd name="adj" fmla="val 5670"/>
            </a:avLst>
          </a:prstGeom>
          <a:solidFill>
            <a:srgbClr val="FFC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latin typeface="Aptos" panose="020B0004020202020204" pitchFamily="34" charset="0"/>
              </a:rPr>
              <a:t>Detect issues</a:t>
            </a:r>
          </a:p>
        </p:txBody>
      </p:sp>
      <p:sp>
        <p:nvSpPr>
          <p:cNvPr id="11" name="Rectangle: Rounded Corners 10">
            <a:extLst>
              <a:ext uri="{FF2B5EF4-FFF2-40B4-BE49-F238E27FC236}">
                <a16:creationId xmlns:a16="http://schemas.microsoft.com/office/drawing/2014/main" id="{C39748CC-6D09-D8CA-836F-E3719621C6FC}"/>
              </a:ext>
            </a:extLst>
          </p:cNvPr>
          <p:cNvSpPr/>
          <p:nvPr/>
        </p:nvSpPr>
        <p:spPr>
          <a:xfrm>
            <a:off x="5360789" y="4196063"/>
            <a:ext cx="3962162" cy="540663"/>
          </a:xfrm>
          <a:prstGeom prst="roundRect">
            <a:avLst>
              <a:gd name="adj" fmla="val 5670"/>
            </a:avLst>
          </a:prstGeom>
          <a:solidFill>
            <a:schemeClr val="accent6">
              <a:lumMod val="5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latin typeface="Aptos" panose="020B0004020202020204" pitchFamily="34" charset="0"/>
              </a:rPr>
              <a:t>Fix &amp; improve</a:t>
            </a:r>
          </a:p>
        </p:txBody>
      </p:sp>
      <p:sp>
        <p:nvSpPr>
          <p:cNvPr id="12" name="Rectangle: Rounded Corners 11">
            <a:extLst>
              <a:ext uri="{FF2B5EF4-FFF2-40B4-BE49-F238E27FC236}">
                <a16:creationId xmlns:a16="http://schemas.microsoft.com/office/drawing/2014/main" id="{BD554002-CEE8-5B71-9918-48FA4B965BAA}"/>
              </a:ext>
            </a:extLst>
          </p:cNvPr>
          <p:cNvSpPr/>
          <p:nvPr/>
        </p:nvSpPr>
        <p:spPr>
          <a:xfrm>
            <a:off x="5360789" y="5232885"/>
            <a:ext cx="3962162" cy="540663"/>
          </a:xfrm>
          <a:prstGeom prst="roundRect">
            <a:avLst>
              <a:gd name="adj" fmla="val 5670"/>
            </a:avLst>
          </a:prstGeom>
          <a:solidFill>
            <a:srgbClr val="7030A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latin typeface="Aptos" panose="020B0004020202020204" pitchFamily="34" charset="0"/>
              </a:rPr>
              <a:t>Maintain trust</a:t>
            </a:r>
          </a:p>
        </p:txBody>
      </p:sp>
      <p:cxnSp>
        <p:nvCxnSpPr>
          <p:cNvPr id="13" name="Straight Arrow Connector 12">
            <a:extLst>
              <a:ext uri="{FF2B5EF4-FFF2-40B4-BE49-F238E27FC236}">
                <a16:creationId xmlns:a16="http://schemas.microsoft.com/office/drawing/2014/main" id="{468E3DE9-C322-1C4A-BB84-2D9968BB29D5}"/>
              </a:ext>
            </a:extLst>
          </p:cNvPr>
          <p:cNvCxnSpPr/>
          <p:nvPr/>
        </p:nvCxnSpPr>
        <p:spPr>
          <a:xfrm>
            <a:off x="7288530" y="2804944"/>
            <a:ext cx="0" cy="4528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58C64BEF-F447-E673-3DE7-2DF0C5F28EB3}"/>
              </a:ext>
            </a:extLst>
          </p:cNvPr>
          <p:cNvCxnSpPr/>
          <p:nvPr/>
        </p:nvCxnSpPr>
        <p:spPr>
          <a:xfrm>
            <a:off x="7258050" y="1779003"/>
            <a:ext cx="0" cy="4528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85E0AA0D-A0E8-7992-6C1E-DD6D779FF4C8}"/>
              </a:ext>
            </a:extLst>
          </p:cNvPr>
          <p:cNvCxnSpPr/>
          <p:nvPr/>
        </p:nvCxnSpPr>
        <p:spPr>
          <a:xfrm>
            <a:off x="7288530" y="3743173"/>
            <a:ext cx="0" cy="4528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0EAD42FD-4034-F708-BC8A-DFDDE4C2ADB0}"/>
              </a:ext>
            </a:extLst>
          </p:cNvPr>
          <p:cNvCxnSpPr/>
          <p:nvPr/>
        </p:nvCxnSpPr>
        <p:spPr>
          <a:xfrm>
            <a:off x="7288530" y="4779995"/>
            <a:ext cx="0" cy="4528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7F3123B7-A6F1-4215-62F7-8E7E7CCDE2E1}"/>
              </a:ext>
            </a:extLst>
          </p:cNvPr>
          <p:cNvSpPr/>
          <p:nvPr/>
        </p:nvSpPr>
        <p:spPr>
          <a:xfrm>
            <a:off x="746763" y="2005448"/>
            <a:ext cx="4156708" cy="3211238"/>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US" sz="2400" dirty="0">
                <a:solidFill>
                  <a:schemeClr val="tx1"/>
                </a:solidFill>
                <a:latin typeface="Aptos" panose="020B0004020202020204" pitchFamily="34" charset="0"/>
              </a:rPr>
              <a:t>Building AI is exciting.</a:t>
            </a:r>
            <a:br>
              <a:rPr lang="en-US" sz="2400" dirty="0">
                <a:solidFill>
                  <a:schemeClr val="tx1"/>
                </a:solidFill>
                <a:latin typeface="Aptos" panose="020B0004020202020204" pitchFamily="34" charset="0"/>
              </a:rPr>
            </a:br>
            <a:r>
              <a:rPr lang="en-US" sz="2400" dirty="0">
                <a:solidFill>
                  <a:schemeClr val="tx1"/>
                </a:solidFill>
                <a:latin typeface="Aptos" panose="020B0004020202020204" pitchFamily="34" charset="0"/>
              </a:rPr>
              <a:t>Running AI is serious.</a:t>
            </a:r>
          </a:p>
          <a:p>
            <a:pPr marL="342900" indent="-342900">
              <a:buFont typeface="Arial" panose="020B0604020202020204" pitchFamily="34" charset="0"/>
              <a:buChar char="•"/>
            </a:pPr>
            <a:r>
              <a:rPr lang="en-US" sz="2400" dirty="0">
                <a:solidFill>
                  <a:schemeClr val="tx1"/>
                </a:solidFill>
                <a:latin typeface="Aptos" panose="020B0004020202020204" pitchFamily="34" charset="0"/>
              </a:rPr>
              <a:t>If you cannot see how your AI behaves in the real world,</a:t>
            </a:r>
            <a:br>
              <a:rPr lang="en-US" sz="2400" dirty="0">
                <a:solidFill>
                  <a:schemeClr val="tx1"/>
                </a:solidFill>
                <a:latin typeface="Aptos" panose="020B0004020202020204" pitchFamily="34" charset="0"/>
              </a:rPr>
            </a:br>
            <a:r>
              <a:rPr lang="en-US" sz="2400" b="1" dirty="0">
                <a:solidFill>
                  <a:schemeClr val="tx1"/>
                </a:solidFill>
                <a:latin typeface="Aptos" panose="020B0004020202020204" pitchFamily="34" charset="0"/>
              </a:rPr>
              <a:t>you are not in control of it.</a:t>
            </a:r>
            <a:endParaRPr lang="en-US" sz="2400" dirty="0">
              <a:solidFill>
                <a:schemeClr val="tx1"/>
              </a:solidFill>
              <a:latin typeface="Aptos" panose="020B0004020202020204" pitchFamily="34" charset="0"/>
            </a:endParaRPr>
          </a:p>
        </p:txBody>
      </p:sp>
    </p:spTree>
    <p:extLst>
      <p:ext uri="{BB962C8B-B14F-4D97-AF65-F5344CB8AC3E}">
        <p14:creationId xmlns:p14="http://schemas.microsoft.com/office/powerpoint/2010/main" val="4294432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F96EE-DC6E-6163-DC26-7C0CECB62B7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FC2FE22-FA44-EE6E-358F-01CB25AD75DF}"/>
              </a:ext>
            </a:extLst>
          </p:cNvPr>
          <p:cNvSpPr txBox="1"/>
          <p:nvPr/>
        </p:nvSpPr>
        <p:spPr>
          <a:xfrm>
            <a:off x="751849" y="1675370"/>
            <a:ext cx="10622280" cy="830997"/>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Aptos" panose="020B0004020202020204" pitchFamily="34" charset="0"/>
              </a:rPr>
              <a:t>What feels small at first becomes serious at scale</a:t>
            </a:r>
          </a:p>
          <a:p>
            <a:pPr marL="342900" indent="-342900">
              <a:buFont typeface="Arial" panose="020B0604020202020204" pitchFamily="34" charset="0"/>
              <a:buChar char="•"/>
            </a:pPr>
            <a:r>
              <a:rPr lang="en-US" sz="2400" dirty="0">
                <a:latin typeface="Aptos" panose="020B0004020202020204" pitchFamily="34" charset="0"/>
              </a:rPr>
              <a:t>AI Becomes Expensive When It Runs Every Day</a:t>
            </a:r>
          </a:p>
        </p:txBody>
      </p:sp>
      <p:grpSp>
        <p:nvGrpSpPr>
          <p:cNvPr id="6" name="Group 5">
            <a:extLst>
              <a:ext uri="{FF2B5EF4-FFF2-40B4-BE49-F238E27FC236}">
                <a16:creationId xmlns:a16="http://schemas.microsoft.com/office/drawing/2014/main" id="{9D4CBD54-A1E5-6E4E-1AD7-D535593A45D7}"/>
              </a:ext>
            </a:extLst>
          </p:cNvPr>
          <p:cNvGrpSpPr/>
          <p:nvPr/>
        </p:nvGrpSpPr>
        <p:grpSpPr>
          <a:xfrm>
            <a:off x="838200" y="2871082"/>
            <a:ext cx="4320000" cy="2104490"/>
            <a:chOff x="9242" y="1270470"/>
            <a:chExt cx="2862842" cy="1810396"/>
          </a:xfrm>
        </p:grpSpPr>
        <p:sp>
          <p:nvSpPr>
            <p:cNvPr id="7" name="Rectangle: Rounded Corners 6">
              <a:extLst>
                <a:ext uri="{FF2B5EF4-FFF2-40B4-BE49-F238E27FC236}">
                  <a16:creationId xmlns:a16="http://schemas.microsoft.com/office/drawing/2014/main" id="{616A1FC0-2A1F-2417-6AC7-2FEE21158FBA}"/>
                </a:ext>
              </a:extLst>
            </p:cNvPr>
            <p:cNvSpPr/>
            <p:nvPr/>
          </p:nvSpPr>
          <p:spPr>
            <a:xfrm>
              <a:off x="9242" y="1270470"/>
              <a:ext cx="2762398" cy="1810396"/>
            </a:xfrm>
            <a:prstGeom prst="roundRect">
              <a:avLst>
                <a:gd name="adj" fmla="val 10000"/>
              </a:avLst>
            </a:prstGeom>
            <a:solidFill>
              <a:srgbClr val="FEE2E2"/>
            </a:solidFill>
            <a:ln>
              <a:solidFill>
                <a:schemeClr val="bg2">
                  <a:lumMod val="1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8" name="Rectangle: Rounded Corners 4">
              <a:extLst>
                <a:ext uri="{FF2B5EF4-FFF2-40B4-BE49-F238E27FC236}">
                  <a16:creationId xmlns:a16="http://schemas.microsoft.com/office/drawing/2014/main" id="{58862FCF-E434-6BE5-F9C3-C686AC4F3B42}"/>
                </a:ext>
              </a:extLst>
            </p:cNvPr>
            <p:cNvSpPr txBox="1"/>
            <p:nvPr/>
          </p:nvSpPr>
          <p:spPr>
            <a:xfrm>
              <a:off x="62267" y="1323493"/>
              <a:ext cx="2809817" cy="170220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defTabSz="889000">
                <a:lnSpc>
                  <a:spcPct val="90000"/>
                </a:lnSpc>
                <a:spcBef>
                  <a:spcPct val="0"/>
                </a:spcBef>
                <a:spcAft>
                  <a:spcPct val="35000"/>
                </a:spcAft>
              </a:pPr>
              <a:r>
                <a:rPr lang="en-IN" sz="2400" b="1" dirty="0">
                  <a:solidFill>
                    <a:schemeClr val="tx1"/>
                  </a:solidFill>
                  <a:latin typeface="Aptos" panose="020B0004020202020204" pitchFamily="34" charset="0"/>
                </a:rPr>
                <a:t>Occasional AI Usage</a:t>
              </a:r>
              <a:endParaRPr lang="en-US" sz="2400" b="1" dirty="0">
                <a:solidFill>
                  <a:schemeClr val="tx1"/>
                </a:solidFill>
                <a:latin typeface="Aptos" panose="020B0004020202020204" pitchFamily="34" charset="0"/>
              </a:endParaRPr>
            </a:p>
            <a:p>
              <a:pPr marL="342900" lvl="0" indent="-342900" defTabSz="889000">
                <a:lnSpc>
                  <a:spcPct val="90000"/>
                </a:lnSpc>
                <a:spcBef>
                  <a:spcPct val="0"/>
                </a:spcBef>
                <a:spcAft>
                  <a:spcPct val="35000"/>
                </a:spcAft>
                <a:buFont typeface="Arial" panose="020B0604020202020204" pitchFamily="34" charset="0"/>
                <a:buChar char="•"/>
              </a:pPr>
              <a:r>
                <a:rPr lang="en-US" sz="2400" dirty="0">
                  <a:solidFill>
                    <a:schemeClr val="tx1"/>
                  </a:solidFill>
                  <a:latin typeface="Aptos" panose="020B0004020202020204" pitchFamily="34" charset="0"/>
                </a:rPr>
                <a:t>Used sometimes</a:t>
              </a:r>
            </a:p>
            <a:p>
              <a:pPr marL="342900" lvl="0" indent="-342900" defTabSz="889000">
                <a:lnSpc>
                  <a:spcPct val="90000"/>
                </a:lnSpc>
                <a:spcBef>
                  <a:spcPct val="0"/>
                </a:spcBef>
                <a:spcAft>
                  <a:spcPct val="35000"/>
                </a:spcAft>
                <a:buFont typeface="Arial" panose="020B0604020202020204" pitchFamily="34" charset="0"/>
                <a:buChar char="•"/>
              </a:pPr>
              <a:r>
                <a:rPr lang="en-US" sz="2400" dirty="0">
                  <a:solidFill>
                    <a:schemeClr val="tx1"/>
                  </a:solidFill>
                  <a:latin typeface="Aptos" panose="020B0004020202020204" pitchFamily="34" charset="0"/>
                </a:rPr>
                <a:t>Cost feels invisible</a:t>
              </a:r>
            </a:p>
            <a:p>
              <a:pPr marL="342900" lvl="0" indent="-342900" defTabSz="889000">
                <a:lnSpc>
                  <a:spcPct val="90000"/>
                </a:lnSpc>
                <a:spcBef>
                  <a:spcPct val="0"/>
                </a:spcBef>
                <a:spcAft>
                  <a:spcPct val="35000"/>
                </a:spcAft>
                <a:buFont typeface="Arial" panose="020B0604020202020204" pitchFamily="34" charset="0"/>
                <a:buChar char="•"/>
              </a:pPr>
              <a:r>
                <a:rPr lang="en-US" sz="2400" dirty="0">
                  <a:solidFill>
                    <a:schemeClr val="tx1"/>
                  </a:solidFill>
                  <a:latin typeface="Aptos" panose="020B0004020202020204" pitchFamily="34" charset="0"/>
                </a:rPr>
                <a:t>No urgency</a:t>
              </a:r>
              <a:endParaRPr lang="en-IN" sz="2400" kern="1200" dirty="0">
                <a:solidFill>
                  <a:schemeClr val="tx1"/>
                </a:solidFill>
                <a:latin typeface="Aptos" panose="020B0004020202020204" pitchFamily="34" charset="0"/>
              </a:endParaRPr>
            </a:p>
          </p:txBody>
        </p:sp>
      </p:grpSp>
      <p:grpSp>
        <p:nvGrpSpPr>
          <p:cNvPr id="10" name="Group 9">
            <a:extLst>
              <a:ext uri="{FF2B5EF4-FFF2-40B4-BE49-F238E27FC236}">
                <a16:creationId xmlns:a16="http://schemas.microsoft.com/office/drawing/2014/main" id="{313F2047-B37A-5715-FE7D-BE9786C73A01}"/>
              </a:ext>
            </a:extLst>
          </p:cNvPr>
          <p:cNvGrpSpPr/>
          <p:nvPr/>
        </p:nvGrpSpPr>
        <p:grpSpPr>
          <a:xfrm>
            <a:off x="5424328" y="3507830"/>
            <a:ext cx="836172" cy="830996"/>
            <a:chOff x="3047880" y="1833131"/>
            <a:chExt cx="585628" cy="685074"/>
          </a:xfrm>
        </p:grpSpPr>
        <p:sp>
          <p:nvSpPr>
            <p:cNvPr id="11" name="Arrow: Right 10">
              <a:extLst>
                <a:ext uri="{FF2B5EF4-FFF2-40B4-BE49-F238E27FC236}">
                  <a16:creationId xmlns:a16="http://schemas.microsoft.com/office/drawing/2014/main" id="{3261603F-A21F-ECE6-D921-92998AB7A1CD}"/>
                </a:ext>
              </a:extLst>
            </p:cNvPr>
            <p:cNvSpPr/>
            <p:nvPr/>
          </p:nvSpPr>
          <p:spPr>
            <a:xfrm>
              <a:off x="3047880" y="1833131"/>
              <a:ext cx="585628" cy="685074"/>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a:p>
          </p:txBody>
        </p:sp>
        <p:sp>
          <p:nvSpPr>
            <p:cNvPr id="12" name="Arrow: Right 4">
              <a:extLst>
                <a:ext uri="{FF2B5EF4-FFF2-40B4-BE49-F238E27FC236}">
                  <a16:creationId xmlns:a16="http://schemas.microsoft.com/office/drawing/2014/main" id="{27CF5CDD-03F2-A1F7-3C99-BAF2E948E190}"/>
                </a:ext>
              </a:extLst>
            </p:cNvPr>
            <p:cNvSpPr txBox="1"/>
            <p:nvPr/>
          </p:nvSpPr>
          <p:spPr>
            <a:xfrm>
              <a:off x="3047880" y="1970146"/>
              <a:ext cx="409940" cy="41104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1289050">
                <a:lnSpc>
                  <a:spcPct val="90000"/>
                </a:lnSpc>
                <a:spcBef>
                  <a:spcPct val="0"/>
                </a:spcBef>
                <a:spcAft>
                  <a:spcPct val="35000"/>
                </a:spcAft>
                <a:buNone/>
              </a:pPr>
              <a:endParaRPr lang="en-IN" sz="2900" kern="1200">
                <a:latin typeface="Aptos" panose="020B0004020202020204" pitchFamily="34" charset="0"/>
              </a:endParaRPr>
            </a:p>
          </p:txBody>
        </p:sp>
      </p:grpSp>
      <p:sp>
        <p:nvSpPr>
          <p:cNvPr id="14" name="Rectangle: Rounded Corners 13">
            <a:extLst>
              <a:ext uri="{FF2B5EF4-FFF2-40B4-BE49-F238E27FC236}">
                <a16:creationId xmlns:a16="http://schemas.microsoft.com/office/drawing/2014/main" id="{1A130E35-2D39-89F6-1949-C763CBEBADBD}"/>
              </a:ext>
            </a:extLst>
          </p:cNvPr>
          <p:cNvSpPr/>
          <p:nvPr/>
        </p:nvSpPr>
        <p:spPr>
          <a:xfrm>
            <a:off x="6603588" y="2888570"/>
            <a:ext cx="4320000" cy="2069517"/>
          </a:xfrm>
          <a:prstGeom prst="roundRect">
            <a:avLst>
              <a:gd name="adj" fmla="val 10000"/>
            </a:avLst>
          </a:prstGeom>
          <a:solidFill>
            <a:srgbClr val="FFC000"/>
          </a:solidFill>
          <a:ln>
            <a:solidFill>
              <a:schemeClr val="bg2">
                <a:lumMod val="1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pPr algn="ctr"/>
            <a:r>
              <a:rPr lang="en-IN" sz="2400" b="1" dirty="0">
                <a:solidFill>
                  <a:schemeClr val="tx1"/>
                </a:solidFill>
                <a:latin typeface="Aptos" panose="020B0004020202020204" pitchFamily="34" charset="0"/>
              </a:rPr>
              <a:t>Daily production usage</a:t>
            </a:r>
          </a:p>
          <a:p>
            <a:endParaRPr lang="en-IN" sz="2400" dirty="0">
              <a:solidFill>
                <a:schemeClr val="tx1"/>
              </a:solidFill>
              <a:latin typeface="Aptos" panose="020B0004020202020204" pitchFamily="34" charset="0"/>
            </a:endParaRPr>
          </a:p>
          <a:p>
            <a:pPr marL="285750" indent="-285750">
              <a:buFont typeface="Arial" panose="020B0604020202020204" pitchFamily="34" charset="0"/>
              <a:buChar char="•"/>
            </a:pPr>
            <a:r>
              <a:rPr lang="en-US" sz="2400" dirty="0">
                <a:solidFill>
                  <a:schemeClr val="tx1"/>
                </a:solidFill>
                <a:latin typeface="Aptos" panose="020B0004020202020204" pitchFamily="34" charset="0"/>
              </a:rPr>
              <a:t>Runs daily</a:t>
            </a:r>
          </a:p>
          <a:p>
            <a:pPr marL="285750" indent="-285750">
              <a:buFont typeface="Arial" panose="020B0604020202020204" pitchFamily="34" charset="0"/>
              <a:buChar char="•"/>
            </a:pPr>
            <a:r>
              <a:rPr lang="en-US" sz="2400" dirty="0">
                <a:solidFill>
                  <a:schemeClr val="tx1"/>
                </a:solidFill>
                <a:latin typeface="Aptos" panose="020B0004020202020204" pitchFamily="34" charset="0"/>
              </a:rPr>
              <a:t>Cost adds up fast</a:t>
            </a:r>
          </a:p>
          <a:p>
            <a:pPr marL="285750" indent="-285750">
              <a:buFont typeface="Arial" panose="020B0604020202020204" pitchFamily="34" charset="0"/>
              <a:buChar char="•"/>
            </a:pPr>
            <a:r>
              <a:rPr lang="en-US" sz="2400" dirty="0">
                <a:solidFill>
                  <a:schemeClr val="tx1"/>
                </a:solidFill>
                <a:latin typeface="Aptos" panose="020B0004020202020204" pitchFamily="34" charset="0"/>
              </a:rPr>
              <a:t>Waste becomes painful</a:t>
            </a:r>
            <a:endParaRPr lang="en-IN" sz="2400" dirty="0">
              <a:solidFill>
                <a:schemeClr val="tx1"/>
              </a:solidFill>
              <a:latin typeface="Aptos" panose="020B0004020202020204" pitchFamily="34" charset="0"/>
            </a:endParaRPr>
          </a:p>
        </p:txBody>
      </p:sp>
      <p:sp>
        <p:nvSpPr>
          <p:cNvPr id="17" name="TextBox 16">
            <a:extLst>
              <a:ext uri="{FF2B5EF4-FFF2-40B4-BE49-F238E27FC236}">
                <a16:creationId xmlns:a16="http://schemas.microsoft.com/office/drawing/2014/main" id="{54EF8D4F-D2CD-6BC7-FC84-07D9500E8159}"/>
              </a:ext>
            </a:extLst>
          </p:cNvPr>
          <p:cNvSpPr txBox="1"/>
          <p:nvPr/>
        </p:nvSpPr>
        <p:spPr>
          <a:xfrm>
            <a:off x="731520" y="6096764"/>
            <a:ext cx="10622280" cy="461665"/>
          </a:xfrm>
          <a:prstGeom prst="rect">
            <a:avLst/>
          </a:prstGeom>
          <a:noFill/>
        </p:spPr>
        <p:txBody>
          <a:bodyPr wrap="square">
            <a:spAutoFit/>
          </a:bodyPr>
          <a:lstStyle/>
          <a:p>
            <a:pPr algn="ctr">
              <a:buNone/>
            </a:pPr>
            <a:r>
              <a:rPr lang="en-US" sz="2400" b="1" dirty="0">
                <a:solidFill>
                  <a:srgbClr val="00B0F0"/>
                </a:solidFill>
                <a:latin typeface="Aptos" panose="020B0004020202020204" pitchFamily="34" charset="0"/>
              </a:rPr>
              <a:t>Cost matters when AI moves from demo to daily dependency.</a:t>
            </a:r>
          </a:p>
        </p:txBody>
      </p:sp>
      <p:pic>
        <p:nvPicPr>
          <p:cNvPr id="4103" name="Picture 7" descr="Salary ">
            <a:extLst>
              <a:ext uri="{FF2B5EF4-FFF2-40B4-BE49-F238E27FC236}">
                <a16:creationId xmlns:a16="http://schemas.microsoft.com/office/drawing/2014/main" id="{EEFDABD4-187A-AC73-792B-95441BDE2C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6935" y="3028792"/>
            <a:ext cx="837746" cy="837746"/>
          </a:xfrm>
          <a:prstGeom prst="rect">
            <a:avLst/>
          </a:prstGeom>
          <a:noFill/>
          <a:extLst>
            <a:ext uri="{909E8E84-426E-40DD-AFC4-6F175D3DCCD1}">
              <a14:hiddenFill xmlns:a14="http://schemas.microsoft.com/office/drawing/2010/main">
                <a:solidFill>
                  <a:srgbClr val="FFFFFF"/>
                </a:solidFill>
              </a14:hiddenFill>
            </a:ext>
          </a:extLst>
        </p:spPr>
      </p:pic>
      <p:pic>
        <p:nvPicPr>
          <p:cNvPr id="4105" name="Picture 9" descr="Budget ">
            <a:extLst>
              <a:ext uri="{FF2B5EF4-FFF2-40B4-BE49-F238E27FC236}">
                <a16:creationId xmlns:a16="http://schemas.microsoft.com/office/drawing/2014/main" id="{CC0BE378-1840-3A19-0814-47B5ADEAD5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8512" y="3429000"/>
            <a:ext cx="875076" cy="87507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1DF4B36-C0DB-F356-910E-0F720C87FA29}"/>
              </a:ext>
            </a:extLst>
          </p:cNvPr>
          <p:cNvSpPr txBox="1"/>
          <p:nvPr/>
        </p:nvSpPr>
        <p:spPr>
          <a:xfrm>
            <a:off x="0" y="-24523"/>
            <a:ext cx="12192000" cy="646331"/>
          </a:xfrm>
          <a:prstGeom prst="rect">
            <a:avLst/>
          </a:prstGeom>
          <a:solidFill>
            <a:schemeClr val="accent2">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US" sz="3600" b="1" dirty="0"/>
              <a:t>Cost &amp; Efficiency in Prompt Operations</a:t>
            </a:r>
          </a:p>
        </p:txBody>
      </p:sp>
      <p:sp>
        <p:nvSpPr>
          <p:cNvPr id="3" name="TextBox 2">
            <a:extLst>
              <a:ext uri="{FF2B5EF4-FFF2-40B4-BE49-F238E27FC236}">
                <a16:creationId xmlns:a16="http://schemas.microsoft.com/office/drawing/2014/main" id="{6457697E-2732-03DB-A8FC-2896BF1E83B7}"/>
              </a:ext>
            </a:extLst>
          </p:cNvPr>
          <p:cNvSpPr txBox="1"/>
          <p:nvPr/>
        </p:nvSpPr>
        <p:spPr>
          <a:xfrm>
            <a:off x="0" y="842503"/>
            <a:ext cx="9019309" cy="523220"/>
          </a:xfrm>
          <a:prstGeom prst="rect">
            <a:avLst/>
          </a:prstGeom>
          <a:solidFill>
            <a:schemeClr val="tx2">
              <a:lumMod val="90000"/>
              <a:lumOff val="1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IN" sz="2800" b="1" dirty="0">
                <a:solidFill>
                  <a:schemeClr val="bg1"/>
                </a:solidFill>
                <a:latin typeface="Aptos" panose="020B0004020202020204" pitchFamily="34" charset="0"/>
              </a:rPr>
              <a:t>Why Cost Optimization Matters in production prompts</a:t>
            </a:r>
            <a:endParaRPr lang="en-US" sz="2800" b="1" dirty="0">
              <a:solidFill>
                <a:schemeClr val="bg1"/>
              </a:solidFill>
              <a:latin typeface="Aptos" panose="020B0004020202020204" pitchFamily="34" charset="0"/>
            </a:endParaRPr>
          </a:p>
        </p:txBody>
      </p:sp>
    </p:spTree>
    <p:extLst>
      <p:ext uri="{BB962C8B-B14F-4D97-AF65-F5344CB8AC3E}">
        <p14:creationId xmlns:p14="http://schemas.microsoft.com/office/powerpoint/2010/main" val="385917731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7F151-AD70-9156-A6A2-F83061A0C17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513A7F8-B4F2-24AF-E0FF-E860C20C6814}"/>
              </a:ext>
            </a:extLst>
          </p:cNvPr>
          <p:cNvSpPr txBox="1"/>
          <p:nvPr/>
        </p:nvSpPr>
        <p:spPr>
          <a:xfrm>
            <a:off x="838200" y="1146136"/>
            <a:ext cx="10515600" cy="461665"/>
          </a:xfrm>
          <a:prstGeom prst="rect">
            <a:avLst/>
          </a:prstGeom>
          <a:noFill/>
        </p:spPr>
        <p:txBody>
          <a:bodyPr wrap="square">
            <a:spAutoFit/>
          </a:bodyPr>
          <a:lstStyle/>
          <a:p>
            <a:pPr>
              <a:buNone/>
            </a:pPr>
            <a:r>
              <a:rPr lang="en-US" sz="2400" b="1" dirty="0">
                <a:latin typeface="Aptos" panose="020B0004020202020204" pitchFamily="34" charset="0"/>
              </a:rPr>
              <a:t>Most AI cost problems are design problems.</a:t>
            </a:r>
          </a:p>
        </p:txBody>
      </p:sp>
      <p:graphicFrame>
        <p:nvGraphicFramePr>
          <p:cNvPr id="8" name="Content Placeholder 7">
            <a:extLst>
              <a:ext uri="{FF2B5EF4-FFF2-40B4-BE49-F238E27FC236}">
                <a16:creationId xmlns:a16="http://schemas.microsoft.com/office/drawing/2014/main" id="{033DA23B-BD0B-DC75-16F5-139143DF2EE3}"/>
              </a:ext>
            </a:extLst>
          </p:cNvPr>
          <p:cNvGraphicFramePr>
            <a:graphicFrameLocks noGrp="1"/>
          </p:cNvGraphicFramePr>
          <p:nvPr>
            <p:ph idx="1"/>
          </p:nvPr>
        </p:nvGraphicFramePr>
        <p:xfrm>
          <a:off x="701040" y="2034540"/>
          <a:ext cx="10515600" cy="39433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 name="TextBox 13">
            <a:extLst>
              <a:ext uri="{FF2B5EF4-FFF2-40B4-BE49-F238E27FC236}">
                <a16:creationId xmlns:a16="http://schemas.microsoft.com/office/drawing/2014/main" id="{16F3A4D1-0E6B-B192-9237-2C4C7DDF057A}"/>
              </a:ext>
            </a:extLst>
          </p:cNvPr>
          <p:cNvSpPr txBox="1"/>
          <p:nvPr/>
        </p:nvSpPr>
        <p:spPr>
          <a:xfrm>
            <a:off x="838200" y="6360574"/>
            <a:ext cx="10515600" cy="461665"/>
          </a:xfrm>
          <a:prstGeom prst="rect">
            <a:avLst/>
          </a:prstGeom>
          <a:noFill/>
        </p:spPr>
        <p:txBody>
          <a:bodyPr wrap="square">
            <a:spAutoFit/>
          </a:bodyPr>
          <a:lstStyle/>
          <a:p>
            <a:pPr algn="ctr"/>
            <a:r>
              <a:rPr lang="en-IN" sz="2400" b="1" dirty="0">
                <a:solidFill>
                  <a:srgbClr val="00B0F0"/>
                </a:solidFill>
                <a:latin typeface="Aptos" panose="020B0004020202020204" pitchFamily="34" charset="0"/>
              </a:rPr>
              <a:t>Waste is created by decisions, not by AI capability</a:t>
            </a:r>
          </a:p>
        </p:txBody>
      </p:sp>
      <p:sp>
        <p:nvSpPr>
          <p:cNvPr id="2" name="TextBox 1">
            <a:extLst>
              <a:ext uri="{FF2B5EF4-FFF2-40B4-BE49-F238E27FC236}">
                <a16:creationId xmlns:a16="http://schemas.microsoft.com/office/drawing/2014/main" id="{38EA42BC-28CC-2711-1D56-CA1CA22F9182}"/>
              </a:ext>
            </a:extLst>
          </p:cNvPr>
          <p:cNvSpPr txBox="1"/>
          <p:nvPr/>
        </p:nvSpPr>
        <p:spPr>
          <a:xfrm>
            <a:off x="0" y="356890"/>
            <a:ext cx="9019309" cy="523220"/>
          </a:xfrm>
          <a:prstGeom prst="rect">
            <a:avLst/>
          </a:prstGeom>
          <a:solidFill>
            <a:schemeClr val="tx2">
              <a:lumMod val="90000"/>
              <a:lumOff val="1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IN" sz="2800" b="1" dirty="0">
                <a:solidFill>
                  <a:schemeClr val="bg1"/>
                </a:solidFill>
                <a:latin typeface="Aptos" panose="020B0004020202020204" pitchFamily="34" charset="0"/>
              </a:rPr>
              <a:t>Where Prompt Related Waste Usually Happens</a:t>
            </a:r>
            <a:endParaRPr lang="en-US" sz="2800" b="1" dirty="0">
              <a:solidFill>
                <a:schemeClr val="bg1"/>
              </a:solidFill>
              <a:latin typeface="Aptos" panose="020B0004020202020204" pitchFamily="34" charset="0"/>
            </a:endParaRPr>
          </a:p>
        </p:txBody>
      </p:sp>
    </p:spTree>
    <p:extLst>
      <p:ext uri="{BB962C8B-B14F-4D97-AF65-F5344CB8AC3E}">
        <p14:creationId xmlns:p14="http://schemas.microsoft.com/office/powerpoint/2010/main" val="342600339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4A53D-BFAD-52C0-B4B3-1B71F49E4A2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4AE2848-1E21-2C96-8D17-D75A39D44B07}"/>
              </a:ext>
            </a:extLst>
          </p:cNvPr>
          <p:cNvSpPr txBox="1"/>
          <p:nvPr/>
        </p:nvSpPr>
        <p:spPr>
          <a:xfrm>
            <a:off x="838200" y="1176914"/>
            <a:ext cx="10515600" cy="461665"/>
          </a:xfrm>
          <a:prstGeom prst="rect">
            <a:avLst/>
          </a:prstGeom>
          <a:noFill/>
        </p:spPr>
        <p:txBody>
          <a:bodyPr wrap="square">
            <a:spAutoFit/>
          </a:bodyPr>
          <a:lstStyle/>
          <a:p>
            <a:r>
              <a:rPr lang="en-US" sz="2400" b="1" dirty="0">
                <a:latin typeface="Aptos" panose="020B0004020202020204" pitchFamily="34" charset="0"/>
              </a:rPr>
              <a:t>Efficiency Is About Doing Less for the Same Result</a:t>
            </a:r>
            <a:endParaRPr lang="en-US" sz="2400" dirty="0">
              <a:latin typeface="Aptos" panose="020B0004020202020204" pitchFamily="34" charset="0"/>
            </a:endParaRPr>
          </a:p>
        </p:txBody>
      </p:sp>
      <p:sp>
        <p:nvSpPr>
          <p:cNvPr id="8" name="Rectangle: Rounded Corners 7">
            <a:extLst>
              <a:ext uri="{FF2B5EF4-FFF2-40B4-BE49-F238E27FC236}">
                <a16:creationId xmlns:a16="http://schemas.microsoft.com/office/drawing/2014/main" id="{6AD171B4-5D54-B49D-8A00-11F072242222}"/>
              </a:ext>
            </a:extLst>
          </p:cNvPr>
          <p:cNvSpPr/>
          <p:nvPr/>
        </p:nvSpPr>
        <p:spPr>
          <a:xfrm>
            <a:off x="1052515" y="1753366"/>
            <a:ext cx="4182426" cy="540663"/>
          </a:xfrm>
          <a:prstGeom prst="roundRect">
            <a:avLst>
              <a:gd name="adj" fmla="val 5670"/>
            </a:avLst>
          </a:prstGeom>
          <a:solidFill>
            <a:srgbClr val="FFC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latin typeface="Aptos" panose="020B0004020202020204" pitchFamily="34" charset="0"/>
              </a:rPr>
              <a:t>Where Waste Happens</a:t>
            </a:r>
          </a:p>
        </p:txBody>
      </p:sp>
      <p:sp>
        <p:nvSpPr>
          <p:cNvPr id="11" name="TextBox 10">
            <a:extLst>
              <a:ext uri="{FF2B5EF4-FFF2-40B4-BE49-F238E27FC236}">
                <a16:creationId xmlns:a16="http://schemas.microsoft.com/office/drawing/2014/main" id="{DE67780E-0211-C1FB-F76F-D34C85B9C6EA}"/>
              </a:ext>
            </a:extLst>
          </p:cNvPr>
          <p:cNvSpPr txBox="1"/>
          <p:nvPr/>
        </p:nvSpPr>
        <p:spPr>
          <a:xfrm>
            <a:off x="1052515" y="2449142"/>
            <a:ext cx="4182426" cy="2308324"/>
          </a:xfrm>
          <a:prstGeom prst="rect">
            <a:avLst/>
          </a:prstGeom>
          <a:solidFill>
            <a:schemeClr val="accent4">
              <a:lumMod val="60000"/>
              <a:lumOff val="40000"/>
            </a:schemeClr>
          </a:solidFill>
        </p:spPr>
        <p:style>
          <a:lnRef idx="2">
            <a:schemeClr val="dk1"/>
          </a:lnRef>
          <a:fillRef idx="1">
            <a:schemeClr val="lt1"/>
          </a:fillRef>
          <a:effectRef idx="0">
            <a:schemeClr val="dk1"/>
          </a:effectRef>
          <a:fontRef idx="minor">
            <a:schemeClr val="dk1"/>
          </a:fontRef>
        </p:style>
        <p:txBody>
          <a:bodyPr wrap="square">
            <a:spAutoFit/>
          </a:bodyPr>
          <a:lstStyle/>
          <a:p>
            <a:pPr marL="342900" indent="-342900">
              <a:buFont typeface="Arial" panose="020B0604020202020204" pitchFamily="34" charset="0"/>
              <a:buChar char="•"/>
            </a:pPr>
            <a:r>
              <a:rPr lang="en-IN" sz="2400" dirty="0">
                <a:latin typeface="Aptos" panose="020B0004020202020204" pitchFamily="34" charset="0"/>
              </a:rPr>
              <a:t>Large models for simple tasks</a:t>
            </a:r>
          </a:p>
          <a:p>
            <a:pPr marL="342900" indent="-342900">
              <a:buFont typeface="Arial" panose="020B0604020202020204" pitchFamily="34" charset="0"/>
              <a:buChar char="•"/>
            </a:pPr>
            <a:r>
              <a:rPr lang="en-IN" sz="2400" dirty="0">
                <a:latin typeface="Aptos" panose="020B0004020202020204" pitchFamily="34" charset="0"/>
              </a:rPr>
              <a:t>Long answers when short is enough</a:t>
            </a:r>
          </a:p>
          <a:p>
            <a:pPr marL="342900" indent="-342900">
              <a:buFont typeface="Arial" panose="020B0604020202020204" pitchFamily="34" charset="0"/>
              <a:buChar char="•"/>
            </a:pPr>
            <a:r>
              <a:rPr lang="en-IN" sz="2400" dirty="0">
                <a:latin typeface="Aptos" panose="020B0004020202020204" pitchFamily="34" charset="0"/>
              </a:rPr>
              <a:t>Repeating the same work</a:t>
            </a:r>
          </a:p>
          <a:p>
            <a:pPr marL="342900" indent="-342900">
              <a:buFont typeface="Arial" panose="020B0604020202020204" pitchFamily="34" charset="0"/>
              <a:buChar char="•"/>
            </a:pPr>
            <a:r>
              <a:rPr lang="en-IN" sz="2400" dirty="0">
                <a:latin typeface="Aptos" panose="020B0004020202020204" pitchFamily="34" charset="0"/>
              </a:rPr>
              <a:t>Over-complicated prompts</a:t>
            </a:r>
          </a:p>
        </p:txBody>
      </p:sp>
      <p:sp>
        <p:nvSpPr>
          <p:cNvPr id="12" name="Rectangle: Rounded Corners 11">
            <a:extLst>
              <a:ext uri="{FF2B5EF4-FFF2-40B4-BE49-F238E27FC236}">
                <a16:creationId xmlns:a16="http://schemas.microsoft.com/office/drawing/2014/main" id="{E26979E1-86E1-BBDA-E5BC-F988098F5957}"/>
              </a:ext>
            </a:extLst>
          </p:cNvPr>
          <p:cNvSpPr/>
          <p:nvPr/>
        </p:nvSpPr>
        <p:spPr>
          <a:xfrm>
            <a:off x="6671311" y="1776513"/>
            <a:ext cx="3947159" cy="540663"/>
          </a:xfrm>
          <a:prstGeom prst="roundRect">
            <a:avLst>
              <a:gd name="adj" fmla="val 5670"/>
            </a:avLst>
          </a:prstGeom>
          <a:solidFill>
            <a:srgbClr val="FFC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latin typeface="Aptos" panose="020B0004020202020204" pitchFamily="34" charset="0"/>
              </a:rPr>
              <a:t>How Teams Control Cost</a:t>
            </a:r>
          </a:p>
        </p:txBody>
      </p:sp>
      <p:sp>
        <p:nvSpPr>
          <p:cNvPr id="15" name="TextBox 14">
            <a:extLst>
              <a:ext uri="{FF2B5EF4-FFF2-40B4-BE49-F238E27FC236}">
                <a16:creationId xmlns:a16="http://schemas.microsoft.com/office/drawing/2014/main" id="{A0E8D5F7-C725-A3E2-C3C6-C07115F696A2}"/>
              </a:ext>
            </a:extLst>
          </p:cNvPr>
          <p:cNvSpPr txBox="1"/>
          <p:nvPr/>
        </p:nvSpPr>
        <p:spPr>
          <a:xfrm>
            <a:off x="6671310" y="2449142"/>
            <a:ext cx="3947159" cy="2308324"/>
          </a:xfrm>
          <a:prstGeom prst="rect">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marL="342900" indent="-342900">
              <a:buFont typeface="Arial" panose="020B0604020202020204" pitchFamily="34" charset="0"/>
              <a:buChar char="•"/>
            </a:pPr>
            <a:r>
              <a:rPr lang="en-IN" sz="2400" dirty="0">
                <a:latin typeface="Aptos" panose="020B0004020202020204" pitchFamily="34" charset="0"/>
              </a:rPr>
              <a:t>Match task to the right model</a:t>
            </a:r>
          </a:p>
          <a:p>
            <a:pPr marL="342900" indent="-342900">
              <a:buFont typeface="Arial" panose="020B0604020202020204" pitchFamily="34" charset="0"/>
              <a:buChar char="•"/>
            </a:pPr>
            <a:r>
              <a:rPr lang="en-IN" sz="2400" dirty="0">
                <a:latin typeface="Aptos" panose="020B0004020202020204" pitchFamily="34" charset="0"/>
              </a:rPr>
              <a:t>Keep prompts focused</a:t>
            </a:r>
          </a:p>
          <a:p>
            <a:pPr marL="342900" indent="-342900">
              <a:buFont typeface="Arial" panose="020B0604020202020204" pitchFamily="34" charset="0"/>
              <a:buChar char="•"/>
            </a:pPr>
            <a:r>
              <a:rPr lang="en-IN" sz="2400" dirty="0">
                <a:latin typeface="Aptos" panose="020B0004020202020204" pitchFamily="34" charset="0"/>
              </a:rPr>
              <a:t>Reuse results</a:t>
            </a:r>
          </a:p>
          <a:p>
            <a:pPr marL="342900" indent="-342900">
              <a:buFont typeface="Arial" panose="020B0604020202020204" pitchFamily="34" charset="0"/>
              <a:buChar char="•"/>
            </a:pPr>
            <a:r>
              <a:rPr lang="en-IN" sz="2400" dirty="0">
                <a:latin typeface="Aptos" panose="020B0004020202020204" pitchFamily="34" charset="0"/>
              </a:rPr>
              <a:t>Avoid unnecessary AI calls</a:t>
            </a:r>
          </a:p>
        </p:txBody>
      </p:sp>
      <p:sp>
        <p:nvSpPr>
          <p:cNvPr id="20" name="TextBox 19">
            <a:extLst>
              <a:ext uri="{FF2B5EF4-FFF2-40B4-BE49-F238E27FC236}">
                <a16:creationId xmlns:a16="http://schemas.microsoft.com/office/drawing/2014/main" id="{CA960D39-EFD0-9A03-3BAE-AB573826EF2C}"/>
              </a:ext>
            </a:extLst>
          </p:cNvPr>
          <p:cNvSpPr txBox="1"/>
          <p:nvPr/>
        </p:nvSpPr>
        <p:spPr>
          <a:xfrm>
            <a:off x="929640" y="5568029"/>
            <a:ext cx="10515600" cy="830997"/>
          </a:xfrm>
          <a:prstGeom prst="rect">
            <a:avLst/>
          </a:prstGeom>
          <a:noFill/>
        </p:spPr>
        <p:txBody>
          <a:bodyPr wrap="square">
            <a:spAutoFit/>
          </a:bodyPr>
          <a:lstStyle/>
          <a:p>
            <a:r>
              <a:rPr lang="en-US" sz="2400" b="1" dirty="0">
                <a:solidFill>
                  <a:srgbClr val="00B0F0"/>
                </a:solidFill>
                <a:latin typeface="Aptos" panose="020B0004020202020204" pitchFamily="34" charset="0"/>
              </a:rPr>
              <a:t>A good AI system isn’t the most powerful one —it’s the one that delivers value without waste.</a:t>
            </a:r>
            <a:endParaRPr lang="en-IN" sz="2400" b="1" dirty="0">
              <a:solidFill>
                <a:srgbClr val="00B0F0"/>
              </a:solidFill>
              <a:latin typeface="Aptos" panose="020B0004020202020204" pitchFamily="34" charset="0"/>
            </a:endParaRPr>
          </a:p>
        </p:txBody>
      </p:sp>
      <p:sp>
        <p:nvSpPr>
          <p:cNvPr id="6" name="TextBox 5">
            <a:extLst>
              <a:ext uri="{FF2B5EF4-FFF2-40B4-BE49-F238E27FC236}">
                <a16:creationId xmlns:a16="http://schemas.microsoft.com/office/drawing/2014/main" id="{71D07599-62A6-F682-636A-AA0F721F07AA}"/>
              </a:ext>
            </a:extLst>
          </p:cNvPr>
          <p:cNvSpPr txBox="1"/>
          <p:nvPr/>
        </p:nvSpPr>
        <p:spPr>
          <a:xfrm>
            <a:off x="38924" y="538907"/>
            <a:ext cx="6209607" cy="523220"/>
          </a:xfrm>
          <a:prstGeom prst="rect">
            <a:avLst/>
          </a:prstGeom>
          <a:solidFill>
            <a:schemeClr val="tx2">
              <a:lumMod val="90000"/>
              <a:lumOff val="1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IN" sz="2800" b="1" dirty="0">
                <a:solidFill>
                  <a:schemeClr val="bg1"/>
                </a:solidFill>
                <a:latin typeface="Aptos" panose="020B0004020202020204" pitchFamily="34" charset="0"/>
              </a:rPr>
              <a:t>Efficiency, Waste &amp; Smart Choices</a:t>
            </a:r>
            <a:endParaRPr lang="en-US" sz="2800" b="1" dirty="0">
              <a:solidFill>
                <a:schemeClr val="bg1"/>
              </a:solidFill>
              <a:latin typeface="Aptos" panose="020B0004020202020204" pitchFamily="34" charset="0"/>
            </a:endParaRPr>
          </a:p>
        </p:txBody>
      </p:sp>
    </p:spTree>
    <p:extLst>
      <p:ext uri="{BB962C8B-B14F-4D97-AF65-F5344CB8AC3E}">
        <p14:creationId xmlns:p14="http://schemas.microsoft.com/office/powerpoint/2010/main" val="264196751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21E2E-B403-8319-91DE-74015AE6BB4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8FECF43-8BA6-D57D-F386-815EF62F575A}"/>
              </a:ext>
            </a:extLst>
          </p:cNvPr>
          <p:cNvSpPr txBox="1"/>
          <p:nvPr/>
        </p:nvSpPr>
        <p:spPr>
          <a:xfrm>
            <a:off x="0" y="722670"/>
            <a:ext cx="5257799" cy="461665"/>
          </a:xfrm>
          <a:prstGeom prst="rect">
            <a:avLst/>
          </a:prstGeom>
          <a:solidFill>
            <a:srgbClr val="2A75B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IN" sz="2400" b="1" dirty="0">
                <a:latin typeface="Aptos" panose="020B0004020202020204" pitchFamily="34" charset="0"/>
              </a:rPr>
              <a:t>Why Performance &amp; Latency Matter</a:t>
            </a:r>
            <a:endParaRPr lang="en-US" sz="2400" b="1" dirty="0">
              <a:latin typeface="Aptos" panose="020B0004020202020204" pitchFamily="34" charset="0"/>
            </a:endParaRPr>
          </a:p>
        </p:txBody>
      </p:sp>
      <p:sp>
        <p:nvSpPr>
          <p:cNvPr id="5" name="TextBox 4">
            <a:extLst>
              <a:ext uri="{FF2B5EF4-FFF2-40B4-BE49-F238E27FC236}">
                <a16:creationId xmlns:a16="http://schemas.microsoft.com/office/drawing/2014/main" id="{4C87B75B-4769-D0BA-FED6-15DEDACD3F83}"/>
              </a:ext>
            </a:extLst>
          </p:cNvPr>
          <p:cNvSpPr txBox="1"/>
          <p:nvPr/>
        </p:nvSpPr>
        <p:spPr>
          <a:xfrm>
            <a:off x="838201" y="1389506"/>
            <a:ext cx="10515598" cy="461665"/>
          </a:xfrm>
          <a:prstGeom prst="rect">
            <a:avLst/>
          </a:prstGeom>
          <a:noFill/>
        </p:spPr>
        <p:txBody>
          <a:bodyPr wrap="square">
            <a:spAutoFit/>
          </a:bodyPr>
          <a:lstStyle/>
          <a:p>
            <a:pPr>
              <a:buNone/>
            </a:pPr>
            <a:r>
              <a:rPr lang="en-US" sz="2400" b="1" dirty="0">
                <a:latin typeface="Aptos" panose="020B0004020202020204" pitchFamily="34" charset="0"/>
              </a:rPr>
              <a:t>Correct and Affordable AI Can Still Fail If It’s Slow</a:t>
            </a:r>
            <a:endParaRPr lang="en-US" sz="2400" dirty="0">
              <a:latin typeface="Aptos" panose="020B0004020202020204" pitchFamily="34" charset="0"/>
            </a:endParaRPr>
          </a:p>
        </p:txBody>
      </p:sp>
      <p:sp>
        <p:nvSpPr>
          <p:cNvPr id="10" name="TextBox 9">
            <a:extLst>
              <a:ext uri="{FF2B5EF4-FFF2-40B4-BE49-F238E27FC236}">
                <a16:creationId xmlns:a16="http://schemas.microsoft.com/office/drawing/2014/main" id="{D8BD50F9-B5D7-CD4C-CDC9-3E66B0BC0D4A}"/>
              </a:ext>
            </a:extLst>
          </p:cNvPr>
          <p:cNvSpPr txBox="1"/>
          <p:nvPr/>
        </p:nvSpPr>
        <p:spPr>
          <a:xfrm>
            <a:off x="3524726" y="4053881"/>
            <a:ext cx="4080510" cy="1477328"/>
          </a:xfrm>
          <a:prstGeom prst="rect">
            <a:avLst/>
          </a:prstGeom>
          <a:solidFill>
            <a:srgbClr val="DBEAF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dk1"/>
          </a:lnRef>
          <a:fillRef idx="1">
            <a:schemeClr val="lt1"/>
          </a:fillRef>
          <a:effectRef idx="0">
            <a:schemeClr val="dk1"/>
          </a:effectRef>
          <a:fontRef idx="minor">
            <a:schemeClr val="dk1"/>
          </a:fontRef>
        </p:style>
        <p:txBody>
          <a:bodyPr wrap="square">
            <a:spAutoFit/>
          </a:bodyPr>
          <a:lstStyle/>
          <a:p>
            <a:pPr marL="285750" indent="-285750">
              <a:buFont typeface="Arial" panose="020B0604020202020204" pitchFamily="34" charset="0"/>
              <a:buChar char="•"/>
            </a:pPr>
            <a:r>
              <a:rPr lang="en-IN" b="1" dirty="0">
                <a:latin typeface="Aptos" panose="020B0004020202020204" pitchFamily="34" charset="0"/>
              </a:rPr>
              <a:t>People don’t like waiting</a:t>
            </a:r>
          </a:p>
          <a:p>
            <a:pPr marL="285750" indent="-285750">
              <a:buFont typeface="Arial" panose="020B0604020202020204" pitchFamily="34" charset="0"/>
              <a:buChar char="•"/>
            </a:pPr>
            <a:endParaRPr lang="en-IN" b="1" dirty="0">
              <a:latin typeface="Aptos" panose="020B0004020202020204" pitchFamily="34" charset="0"/>
            </a:endParaRPr>
          </a:p>
          <a:p>
            <a:pPr marL="285750" indent="-285750">
              <a:buFont typeface="Arial" panose="020B0604020202020204" pitchFamily="34" charset="0"/>
              <a:buChar char="•"/>
            </a:pPr>
            <a:r>
              <a:rPr lang="en-IN" b="1" dirty="0">
                <a:latin typeface="Aptos" panose="020B0004020202020204" pitchFamily="34" charset="0"/>
              </a:rPr>
              <a:t>Slow responses break usage</a:t>
            </a:r>
          </a:p>
          <a:p>
            <a:pPr marL="285750" indent="-285750">
              <a:buFont typeface="Arial" panose="020B0604020202020204" pitchFamily="34" charset="0"/>
              <a:buChar char="•"/>
            </a:pPr>
            <a:endParaRPr lang="en-IN" b="1" dirty="0">
              <a:latin typeface="Aptos" panose="020B0004020202020204" pitchFamily="34" charset="0"/>
            </a:endParaRPr>
          </a:p>
          <a:p>
            <a:pPr marL="285750" indent="-285750">
              <a:buFont typeface="Arial" panose="020B0604020202020204" pitchFamily="34" charset="0"/>
              <a:buChar char="•"/>
            </a:pPr>
            <a:r>
              <a:rPr lang="en-IN" b="1" dirty="0">
                <a:latin typeface="Aptos" panose="020B0004020202020204" pitchFamily="34" charset="0"/>
              </a:rPr>
              <a:t>Trust fades silently</a:t>
            </a:r>
          </a:p>
        </p:txBody>
      </p:sp>
      <p:sp>
        <p:nvSpPr>
          <p:cNvPr id="12" name="TextBox 11">
            <a:extLst>
              <a:ext uri="{FF2B5EF4-FFF2-40B4-BE49-F238E27FC236}">
                <a16:creationId xmlns:a16="http://schemas.microsoft.com/office/drawing/2014/main" id="{2E9C4F99-111B-80A0-01C1-FF117A39853A}"/>
              </a:ext>
            </a:extLst>
          </p:cNvPr>
          <p:cNvSpPr txBox="1"/>
          <p:nvPr/>
        </p:nvSpPr>
        <p:spPr>
          <a:xfrm>
            <a:off x="594360" y="6261854"/>
            <a:ext cx="10759438" cy="461665"/>
          </a:xfrm>
          <a:prstGeom prst="rect">
            <a:avLst/>
          </a:prstGeom>
          <a:noFill/>
        </p:spPr>
        <p:txBody>
          <a:bodyPr wrap="square">
            <a:spAutoFit/>
          </a:bodyPr>
          <a:lstStyle/>
          <a:p>
            <a:pPr algn="ctr">
              <a:buNone/>
            </a:pPr>
            <a:r>
              <a:rPr lang="en-US" sz="2400" b="1" dirty="0">
                <a:solidFill>
                  <a:srgbClr val="00B0F0"/>
                </a:solidFill>
                <a:latin typeface="Aptos" panose="020B0004020202020204" pitchFamily="34" charset="0"/>
              </a:rPr>
              <a:t>Speed is not a luxury — it’s a requirement for real-world AI.</a:t>
            </a:r>
          </a:p>
        </p:txBody>
      </p:sp>
      <p:pic>
        <p:nvPicPr>
          <p:cNvPr id="15" name="Picture 2" descr="Profile ">
            <a:extLst>
              <a:ext uri="{FF2B5EF4-FFF2-40B4-BE49-F238E27FC236}">
                <a16:creationId xmlns:a16="http://schemas.microsoft.com/office/drawing/2014/main" id="{8362AFD1-8B18-0528-50FA-867815662C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5285" y="2257315"/>
            <a:ext cx="982110" cy="982110"/>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Straight Arrow Connector 16">
            <a:extLst>
              <a:ext uri="{FF2B5EF4-FFF2-40B4-BE49-F238E27FC236}">
                <a16:creationId xmlns:a16="http://schemas.microsoft.com/office/drawing/2014/main" id="{DD23B42D-38BD-28B2-D8AC-A63E71498E93}"/>
              </a:ext>
            </a:extLst>
          </p:cNvPr>
          <p:cNvCxnSpPr/>
          <p:nvPr/>
        </p:nvCxnSpPr>
        <p:spPr>
          <a:xfrm>
            <a:off x="2354580" y="2743200"/>
            <a:ext cx="1085850" cy="0"/>
          </a:xfrm>
          <a:prstGeom prst="straightConnector1">
            <a:avLst/>
          </a:prstGeom>
          <a:ln w="38100">
            <a:solidFill>
              <a:srgbClr val="525556"/>
            </a:solidFill>
            <a:tailEnd type="triangle"/>
          </a:ln>
        </p:spPr>
        <p:style>
          <a:lnRef idx="1">
            <a:schemeClr val="accent1"/>
          </a:lnRef>
          <a:fillRef idx="0">
            <a:schemeClr val="accent1"/>
          </a:fillRef>
          <a:effectRef idx="0">
            <a:schemeClr val="accent1"/>
          </a:effectRef>
          <a:fontRef idx="minor">
            <a:schemeClr val="tx1"/>
          </a:fontRef>
        </p:style>
      </p:cxnSp>
      <p:pic>
        <p:nvPicPr>
          <p:cNvPr id="8195" name="Picture 3" descr="AI ">
            <a:extLst>
              <a:ext uri="{FF2B5EF4-FFF2-40B4-BE49-F238E27FC236}">
                <a16:creationId xmlns:a16="http://schemas.microsoft.com/office/drawing/2014/main" id="{53EC8F9F-2675-3117-9E9B-C4811AB009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3340" y="2240497"/>
            <a:ext cx="982110" cy="982110"/>
          </a:xfrm>
          <a:prstGeom prst="rect">
            <a:avLst/>
          </a:prstGeom>
          <a:noFill/>
          <a:extLst>
            <a:ext uri="{909E8E84-426E-40DD-AFC4-6F175D3DCCD1}">
              <a14:hiddenFill xmlns:a14="http://schemas.microsoft.com/office/drawing/2010/main">
                <a:solidFill>
                  <a:srgbClr val="FFFFFF"/>
                </a:solidFill>
              </a14:hiddenFill>
            </a:ext>
          </a:extLst>
        </p:spPr>
      </p:pic>
      <p:cxnSp>
        <p:nvCxnSpPr>
          <p:cNvPr id="18" name="Straight Arrow Connector 17">
            <a:extLst>
              <a:ext uri="{FF2B5EF4-FFF2-40B4-BE49-F238E27FC236}">
                <a16:creationId xmlns:a16="http://schemas.microsoft.com/office/drawing/2014/main" id="{5D846150-8F2D-943E-7CC2-514E902D6C98}"/>
              </a:ext>
            </a:extLst>
          </p:cNvPr>
          <p:cNvCxnSpPr/>
          <p:nvPr/>
        </p:nvCxnSpPr>
        <p:spPr>
          <a:xfrm>
            <a:off x="5257799" y="2743200"/>
            <a:ext cx="1085850" cy="0"/>
          </a:xfrm>
          <a:prstGeom prst="straightConnector1">
            <a:avLst/>
          </a:prstGeom>
          <a:ln w="38100">
            <a:solidFill>
              <a:srgbClr val="525556"/>
            </a:solidFill>
            <a:tailEnd type="triangle"/>
          </a:ln>
        </p:spPr>
        <p:style>
          <a:lnRef idx="1">
            <a:schemeClr val="accent1"/>
          </a:lnRef>
          <a:fillRef idx="0">
            <a:schemeClr val="accent1"/>
          </a:fillRef>
          <a:effectRef idx="0">
            <a:schemeClr val="accent1"/>
          </a:effectRef>
          <a:fontRef idx="minor">
            <a:schemeClr val="tx1"/>
          </a:fontRef>
        </p:style>
      </p:cxnSp>
      <p:pic>
        <p:nvPicPr>
          <p:cNvPr id="19" name="Picture 4" descr="Hourglass ">
            <a:extLst>
              <a:ext uri="{FF2B5EF4-FFF2-40B4-BE49-F238E27FC236}">
                <a16:creationId xmlns:a16="http://schemas.microsoft.com/office/drawing/2014/main" id="{872B65F7-4B62-A336-CADE-8B18596073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71188" y="2346742"/>
            <a:ext cx="769619" cy="769619"/>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46D6F837-0131-5C18-7621-A4E789592FFE}"/>
              </a:ext>
            </a:extLst>
          </p:cNvPr>
          <p:cNvSpPr txBox="1"/>
          <p:nvPr/>
        </p:nvSpPr>
        <p:spPr>
          <a:xfrm>
            <a:off x="7026593" y="2520682"/>
            <a:ext cx="1157287" cy="369332"/>
          </a:xfrm>
          <a:prstGeom prst="rect">
            <a:avLst/>
          </a:prstGeom>
          <a:noFill/>
        </p:spPr>
        <p:txBody>
          <a:bodyPr wrap="square">
            <a:spAutoFit/>
          </a:bodyPr>
          <a:lstStyle/>
          <a:p>
            <a:r>
              <a:rPr lang="en-IN" b="1" dirty="0">
                <a:latin typeface="Aptos" panose="020B0004020202020204" pitchFamily="34" charset="0"/>
              </a:rPr>
              <a:t>waiting</a:t>
            </a:r>
          </a:p>
        </p:txBody>
      </p:sp>
      <p:cxnSp>
        <p:nvCxnSpPr>
          <p:cNvPr id="22" name="Straight Arrow Connector 21">
            <a:extLst>
              <a:ext uri="{FF2B5EF4-FFF2-40B4-BE49-F238E27FC236}">
                <a16:creationId xmlns:a16="http://schemas.microsoft.com/office/drawing/2014/main" id="{C5E854D3-3BFC-D6BE-983A-8B730F7BE586}"/>
              </a:ext>
            </a:extLst>
          </p:cNvPr>
          <p:cNvCxnSpPr/>
          <p:nvPr/>
        </p:nvCxnSpPr>
        <p:spPr>
          <a:xfrm>
            <a:off x="8084819" y="2739638"/>
            <a:ext cx="1085850" cy="0"/>
          </a:xfrm>
          <a:prstGeom prst="straightConnector1">
            <a:avLst/>
          </a:prstGeom>
          <a:ln w="38100">
            <a:solidFill>
              <a:srgbClr val="525556"/>
            </a:solidFill>
            <a:tailEnd type="triangle"/>
          </a:ln>
        </p:spPr>
        <p:style>
          <a:lnRef idx="1">
            <a:schemeClr val="accent1"/>
          </a:lnRef>
          <a:fillRef idx="0">
            <a:schemeClr val="accent1"/>
          </a:fillRef>
          <a:effectRef idx="0">
            <a:schemeClr val="accent1"/>
          </a:effectRef>
          <a:fontRef idx="minor">
            <a:schemeClr val="tx1"/>
          </a:fontRef>
        </p:style>
      </p:cxnSp>
      <p:pic>
        <p:nvPicPr>
          <p:cNvPr id="8197" name="Picture 5" descr="Anxiety ">
            <a:extLst>
              <a:ext uri="{FF2B5EF4-FFF2-40B4-BE49-F238E27FC236}">
                <a16:creationId xmlns:a16="http://schemas.microsoft.com/office/drawing/2014/main" id="{17F94BF7-CA8A-D73D-E4C5-94AA4E472EB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31560" y="2252145"/>
            <a:ext cx="982110" cy="982110"/>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7071866D-B6E4-E22C-6AA3-FD15FB2DABC2}"/>
              </a:ext>
            </a:extLst>
          </p:cNvPr>
          <p:cNvSpPr txBox="1"/>
          <p:nvPr/>
        </p:nvSpPr>
        <p:spPr>
          <a:xfrm>
            <a:off x="10192619" y="2606727"/>
            <a:ext cx="1434298" cy="369332"/>
          </a:xfrm>
          <a:prstGeom prst="rect">
            <a:avLst/>
          </a:prstGeom>
          <a:noFill/>
        </p:spPr>
        <p:txBody>
          <a:bodyPr wrap="square">
            <a:spAutoFit/>
          </a:bodyPr>
          <a:lstStyle/>
          <a:p>
            <a:r>
              <a:rPr lang="en-IN" b="1" dirty="0">
                <a:latin typeface="Aptos" panose="020B0004020202020204" pitchFamily="34" charset="0"/>
              </a:rPr>
              <a:t>frustration</a:t>
            </a:r>
          </a:p>
        </p:txBody>
      </p:sp>
      <p:pic>
        <p:nvPicPr>
          <p:cNvPr id="25" name="Picture 3" descr="Warning ">
            <a:extLst>
              <a:ext uri="{FF2B5EF4-FFF2-40B4-BE49-F238E27FC236}">
                <a16:creationId xmlns:a16="http://schemas.microsoft.com/office/drawing/2014/main" id="{D07B5905-2DB1-2D31-6665-D0518A28863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6340" y="4191663"/>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8199" name="Picture 7" descr="Trend ">
            <a:extLst>
              <a:ext uri="{FF2B5EF4-FFF2-40B4-BE49-F238E27FC236}">
                <a16:creationId xmlns:a16="http://schemas.microsoft.com/office/drawing/2014/main" id="{25F53C7B-4753-5F0A-4FFD-D00C9853357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4422" y="4071107"/>
            <a:ext cx="1219200" cy="12192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3C6D468-A326-AB4A-1A8B-ECD1C3D25065}"/>
              </a:ext>
            </a:extLst>
          </p:cNvPr>
          <p:cNvSpPr txBox="1"/>
          <p:nvPr/>
        </p:nvSpPr>
        <p:spPr>
          <a:xfrm>
            <a:off x="0" y="-24523"/>
            <a:ext cx="12192000" cy="646331"/>
          </a:xfrm>
          <a:prstGeom prst="rect">
            <a:avLst/>
          </a:prstGeom>
          <a:solidFill>
            <a:schemeClr val="accent2">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US" sz="3600" b="1" dirty="0"/>
              <a:t>Performance &amp; Latency</a:t>
            </a:r>
          </a:p>
        </p:txBody>
      </p:sp>
    </p:spTree>
    <p:extLst>
      <p:ext uri="{BB962C8B-B14F-4D97-AF65-F5344CB8AC3E}">
        <p14:creationId xmlns:p14="http://schemas.microsoft.com/office/powerpoint/2010/main" val="4144010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B1BF1-5CE9-97AB-6D2C-2C1A2FE9620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CD5F1AE-A3D2-27AD-C8BF-ABFFEB4D21CC}"/>
              </a:ext>
            </a:extLst>
          </p:cNvPr>
          <p:cNvSpPr txBox="1"/>
          <p:nvPr/>
        </p:nvSpPr>
        <p:spPr>
          <a:xfrm>
            <a:off x="0" y="245306"/>
            <a:ext cx="4166062" cy="523220"/>
          </a:xfrm>
          <a:prstGeom prst="rect">
            <a:avLst/>
          </a:prstGeom>
          <a:solidFill>
            <a:srgbClr val="2A75B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IN" sz="2800" b="1" dirty="0">
                <a:latin typeface="Aptos" panose="020B0004020202020204" pitchFamily="34" charset="0"/>
              </a:rPr>
              <a:t>Performance vs Latency </a:t>
            </a:r>
            <a:endParaRPr lang="en-US" sz="2800" b="1" dirty="0">
              <a:latin typeface="Aptos" panose="020B0004020202020204" pitchFamily="34" charset="0"/>
            </a:endParaRPr>
          </a:p>
        </p:txBody>
      </p:sp>
      <p:sp>
        <p:nvSpPr>
          <p:cNvPr id="5" name="TextBox 4">
            <a:extLst>
              <a:ext uri="{FF2B5EF4-FFF2-40B4-BE49-F238E27FC236}">
                <a16:creationId xmlns:a16="http://schemas.microsoft.com/office/drawing/2014/main" id="{81E5294F-5E63-AC13-EBB4-22BBE7F2091A}"/>
              </a:ext>
            </a:extLst>
          </p:cNvPr>
          <p:cNvSpPr txBox="1"/>
          <p:nvPr/>
        </p:nvSpPr>
        <p:spPr>
          <a:xfrm>
            <a:off x="838200" y="1146136"/>
            <a:ext cx="10515600" cy="461665"/>
          </a:xfrm>
          <a:prstGeom prst="rect">
            <a:avLst/>
          </a:prstGeom>
          <a:noFill/>
        </p:spPr>
        <p:txBody>
          <a:bodyPr wrap="square">
            <a:spAutoFit/>
          </a:bodyPr>
          <a:lstStyle/>
          <a:p>
            <a:pPr>
              <a:buNone/>
            </a:pPr>
            <a:r>
              <a:rPr lang="en-US" sz="2400" b="1" dirty="0">
                <a:latin typeface="Aptos" panose="020B0004020202020204" pitchFamily="34" charset="0"/>
              </a:rPr>
              <a:t>Performance Is Behavior — Latency Is Waiting Time</a:t>
            </a:r>
            <a:endParaRPr lang="en-US" sz="2400" dirty="0">
              <a:latin typeface="Aptos" panose="020B0004020202020204" pitchFamily="34" charset="0"/>
            </a:endParaRPr>
          </a:p>
        </p:txBody>
      </p:sp>
      <p:sp>
        <p:nvSpPr>
          <p:cNvPr id="7" name="Rectangle: Rounded Corners 6">
            <a:extLst>
              <a:ext uri="{FF2B5EF4-FFF2-40B4-BE49-F238E27FC236}">
                <a16:creationId xmlns:a16="http://schemas.microsoft.com/office/drawing/2014/main" id="{F8082695-3B3F-69CF-6B83-A9F2B2F3FB54}"/>
              </a:ext>
            </a:extLst>
          </p:cNvPr>
          <p:cNvSpPr/>
          <p:nvPr/>
        </p:nvSpPr>
        <p:spPr>
          <a:xfrm>
            <a:off x="1052515" y="1753366"/>
            <a:ext cx="4581524" cy="540663"/>
          </a:xfrm>
          <a:prstGeom prst="roundRect">
            <a:avLst>
              <a:gd name="adj" fmla="val 5670"/>
            </a:avLst>
          </a:prstGeom>
          <a:solidFill>
            <a:srgbClr val="FFC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latin typeface="Aptos" panose="020B0004020202020204" pitchFamily="34" charset="0"/>
              </a:rPr>
              <a:t>Performance</a:t>
            </a:r>
          </a:p>
        </p:txBody>
      </p:sp>
      <p:sp>
        <p:nvSpPr>
          <p:cNvPr id="8" name="Rectangle: Rounded Corners 7">
            <a:extLst>
              <a:ext uri="{FF2B5EF4-FFF2-40B4-BE49-F238E27FC236}">
                <a16:creationId xmlns:a16="http://schemas.microsoft.com/office/drawing/2014/main" id="{1997750D-FA83-BE51-AE5A-9EB4C24DE53F}"/>
              </a:ext>
            </a:extLst>
          </p:cNvPr>
          <p:cNvSpPr/>
          <p:nvPr/>
        </p:nvSpPr>
        <p:spPr>
          <a:xfrm>
            <a:off x="6599874" y="1753365"/>
            <a:ext cx="4753925" cy="540663"/>
          </a:xfrm>
          <a:prstGeom prst="roundRect">
            <a:avLst>
              <a:gd name="adj" fmla="val 5670"/>
            </a:avLst>
          </a:prstGeom>
          <a:solidFill>
            <a:srgbClr val="FFC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latin typeface="Aptos" panose="020B0004020202020204" pitchFamily="34" charset="0"/>
              </a:rPr>
              <a:t>Latency</a:t>
            </a:r>
          </a:p>
        </p:txBody>
      </p:sp>
      <p:sp>
        <p:nvSpPr>
          <p:cNvPr id="11" name="TextBox 10">
            <a:extLst>
              <a:ext uri="{FF2B5EF4-FFF2-40B4-BE49-F238E27FC236}">
                <a16:creationId xmlns:a16="http://schemas.microsoft.com/office/drawing/2014/main" id="{2941435E-4567-CAC1-9046-50B57308191C}"/>
              </a:ext>
            </a:extLst>
          </p:cNvPr>
          <p:cNvSpPr txBox="1"/>
          <p:nvPr/>
        </p:nvSpPr>
        <p:spPr>
          <a:xfrm>
            <a:off x="1052515" y="2526030"/>
            <a:ext cx="4581524" cy="341632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285750" indent="-285750">
              <a:buFont typeface="Arial" panose="020B0604020202020204" pitchFamily="34" charset="0"/>
              <a:buChar char="•"/>
            </a:pPr>
            <a:r>
              <a:rPr lang="en-IN" sz="2400" dirty="0">
                <a:latin typeface="Aptos" panose="020B0004020202020204" pitchFamily="34" charset="0"/>
              </a:rPr>
              <a:t>Overall system </a:t>
            </a:r>
            <a:r>
              <a:rPr lang="en-IN" sz="2400" dirty="0" err="1">
                <a:latin typeface="Aptos" panose="020B0004020202020204" pitchFamily="34" charset="0"/>
              </a:rPr>
              <a:t>behavior</a:t>
            </a:r>
            <a:endParaRPr lang="en-IN" sz="2400" dirty="0">
              <a:latin typeface="Aptos" panose="020B0004020202020204" pitchFamily="34" charset="0"/>
            </a:endParaRPr>
          </a:p>
          <a:p>
            <a:pPr marL="285750" indent="-285750">
              <a:buFont typeface="Arial" panose="020B0604020202020204" pitchFamily="34" charset="0"/>
              <a:buChar char="•"/>
            </a:pPr>
            <a:endParaRPr lang="en-IN" sz="2400" dirty="0">
              <a:latin typeface="Aptos" panose="020B0004020202020204" pitchFamily="34" charset="0"/>
            </a:endParaRPr>
          </a:p>
          <a:p>
            <a:pPr marL="285750" indent="-285750">
              <a:buFont typeface="Arial" panose="020B0604020202020204" pitchFamily="34" charset="0"/>
              <a:buChar char="•"/>
            </a:pPr>
            <a:r>
              <a:rPr lang="en-IN" sz="2400" dirty="0">
                <a:latin typeface="Aptos" panose="020B0004020202020204" pitchFamily="34" charset="0"/>
              </a:rPr>
              <a:t>Stability under load</a:t>
            </a:r>
          </a:p>
          <a:p>
            <a:pPr marL="285750" indent="-285750">
              <a:buFont typeface="Arial" panose="020B0604020202020204" pitchFamily="34" charset="0"/>
              <a:buChar char="•"/>
            </a:pPr>
            <a:endParaRPr lang="en-IN" sz="2400" dirty="0">
              <a:latin typeface="Aptos" panose="020B0004020202020204" pitchFamily="34" charset="0"/>
            </a:endParaRPr>
          </a:p>
          <a:p>
            <a:pPr marL="285750" indent="-285750">
              <a:buFont typeface="Arial" panose="020B0604020202020204" pitchFamily="34" charset="0"/>
              <a:buChar char="•"/>
            </a:pPr>
            <a:r>
              <a:rPr lang="en-IN" sz="2400" dirty="0">
                <a:latin typeface="Aptos" panose="020B0004020202020204" pitchFamily="34" charset="0"/>
              </a:rPr>
              <a:t>Consistency over time</a:t>
            </a:r>
          </a:p>
          <a:p>
            <a:pPr marL="285750" indent="-285750">
              <a:buFont typeface="Arial" panose="020B0604020202020204" pitchFamily="34" charset="0"/>
              <a:buChar char="•"/>
            </a:pPr>
            <a:endParaRPr lang="en-IN" sz="2400" dirty="0">
              <a:latin typeface="Aptos" panose="020B0004020202020204" pitchFamily="34" charset="0"/>
            </a:endParaRPr>
          </a:p>
          <a:p>
            <a:r>
              <a:rPr lang="en-IN" sz="2400" b="1" dirty="0">
                <a:latin typeface="Aptos" panose="020B0004020202020204" pitchFamily="34" charset="0"/>
              </a:rPr>
              <a:t>Good performance feels invisible.</a:t>
            </a:r>
          </a:p>
          <a:p>
            <a:endParaRPr lang="en-IN" sz="2400" dirty="0">
              <a:latin typeface="Aptos" panose="020B0004020202020204" pitchFamily="34" charset="0"/>
            </a:endParaRPr>
          </a:p>
        </p:txBody>
      </p:sp>
      <p:sp>
        <p:nvSpPr>
          <p:cNvPr id="16" name="TextBox 15">
            <a:extLst>
              <a:ext uri="{FF2B5EF4-FFF2-40B4-BE49-F238E27FC236}">
                <a16:creationId xmlns:a16="http://schemas.microsoft.com/office/drawing/2014/main" id="{18B80461-D846-BAF0-FC4A-35D0FC2AD35B}"/>
              </a:ext>
            </a:extLst>
          </p:cNvPr>
          <p:cNvSpPr txBox="1"/>
          <p:nvPr/>
        </p:nvSpPr>
        <p:spPr>
          <a:xfrm>
            <a:off x="6557962" y="2526030"/>
            <a:ext cx="4795838" cy="341632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285750" indent="-285750">
              <a:buFont typeface="Arial" panose="020B0604020202020204" pitchFamily="34" charset="0"/>
              <a:buChar char="•"/>
            </a:pPr>
            <a:r>
              <a:rPr lang="en-IN" sz="2400" dirty="0">
                <a:latin typeface="Aptos" panose="020B0004020202020204" pitchFamily="34" charset="0"/>
              </a:rPr>
              <a:t>Time between question and answer</a:t>
            </a:r>
          </a:p>
          <a:p>
            <a:pPr marL="285750" indent="-285750">
              <a:buFont typeface="Arial" panose="020B0604020202020204" pitchFamily="34" charset="0"/>
              <a:buChar char="•"/>
            </a:pPr>
            <a:endParaRPr lang="en-IN" sz="2400" dirty="0">
              <a:latin typeface="Aptos" panose="020B0004020202020204" pitchFamily="34" charset="0"/>
            </a:endParaRPr>
          </a:p>
          <a:p>
            <a:pPr marL="285750" indent="-285750">
              <a:buFont typeface="Arial" panose="020B0604020202020204" pitchFamily="34" charset="0"/>
              <a:buChar char="•"/>
            </a:pPr>
            <a:r>
              <a:rPr lang="en-IN" sz="2400" dirty="0">
                <a:latin typeface="Aptos" panose="020B0004020202020204" pitchFamily="34" charset="0"/>
              </a:rPr>
              <a:t>Felt immediately by users</a:t>
            </a:r>
          </a:p>
          <a:p>
            <a:pPr marL="285750" indent="-285750">
              <a:buFont typeface="Arial" panose="020B0604020202020204" pitchFamily="34" charset="0"/>
              <a:buChar char="•"/>
            </a:pPr>
            <a:endParaRPr lang="en-IN" sz="2400" dirty="0">
              <a:latin typeface="Aptos" panose="020B0004020202020204" pitchFamily="34" charset="0"/>
            </a:endParaRPr>
          </a:p>
          <a:p>
            <a:pPr marL="285750" indent="-285750">
              <a:buFont typeface="Arial" panose="020B0604020202020204" pitchFamily="34" charset="0"/>
              <a:buChar char="•"/>
            </a:pPr>
            <a:r>
              <a:rPr lang="en-IN" sz="2400" dirty="0">
                <a:latin typeface="Aptos" panose="020B0004020202020204" pitchFamily="34" charset="0"/>
              </a:rPr>
              <a:t>Small delays feel big</a:t>
            </a:r>
          </a:p>
          <a:p>
            <a:endParaRPr lang="en-IN" sz="2400" dirty="0">
              <a:latin typeface="Aptos" panose="020B0004020202020204" pitchFamily="34" charset="0"/>
            </a:endParaRPr>
          </a:p>
          <a:p>
            <a:r>
              <a:rPr lang="en-US" sz="2400" b="1" dirty="0">
                <a:latin typeface="Aptos" panose="020B0004020202020204" pitchFamily="34" charset="0"/>
              </a:rPr>
              <a:t>Bad latency is noticed instantly.</a:t>
            </a:r>
            <a:endParaRPr lang="en-IN" sz="2400" b="1" dirty="0">
              <a:latin typeface="Aptos" panose="020B0004020202020204" pitchFamily="34" charset="0"/>
            </a:endParaRPr>
          </a:p>
          <a:p>
            <a:endParaRPr lang="en-IN" sz="2400" dirty="0">
              <a:latin typeface="Aptos" panose="020B0004020202020204" pitchFamily="34" charset="0"/>
            </a:endParaRPr>
          </a:p>
        </p:txBody>
      </p:sp>
      <p:pic>
        <p:nvPicPr>
          <p:cNvPr id="9220" name="Picture 4" descr="Hourglass ">
            <a:extLst>
              <a:ext uri="{FF2B5EF4-FFF2-40B4-BE49-F238E27FC236}">
                <a16:creationId xmlns:a16="http://schemas.microsoft.com/office/drawing/2014/main" id="{51253D6E-33F7-4694-448A-42B63CFFC2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84180" y="2992755"/>
            <a:ext cx="769619" cy="769619"/>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8271E481-B3D3-3D02-D05C-B446B20A00A7}"/>
              </a:ext>
            </a:extLst>
          </p:cNvPr>
          <p:cNvPicPr>
            <a:picLocks noChangeAspect="1"/>
          </p:cNvPicPr>
          <p:nvPr/>
        </p:nvPicPr>
        <p:blipFill>
          <a:blip r:embed="rId3"/>
          <a:stretch>
            <a:fillRect/>
          </a:stretch>
        </p:blipFill>
        <p:spPr>
          <a:xfrm flipH="1">
            <a:off x="4719232" y="2920160"/>
            <a:ext cx="914807" cy="914807"/>
          </a:xfrm>
          <a:prstGeom prst="rect">
            <a:avLst/>
          </a:prstGeom>
        </p:spPr>
      </p:pic>
    </p:spTree>
    <p:extLst>
      <p:ext uri="{BB962C8B-B14F-4D97-AF65-F5344CB8AC3E}">
        <p14:creationId xmlns:p14="http://schemas.microsoft.com/office/powerpoint/2010/main" val="3927665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ECC33-DF5B-F1A7-F0EA-A665F2C2C0D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1337464-50A2-48B1-B346-589982AE315D}"/>
              </a:ext>
            </a:extLst>
          </p:cNvPr>
          <p:cNvSpPr txBox="1"/>
          <p:nvPr/>
        </p:nvSpPr>
        <p:spPr>
          <a:xfrm>
            <a:off x="0" y="285337"/>
            <a:ext cx="7883367" cy="523220"/>
          </a:xfrm>
          <a:prstGeom prst="rect">
            <a:avLst/>
          </a:prstGeom>
          <a:solidFill>
            <a:srgbClr val="2A75B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US" sz="2800" b="1" dirty="0">
                <a:latin typeface="Aptos" panose="020B0004020202020204" pitchFamily="34" charset="0"/>
              </a:rPr>
              <a:t>WHY LATENCY PROBLEMS ACTUALLY HAPPEN</a:t>
            </a:r>
          </a:p>
        </p:txBody>
      </p:sp>
      <p:sp>
        <p:nvSpPr>
          <p:cNvPr id="5" name="TextBox 4">
            <a:extLst>
              <a:ext uri="{FF2B5EF4-FFF2-40B4-BE49-F238E27FC236}">
                <a16:creationId xmlns:a16="http://schemas.microsoft.com/office/drawing/2014/main" id="{6E58F8DB-2003-7E61-6C97-310F269F7DEF}"/>
              </a:ext>
            </a:extLst>
          </p:cNvPr>
          <p:cNvSpPr txBox="1"/>
          <p:nvPr/>
        </p:nvSpPr>
        <p:spPr>
          <a:xfrm>
            <a:off x="838200" y="1137823"/>
            <a:ext cx="10515600" cy="461665"/>
          </a:xfrm>
          <a:prstGeom prst="rect">
            <a:avLst/>
          </a:prstGeom>
          <a:noFill/>
        </p:spPr>
        <p:txBody>
          <a:bodyPr wrap="square">
            <a:spAutoFit/>
          </a:bodyPr>
          <a:lstStyle/>
          <a:p>
            <a:pPr>
              <a:buNone/>
            </a:pPr>
            <a:r>
              <a:rPr lang="en-US" sz="2400" b="1" dirty="0">
                <a:latin typeface="Aptos" panose="020B0004020202020204" pitchFamily="34" charset="0"/>
              </a:rPr>
              <a:t>Slow AI Is Usually a Design Problem</a:t>
            </a:r>
            <a:endParaRPr lang="en-US" sz="2400" dirty="0">
              <a:latin typeface="Aptos" panose="020B0004020202020204" pitchFamily="34" charset="0"/>
            </a:endParaRPr>
          </a:p>
        </p:txBody>
      </p:sp>
      <p:sp>
        <p:nvSpPr>
          <p:cNvPr id="7" name="TextBox 6">
            <a:extLst>
              <a:ext uri="{FF2B5EF4-FFF2-40B4-BE49-F238E27FC236}">
                <a16:creationId xmlns:a16="http://schemas.microsoft.com/office/drawing/2014/main" id="{8151735D-1CE0-750F-833D-CCA3F5CA0DD7}"/>
              </a:ext>
            </a:extLst>
          </p:cNvPr>
          <p:cNvSpPr txBox="1"/>
          <p:nvPr/>
        </p:nvSpPr>
        <p:spPr>
          <a:xfrm>
            <a:off x="838200" y="6360574"/>
            <a:ext cx="10515600" cy="461665"/>
          </a:xfrm>
          <a:prstGeom prst="rect">
            <a:avLst/>
          </a:prstGeom>
          <a:noFill/>
        </p:spPr>
        <p:txBody>
          <a:bodyPr wrap="square">
            <a:spAutoFit/>
          </a:bodyPr>
          <a:lstStyle/>
          <a:p>
            <a:pPr algn="ctr">
              <a:buNone/>
            </a:pPr>
            <a:r>
              <a:rPr lang="en-US" sz="2400" b="1" dirty="0">
                <a:solidFill>
                  <a:srgbClr val="00B0F0"/>
                </a:solidFill>
                <a:latin typeface="Aptos" panose="020B0004020202020204" pitchFamily="34" charset="0"/>
              </a:rPr>
              <a:t>Users don’t cause slowness — design choices do.</a:t>
            </a:r>
          </a:p>
        </p:txBody>
      </p:sp>
      <p:graphicFrame>
        <p:nvGraphicFramePr>
          <p:cNvPr id="11" name="Diagram 10">
            <a:extLst>
              <a:ext uri="{FF2B5EF4-FFF2-40B4-BE49-F238E27FC236}">
                <a16:creationId xmlns:a16="http://schemas.microsoft.com/office/drawing/2014/main" id="{25A05820-4927-3C70-5114-F9DEF6348B42}"/>
              </a:ext>
            </a:extLst>
          </p:cNvPr>
          <p:cNvGraphicFramePr/>
          <p:nvPr/>
        </p:nvGraphicFramePr>
        <p:xfrm>
          <a:off x="284988" y="1965651"/>
          <a:ext cx="6812280" cy="40370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43" name="Picture 3" descr="Warning ">
            <a:extLst>
              <a:ext uri="{FF2B5EF4-FFF2-40B4-BE49-F238E27FC236}">
                <a16:creationId xmlns:a16="http://schemas.microsoft.com/office/drawing/2014/main" id="{E51EECCE-2B37-76EB-4CF5-6E8CAA7E93A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86900" y="2363866"/>
            <a:ext cx="1219200" cy="121920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109234FA-B0F7-3880-C53E-94472F0BAFD2}"/>
              </a:ext>
            </a:extLst>
          </p:cNvPr>
          <p:cNvSpPr/>
          <p:nvPr/>
        </p:nvSpPr>
        <p:spPr>
          <a:xfrm>
            <a:off x="8721567" y="3585146"/>
            <a:ext cx="2749866" cy="540663"/>
          </a:xfrm>
          <a:prstGeom prst="roundRect">
            <a:avLst>
              <a:gd name="adj" fmla="val 5670"/>
            </a:avLst>
          </a:prstGeom>
          <a:solidFill>
            <a:srgbClr val="FFC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latin typeface="Aptos" panose="020B0004020202020204" pitchFamily="34" charset="0"/>
              </a:rPr>
              <a:t>Latency Increase</a:t>
            </a:r>
          </a:p>
        </p:txBody>
      </p:sp>
      <p:sp>
        <p:nvSpPr>
          <p:cNvPr id="15" name="Arrow: Right 14">
            <a:extLst>
              <a:ext uri="{FF2B5EF4-FFF2-40B4-BE49-F238E27FC236}">
                <a16:creationId xmlns:a16="http://schemas.microsoft.com/office/drawing/2014/main" id="{A3E4652A-4E6B-A551-1D0B-2D1DBDF4E389}"/>
              </a:ext>
            </a:extLst>
          </p:cNvPr>
          <p:cNvSpPr/>
          <p:nvPr/>
        </p:nvSpPr>
        <p:spPr>
          <a:xfrm>
            <a:off x="6487668" y="3164030"/>
            <a:ext cx="1219200" cy="121919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Aptos" panose="020B0004020202020204" pitchFamily="34" charset="0"/>
            </a:endParaRPr>
          </a:p>
        </p:txBody>
      </p:sp>
    </p:spTree>
    <p:extLst>
      <p:ext uri="{BB962C8B-B14F-4D97-AF65-F5344CB8AC3E}">
        <p14:creationId xmlns:p14="http://schemas.microsoft.com/office/powerpoint/2010/main" val="2601675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F7A0D-FD73-B8AF-2B13-8F6D15D75C8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3ACE053-C91D-EF90-0CF2-96C3791C69D1}"/>
              </a:ext>
            </a:extLst>
          </p:cNvPr>
          <p:cNvSpPr txBox="1"/>
          <p:nvPr/>
        </p:nvSpPr>
        <p:spPr>
          <a:xfrm>
            <a:off x="838200" y="312760"/>
            <a:ext cx="5859780" cy="523220"/>
          </a:xfrm>
          <a:prstGeom prst="rect">
            <a:avLst/>
          </a:prstGeom>
          <a:solidFill>
            <a:srgbClr val="2A75B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IN" sz="2800" b="1" dirty="0">
                <a:latin typeface="Aptos" panose="020B0004020202020204" pitchFamily="34" charset="0"/>
              </a:rPr>
              <a:t>How Teams Improve Performance</a:t>
            </a:r>
            <a:endParaRPr lang="en-US" sz="2800" b="1" dirty="0">
              <a:latin typeface="Aptos" panose="020B0004020202020204" pitchFamily="34" charset="0"/>
            </a:endParaRPr>
          </a:p>
        </p:txBody>
      </p:sp>
      <p:sp>
        <p:nvSpPr>
          <p:cNvPr id="8" name="Rectangle: Rounded Corners 7">
            <a:extLst>
              <a:ext uri="{FF2B5EF4-FFF2-40B4-BE49-F238E27FC236}">
                <a16:creationId xmlns:a16="http://schemas.microsoft.com/office/drawing/2014/main" id="{3EE74FCF-2F27-2BCF-D66B-8306151802ED}"/>
              </a:ext>
            </a:extLst>
          </p:cNvPr>
          <p:cNvSpPr/>
          <p:nvPr/>
        </p:nvSpPr>
        <p:spPr>
          <a:xfrm>
            <a:off x="2133838" y="1906710"/>
            <a:ext cx="3962162" cy="720000"/>
          </a:xfrm>
          <a:prstGeom prst="roundRect">
            <a:avLst>
              <a:gd name="adj" fmla="val 5670"/>
            </a:avLst>
          </a:prstGeom>
          <a:solidFill>
            <a:srgbClr val="00B05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ptos" panose="020B0004020202020204" pitchFamily="34" charset="0"/>
              </a:rPr>
              <a:t>keeping prompts clear and short</a:t>
            </a:r>
            <a:endParaRPr lang="en-IN" sz="2000" b="1" dirty="0">
              <a:latin typeface="Aptos" panose="020B0004020202020204" pitchFamily="34" charset="0"/>
            </a:endParaRPr>
          </a:p>
        </p:txBody>
      </p:sp>
      <p:sp>
        <p:nvSpPr>
          <p:cNvPr id="9" name="Rectangle: Rounded Corners 8">
            <a:extLst>
              <a:ext uri="{FF2B5EF4-FFF2-40B4-BE49-F238E27FC236}">
                <a16:creationId xmlns:a16="http://schemas.microsoft.com/office/drawing/2014/main" id="{2AA0A1F5-CF2C-31B4-7EF6-80D0074FB446}"/>
              </a:ext>
            </a:extLst>
          </p:cNvPr>
          <p:cNvSpPr/>
          <p:nvPr/>
        </p:nvSpPr>
        <p:spPr>
          <a:xfrm>
            <a:off x="2133838" y="2949952"/>
            <a:ext cx="3962162" cy="720000"/>
          </a:xfrm>
          <a:prstGeom prst="roundRect">
            <a:avLst>
              <a:gd name="adj" fmla="val 5670"/>
            </a:avLst>
          </a:prstGeom>
          <a:solidFill>
            <a:srgbClr val="00B05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ptos" panose="020B0004020202020204" pitchFamily="34" charset="0"/>
              </a:rPr>
              <a:t>avoiding unnecessary data in requests</a:t>
            </a:r>
            <a:endParaRPr lang="en-IN" sz="2000" b="1" dirty="0">
              <a:latin typeface="Aptos" panose="020B0004020202020204" pitchFamily="34" charset="0"/>
            </a:endParaRPr>
          </a:p>
        </p:txBody>
      </p:sp>
      <p:sp>
        <p:nvSpPr>
          <p:cNvPr id="11" name="Rectangle: Rounded Corners 10">
            <a:extLst>
              <a:ext uri="{FF2B5EF4-FFF2-40B4-BE49-F238E27FC236}">
                <a16:creationId xmlns:a16="http://schemas.microsoft.com/office/drawing/2014/main" id="{D20C5E07-2CAC-993C-1E7A-75992F05E1FB}"/>
              </a:ext>
            </a:extLst>
          </p:cNvPr>
          <p:cNvSpPr/>
          <p:nvPr/>
        </p:nvSpPr>
        <p:spPr>
          <a:xfrm>
            <a:off x="2133838" y="4905574"/>
            <a:ext cx="3962162" cy="720000"/>
          </a:xfrm>
          <a:prstGeom prst="roundRect">
            <a:avLst>
              <a:gd name="adj" fmla="val 5670"/>
            </a:avLst>
          </a:prstGeom>
          <a:solidFill>
            <a:srgbClr val="00B05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ptos" panose="020B0004020202020204" pitchFamily="34" charset="0"/>
              </a:rPr>
              <a:t>limiting how much AI is asked to do at once</a:t>
            </a:r>
            <a:endParaRPr lang="en-IN" sz="2000" b="1" dirty="0">
              <a:latin typeface="Aptos" panose="020B0004020202020204" pitchFamily="34" charset="0"/>
            </a:endParaRPr>
          </a:p>
        </p:txBody>
      </p:sp>
      <p:sp>
        <p:nvSpPr>
          <p:cNvPr id="12" name="Rectangle: Rounded Corners 11">
            <a:extLst>
              <a:ext uri="{FF2B5EF4-FFF2-40B4-BE49-F238E27FC236}">
                <a16:creationId xmlns:a16="http://schemas.microsoft.com/office/drawing/2014/main" id="{D9FAF81C-FF8C-E699-0E04-1224939E9E6F}"/>
              </a:ext>
            </a:extLst>
          </p:cNvPr>
          <p:cNvSpPr/>
          <p:nvPr/>
        </p:nvSpPr>
        <p:spPr>
          <a:xfrm>
            <a:off x="2133838" y="3891064"/>
            <a:ext cx="3962162" cy="720000"/>
          </a:xfrm>
          <a:prstGeom prst="roundRect">
            <a:avLst>
              <a:gd name="adj" fmla="val 5670"/>
            </a:avLst>
          </a:prstGeom>
          <a:solidFill>
            <a:srgbClr val="00B05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ptos" panose="020B0004020202020204" pitchFamily="34" charset="0"/>
              </a:rPr>
              <a:t>choosing the right model for the task</a:t>
            </a:r>
            <a:endParaRPr lang="en-IN" sz="2000" b="1" dirty="0">
              <a:latin typeface="Aptos" panose="020B0004020202020204" pitchFamily="34" charset="0"/>
            </a:endParaRPr>
          </a:p>
        </p:txBody>
      </p:sp>
      <p:sp>
        <p:nvSpPr>
          <p:cNvPr id="14" name="TextBox 13">
            <a:extLst>
              <a:ext uri="{FF2B5EF4-FFF2-40B4-BE49-F238E27FC236}">
                <a16:creationId xmlns:a16="http://schemas.microsoft.com/office/drawing/2014/main" id="{AF7C1D45-D340-7A6A-2EAE-47DFCD9FA6C4}"/>
              </a:ext>
            </a:extLst>
          </p:cNvPr>
          <p:cNvSpPr txBox="1"/>
          <p:nvPr/>
        </p:nvSpPr>
        <p:spPr>
          <a:xfrm>
            <a:off x="861179" y="1180778"/>
            <a:ext cx="6149340" cy="461665"/>
          </a:xfrm>
          <a:prstGeom prst="rect">
            <a:avLst/>
          </a:prstGeom>
          <a:noFill/>
        </p:spPr>
        <p:txBody>
          <a:bodyPr wrap="square">
            <a:spAutoFit/>
          </a:bodyPr>
          <a:lstStyle/>
          <a:p>
            <a:r>
              <a:rPr lang="en-US" sz="2400" b="1" dirty="0">
                <a:latin typeface="Aptos" panose="020B0004020202020204" pitchFamily="34" charset="0"/>
              </a:rPr>
              <a:t>Teams usually focus on a few key things:</a:t>
            </a:r>
            <a:endParaRPr lang="en-IN" sz="2400" b="1" dirty="0">
              <a:latin typeface="Aptos" panose="020B0004020202020204" pitchFamily="34" charset="0"/>
            </a:endParaRPr>
          </a:p>
        </p:txBody>
      </p:sp>
      <p:sp>
        <p:nvSpPr>
          <p:cNvPr id="16" name="TextBox 15">
            <a:extLst>
              <a:ext uri="{FF2B5EF4-FFF2-40B4-BE49-F238E27FC236}">
                <a16:creationId xmlns:a16="http://schemas.microsoft.com/office/drawing/2014/main" id="{9D9C81CC-C382-E824-2CA9-F8293A655E46}"/>
              </a:ext>
            </a:extLst>
          </p:cNvPr>
          <p:cNvSpPr txBox="1"/>
          <p:nvPr/>
        </p:nvSpPr>
        <p:spPr>
          <a:xfrm>
            <a:off x="731520" y="6206686"/>
            <a:ext cx="10622280" cy="461665"/>
          </a:xfrm>
          <a:prstGeom prst="rect">
            <a:avLst/>
          </a:prstGeom>
          <a:noFill/>
        </p:spPr>
        <p:txBody>
          <a:bodyPr wrap="square">
            <a:spAutoFit/>
          </a:bodyPr>
          <a:lstStyle/>
          <a:p>
            <a:pPr algn="ctr">
              <a:buNone/>
            </a:pPr>
            <a:r>
              <a:rPr lang="en-US" sz="2400" b="1" dirty="0">
                <a:solidFill>
                  <a:srgbClr val="00B0F0"/>
                </a:solidFill>
                <a:latin typeface="Aptos" panose="020B0004020202020204" pitchFamily="34" charset="0"/>
              </a:rPr>
              <a:t>Small changes make big speed gains.</a:t>
            </a:r>
          </a:p>
        </p:txBody>
      </p:sp>
      <p:pic>
        <p:nvPicPr>
          <p:cNvPr id="12290" name="Picture 2" descr="Trend ">
            <a:extLst>
              <a:ext uri="{FF2B5EF4-FFF2-40B4-BE49-F238E27FC236}">
                <a16:creationId xmlns:a16="http://schemas.microsoft.com/office/drawing/2014/main" id="{AC16E203-DBCC-776D-19EB-0DFD9C6CE7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32570" y="2266710"/>
            <a:ext cx="1219200" cy="1219200"/>
          </a:xfrm>
          <a:prstGeom prst="rect">
            <a:avLst/>
          </a:prstGeom>
          <a:noFill/>
          <a:extLst>
            <a:ext uri="{909E8E84-426E-40DD-AFC4-6F175D3DCCD1}">
              <a14:hiddenFill xmlns:a14="http://schemas.microsoft.com/office/drawing/2010/main">
                <a:solidFill>
                  <a:srgbClr val="FFFFFF"/>
                </a:solidFill>
              </a14:hiddenFill>
            </a:ext>
          </a:extLst>
        </p:spPr>
      </p:pic>
      <p:sp>
        <p:nvSpPr>
          <p:cNvPr id="17" name="Arrow: Right 16">
            <a:extLst>
              <a:ext uri="{FF2B5EF4-FFF2-40B4-BE49-F238E27FC236}">
                <a16:creationId xmlns:a16="http://schemas.microsoft.com/office/drawing/2014/main" id="{5F71C61D-BC37-1848-F864-8024406622CD}"/>
              </a:ext>
            </a:extLst>
          </p:cNvPr>
          <p:cNvSpPr/>
          <p:nvPr/>
        </p:nvSpPr>
        <p:spPr>
          <a:xfrm>
            <a:off x="6697980" y="3429000"/>
            <a:ext cx="1062990" cy="75017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Aptos" panose="020B0004020202020204" pitchFamily="34" charset="0"/>
            </a:endParaRPr>
          </a:p>
        </p:txBody>
      </p:sp>
      <p:sp>
        <p:nvSpPr>
          <p:cNvPr id="18" name="Rectangle: Rounded Corners 17">
            <a:extLst>
              <a:ext uri="{FF2B5EF4-FFF2-40B4-BE49-F238E27FC236}">
                <a16:creationId xmlns:a16="http://schemas.microsoft.com/office/drawing/2014/main" id="{BF4EF8F6-68D5-5C40-AA13-6F405AF44A5B}"/>
              </a:ext>
            </a:extLst>
          </p:cNvPr>
          <p:cNvSpPr/>
          <p:nvPr/>
        </p:nvSpPr>
        <p:spPr>
          <a:xfrm>
            <a:off x="8248649" y="3669952"/>
            <a:ext cx="3276000" cy="720000"/>
          </a:xfrm>
          <a:prstGeom prst="roundRect">
            <a:avLst>
              <a:gd name="adj" fmla="val 5670"/>
            </a:avLst>
          </a:prstGeom>
          <a:solidFill>
            <a:srgbClr val="00B0F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bg2">
                    <a:lumMod val="10000"/>
                  </a:schemeClr>
                </a:solidFill>
                <a:latin typeface="Aptos" panose="020B0004020202020204" pitchFamily="34" charset="0"/>
              </a:rPr>
              <a:t>Performance Increase</a:t>
            </a:r>
          </a:p>
        </p:txBody>
      </p:sp>
    </p:spTree>
    <p:extLst>
      <p:ext uri="{BB962C8B-B14F-4D97-AF65-F5344CB8AC3E}">
        <p14:creationId xmlns:p14="http://schemas.microsoft.com/office/powerpoint/2010/main" val="3631553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02BA1-45D2-7E71-D21E-A14FB1D704A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1822FA4-385F-E0A6-845C-75A8D1BA22BC}"/>
              </a:ext>
            </a:extLst>
          </p:cNvPr>
          <p:cNvSpPr txBox="1"/>
          <p:nvPr/>
        </p:nvSpPr>
        <p:spPr>
          <a:xfrm>
            <a:off x="65116" y="725913"/>
            <a:ext cx="6152804" cy="523220"/>
          </a:xfrm>
          <a:prstGeom prst="rect">
            <a:avLst/>
          </a:prstGeom>
          <a:solidFill>
            <a:srgbClr val="2A75B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US" sz="2800" b="1" dirty="0">
                <a:latin typeface="Aptos" panose="020B0004020202020204" pitchFamily="34" charset="0"/>
              </a:rPr>
              <a:t>Failure Is Normal in Real AI Systems</a:t>
            </a:r>
            <a:endParaRPr lang="en-US" sz="2800" dirty="0">
              <a:latin typeface="Aptos" panose="020B0004020202020204" pitchFamily="34" charset="0"/>
            </a:endParaRPr>
          </a:p>
        </p:txBody>
      </p:sp>
      <p:sp>
        <p:nvSpPr>
          <p:cNvPr id="5" name="TextBox 4">
            <a:extLst>
              <a:ext uri="{FF2B5EF4-FFF2-40B4-BE49-F238E27FC236}">
                <a16:creationId xmlns:a16="http://schemas.microsoft.com/office/drawing/2014/main" id="{CED5DE46-0185-BADF-6298-ADE0493FA3A9}"/>
              </a:ext>
            </a:extLst>
          </p:cNvPr>
          <p:cNvSpPr txBox="1"/>
          <p:nvPr/>
        </p:nvSpPr>
        <p:spPr>
          <a:xfrm>
            <a:off x="838200" y="1456290"/>
            <a:ext cx="10515600" cy="461665"/>
          </a:xfrm>
          <a:prstGeom prst="rect">
            <a:avLst/>
          </a:prstGeom>
          <a:noFill/>
        </p:spPr>
        <p:txBody>
          <a:bodyPr wrap="square">
            <a:spAutoFit/>
          </a:bodyPr>
          <a:lstStyle/>
          <a:p>
            <a:pPr>
              <a:buNone/>
            </a:pPr>
            <a:r>
              <a:rPr lang="en-US" sz="2400" b="1" dirty="0">
                <a:latin typeface="Aptos" panose="020B0004020202020204" pitchFamily="34" charset="0"/>
              </a:rPr>
              <a:t>No production AI runs perfectly all the time.</a:t>
            </a:r>
          </a:p>
        </p:txBody>
      </p:sp>
      <p:graphicFrame>
        <p:nvGraphicFramePr>
          <p:cNvPr id="9" name="Content Placeholder 8">
            <a:extLst>
              <a:ext uri="{FF2B5EF4-FFF2-40B4-BE49-F238E27FC236}">
                <a16:creationId xmlns:a16="http://schemas.microsoft.com/office/drawing/2014/main" id="{34C59B17-007F-83A5-4B53-34621BAF9006}"/>
              </a:ext>
            </a:extLst>
          </p:cNvPr>
          <p:cNvGraphicFramePr>
            <a:graphicFrameLocks noGrp="1"/>
          </p:cNvGraphicFramePr>
          <p:nvPr>
            <p:ph idx="1"/>
            <p:extLst>
              <p:ext uri="{D42A27DB-BD31-4B8C-83A1-F6EECF244321}">
                <p14:modId xmlns:p14="http://schemas.microsoft.com/office/powerpoint/2010/main" val="3964699136"/>
              </p:ext>
            </p:extLst>
          </p:nvPr>
        </p:nvGraphicFramePr>
        <p:xfrm>
          <a:off x="2980112" y="2125112"/>
          <a:ext cx="7429500" cy="43595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3314" name="Picture 2" descr="AI ">
            <a:extLst>
              <a:ext uri="{FF2B5EF4-FFF2-40B4-BE49-F238E27FC236}">
                <a16:creationId xmlns:a16="http://schemas.microsoft.com/office/drawing/2014/main" id="{E0F856B3-AFE2-48F5-B65D-2F2AB480FD9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81599" y="3797877"/>
            <a:ext cx="788670" cy="78867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B623453-A8FC-A304-15EA-17A71562ECDD}"/>
              </a:ext>
            </a:extLst>
          </p:cNvPr>
          <p:cNvSpPr txBox="1"/>
          <p:nvPr/>
        </p:nvSpPr>
        <p:spPr>
          <a:xfrm>
            <a:off x="0" y="-24523"/>
            <a:ext cx="12192000" cy="646331"/>
          </a:xfrm>
          <a:prstGeom prst="rect">
            <a:avLst/>
          </a:prstGeom>
          <a:solidFill>
            <a:schemeClr val="accent2">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US" sz="3600" b="1" dirty="0"/>
              <a:t>Failure, Errors &amp; Resilience</a:t>
            </a:r>
          </a:p>
        </p:txBody>
      </p:sp>
    </p:spTree>
    <p:extLst>
      <p:ext uri="{BB962C8B-B14F-4D97-AF65-F5344CB8AC3E}">
        <p14:creationId xmlns:p14="http://schemas.microsoft.com/office/powerpoint/2010/main" val="3423971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95D71EB-3B39-4F2F-E15F-4E71C1A4B8ED}"/>
              </a:ext>
            </a:extLst>
          </p:cNvPr>
          <p:cNvSpPr txBox="1"/>
          <p:nvPr/>
        </p:nvSpPr>
        <p:spPr>
          <a:xfrm>
            <a:off x="0" y="358646"/>
            <a:ext cx="8129847" cy="523220"/>
          </a:xfrm>
          <a:prstGeom prst="rect">
            <a:avLst/>
          </a:prstGeom>
          <a:solidFill>
            <a:srgbClr val="2A75B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IN" sz="2800" b="1" dirty="0">
                <a:latin typeface="Aptos" panose="020B0004020202020204" pitchFamily="34" charset="0"/>
              </a:rPr>
              <a:t>WHAT ERRORS REALLY MEAN IN PRODUCTION AI</a:t>
            </a:r>
          </a:p>
        </p:txBody>
      </p:sp>
      <p:sp>
        <p:nvSpPr>
          <p:cNvPr id="6" name="TextBox 5">
            <a:extLst>
              <a:ext uri="{FF2B5EF4-FFF2-40B4-BE49-F238E27FC236}">
                <a16:creationId xmlns:a16="http://schemas.microsoft.com/office/drawing/2014/main" id="{819C7E29-FC08-46A7-1971-C88ECB74D124}"/>
              </a:ext>
            </a:extLst>
          </p:cNvPr>
          <p:cNvSpPr txBox="1"/>
          <p:nvPr/>
        </p:nvSpPr>
        <p:spPr>
          <a:xfrm>
            <a:off x="705802" y="1118354"/>
            <a:ext cx="10647997" cy="1200329"/>
          </a:xfrm>
          <a:prstGeom prst="rect">
            <a:avLst/>
          </a:prstGeom>
          <a:noFill/>
        </p:spPr>
        <p:txBody>
          <a:bodyPr wrap="square">
            <a:spAutoFit/>
          </a:bodyPr>
          <a:lstStyle/>
          <a:p>
            <a:pPr marL="342900" indent="-342900">
              <a:buFont typeface="Arial" panose="020B0604020202020204" pitchFamily="34" charset="0"/>
              <a:buChar char="•"/>
            </a:pPr>
            <a:r>
              <a:rPr lang="en-US" sz="2400" b="1" dirty="0">
                <a:latin typeface="Aptos" panose="020B0004020202020204" pitchFamily="34" charset="0"/>
              </a:rPr>
              <a:t>An Error Means Expectations Were Broken</a:t>
            </a:r>
          </a:p>
          <a:p>
            <a:pPr marL="342900" indent="-342900">
              <a:buFont typeface="Arial" panose="020B0604020202020204" pitchFamily="34" charset="0"/>
              <a:buChar char="•"/>
            </a:pPr>
            <a:r>
              <a:rPr lang="en-US" sz="2400" b="1" i="1" dirty="0">
                <a:latin typeface="Aptos" panose="020B0004020202020204" pitchFamily="34" charset="0"/>
              </a:rPr>
              <a:t>An error is simply something not going as planned.</a:t>
            </a:r>
            <a:endParaRPr lang="en-US" sz="2400" b="1" dirty="0">
              <a:latin typeface="Aptos" panose="020B0004020202020204" pitchFamily="34" charset="0"/>
            </a:endParaRPr>
          </a:p>
          <a:p>
            <a:pPr marL="342900" indent="-342900">
              <a:buFont typeface="Arial" panose="020B0604020202020204" pitchFamily="34" charset="0"/>
              <a:buChar char="•"/>
            </a:pPr>
            <a:endParaRPr lang="en-US" sz="2400" b="1" dirty="0">
              <a:latin typeface="Aptos" panose="020B0004020202020204" pitchFamily="34" charset="0"/>
            </a:endParaRPr>
          </a:p>
        </p:txBody>
      </p:sp>
      <p:sp>
        <p:nvSpPr>
          <p:cNvPr id="8" name="TextBox 7">
            <a:extLst>
              <a:ext uri="{FF2B5EF4-FFF2-40B4-BE49-F238E27FC236}">
                <a16:creationId xmlns:a16="http://schemas.microsoft.com/office/drawing/2014/main" id="{E8DB556A-2BB4-A371-467A-9DF9FCBDC9A2}"/>
              </a:ext>
            </a:extLst>
          </p:cNvPr>
          <p:cNvSpPr txBox="1"/>
          <p:nvPr/>
        </p:nvSpPr>
        <p:spPr>
          <a:xfrm>
            <a:off x="705802" y="6126480"/>
            <a:ext cx="10647997" cy="461665"/>
          </a:xfrm>
          <a:prstGeom prst="rect">
            <a:avLst/>
          </a:prstGeom>
          <a:noFill/>
        </p:spPr>
        <p:txBody>
          <a:bodyPr wrap="square">
            <a:spAutoFit/>
          </a:bodyPr>
          <a:lstStyle/>
          <a:p>
            <a:pPr algn="ctr">
              <a:buNone/>
            </a:pPr>
            <a:r>
              <a:rPr lang="en-US" sz="2400" b="1" dirty="0">
                <a:solidFill>
                  <a:srgbClr val="00B0F0"/>
                </a:solidFill>
                <a:latin typeface="Aptos" panose="020B0004020202020204" pitchFamily="34" charset="0"/>
              </a:rPr>
              <a:t>Errors are normal. Reactions define quality.</a:t>
            </a:r>
          </a:p>
        </p:txBody>
      </p:sp>
      <p:graphicFrame>
        <p:nvGraphicFramePr>
          <p:cNvPr id="12" name="Diagram 11">
            <a:extLst>
              <a:ext uri="{FF2B5EF4-FFF2-40B4-BE49-F238E27FC236}">
                <a16:creationId xmlns:a16="http://schemas.microsoft.com/office/drawing/2014/main" id="{CB69B8C1-ED81-B2BD-2904-E0B022DBE3F1}"/>
              </a:ext>
            </a:extLst>
          </p:cNvPr>
          <p:cNvGraphicFramePr/>
          <p:nvPr/>
        </p:nvGraphicFramePr>
        <p:xfrm>
          <a:off x="838199" y="2114551"/>
          <a:ext cx="10328911" cy="39319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31874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FA7AD-9F7D-658F-280B-C86B086291D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D123382-5410-BEB8-1520-6690265B3735}"/>
              </a:ext>
            </a:extLst>
          </p:cNvPr>
          <p:cNvSpPr txBox="1"/>
          <p:nvPr/>
        </p:nvSpPr>
        <p:spPr>
          <a:xfrm>
            <a:off x="0" y="220427"/>
            <a:ext cx="7432964" cy="523220"/>
          </a:xfrm>
          <a:prstGeom prst="rect">
            <a:avLst/>
          </a:prstGeom>
          <a:solidFill>
            <a:srgbClr val="2A75B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IN" sz="2800" b="1" dirty="0">
                <a:latin typeface="Aptos" panose="020B0004020202020204" pitchFamily="34" charset="0"/>
              </a:rPr>
              <a:t>What “Resilience” Really Means for Prompts</a:t>
            </a:r>
          </a:p>
        </p:txBody>
      </p:sp>
      <p:sp>
        <p:nvSpPr>
          <p:cNvPr id="3" name="TextBox 2">
            <a:extLst>
              <a:ext uri="{FF2B5EF4-FFF2-40B4-BE49-F238E27FC236}">
                <a16:creationId xmlns:a16="http://schemas.microsoft.com/office/drawing/2014/main" id="{1CB4E83D-9297-D1E2-C44B-7FDCDB0A4A78}"/>
              </a:ext>
            </a:extLst>
          </p:cNvPr>
          <p:cNvSpPr txBox="1"/>
          <p:nvPr/>
        </p:nvSpPr>
        <p:spPr>
          <a:xfrm>
            <a:off x="746760" y="1020276"/>
            <a:ext cx="10515599" cy="461665"/>
          </a:xfrm>
          <a:prstGeom prst="rect">
            <a:avLst/>
          </a:prstGeom>
          <a:noFill/>
        </p:spPr>
        <p:txBody>
          <a:bodyPr wrap="square">
            <a:spAutoFit/>
          </a:bodyPr>
          <a:lstStyle/>
          <a:p>
            <a:pPr>
              <a:buNone/>
            </a:pPr>
            <a:r>
              <a:rPr lang="en-US" sz="2400" b="1" dirty="0">
                <a:latin typeface="Aptos" panose="020B0004020202020204" pitchFamily="34" charset="0"/>
              </a:rPr>
              <a:t>Resilience Is How Systems Respond to Failure</a:t>
            </a:r>
            <a:endParaRPr lang="en-US" sz="2400" dirty="0">
              <a:latin typeface="Aptos" panose="020B0004020202020204" pitchFamily="34" charset="0"/>
            </a:endParaRPr>
          </a:p>
        </p:txBody>
      </p:sp>
      <p:sp>
        <p:nvSpPr>
          <p:cNvPr id="6" name="TextBox 5">
            <a:extLst>
              <a:ext uri="{FF2B5EF4-FFF2-40B4-BE49-F238E27FC236}">
                <a16:creationId xmlns:a16="http://schemas.microsoft.com/office/drawing/2014/main" id="{1520BF17-DBAF-9C9A-1EF0-518E5B0BA1B1}"/>
              </a:ext>
            </a:extLst>
          </p:cNvPr>
          <p:cNvSpPr txBox="1"/>
          <p:nvPr/>
        </p:nvSpPr>
        <p:spPr>
          <a:xfrm>
            <a:off x="838200" y="6175908"/>
            <a:ext cx="10515599" cy="461665"/>
          </a:xfrm>
          <a:prstGeom prst="rect">
            <a:avLst/>
          </a:prstGeom>
          <a:noFill/>
        </p:spPr>
        <p:txBody>
          <a:bodyPr wrap="square">
            <a:spAutoFit/>
          </a:bodyPr>
          <a:lstStyle/>
          <a:p>
            <a:pPr algn="ctr"/>
            <a:r>
              <a:rPr lang="en-IN" sz="2400" b="1" dirty="0">
                <a:solidFill>
                  <a:srgbClr val="00B0F0"/>
                </a:solidFill>
                <a:latin typeface="Aptos" panose="020B0004020202020204" pitchFamily="34" charset="0"/>
              </a:rPr>
              <a:t>Resilient systems bend — they don’t snap</a:t>
            </a:r>
          </a:p>
        </p:txBody>
      </p:sp>
      <p:sp>
        <p:nvSpPr>
          <p:cNvPr id="9" name="Rectangle: Rounded Corners 8">
            <a:extLst>
              <a:ext uri="{FF2B5EF4-FFF2-40B4-BE49-F238E27FC236}">
                <a16:creationId xmlns:a16="http://schemas.microsoft.com/office/drawing/2014/main" id="{97A127CD-D8DE-4E35-1E16-E1F5B2BA8687}"/>
              </a:ext>
            </a:extLst>
          </p:cNvPr>
          <p:cNvSpPr/>
          <p:nvPr/>
        </p:nvSpPr>
        <p:spPr>
          <a:xfrm>
            <a:off x="7597139" y="2577048"/>
            <a:ext cx="3276000" cy="720000"/>
          </a:xfrm>
          <a:prstGeom prst="roundRect">
            <a:avLst>
              <a:gd name="adj" fmla="val 5670"/>
            </a:avLst>
          </a:prstGeom>
          <a:solidFill>
            <a:srgbClr val="00B0F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a:solidFill>
                  <a:schemeClr val="bg2">
                    <a:lumMod val="10000"/>
                  </a:schemeClr>
                </a:solidFill>
                <a:latin typeface="Aptos" panose="020B0004020202020204" pitchFamily="34" charset="0"/>
              </a:rPr>
              <a:t>Resilient AI</a:t>
            </a:r>
            <a:endParaRPr lang="en-IN" sz="2400" b="1" dirty="0">
              <a:solidFill>
                <a:schemeClr val="bg2">
                  <a:lumMod val="10000"/>
                </a:schemeClr>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E95DD20B-2237-27F5-E743-FBC58086DEA7}"/>
              </a:ext>
            </a:extLst>
          </p:cNvPr>
          <p:cNvSpPr/>
          <p:nvPr/>
        </p:nvSpPr>
        <p:spPr>
          <a:xfrm>
            <a:off x="2160269" y="2577048"/>
            <a:ext cx="3276000" cy="720000"/>
          </a:xfrm>
          <a:prstGeom prst="roundRect">
            <a:avLst>
              <a:gd name="adj" fmla="val 5670"/>
            </a:avLst>
          </a:prstGeom>
          <a:solidFill>
            <a:srgbClr val="00B0F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bg2">
                    <a:lumMod val="10000"/>
                  </a:schemeClr>
                </a:solidFill>
                <a:latin typeface="Aptos" panose="020B0004020202020204" pitchFamily="34" charset="0"/>
              </a:rPr>
              <a:t>Fragile AI </a:t>
            </a:r>
          </a:p>
        </p:txBody>
      </p:sp>
      <p:sp>
        <p:nvSpPr>
          <p:cNvPr id="11" name="Rectangle: Rounded Corners 10">
            <a:extLst>
              <a:ext uri="{FF2B5EF4-FFF2-40B4-BE49-F238E27FC236}">
                <a16:creationId xmlns:a16="http://schemas.microsoft.com/office/drawing/2014/main" id="{410D6B65-241F-3EDF-6B2A-66359F21720C}"/>
              </a:ext>
            </a:extLst>
          </p:cNvPr>
          <p:cNvSpPr/>
          <p:nvPr/>
        </p:nvSpPr>
        <p:spPr>
          <a:xfrm>
            <a:off x="2160269" y="4680841"/>
            <a:ext cx="3276000" cy="720000"/>
          </a:xfrm>
          <a:prstGeom prst="roundRect">
            <a:avLst>
              <a:gd name="adj" fmla="val 5670"/>
            </a:avLst>
          </a:prstGeom>
          <a:solidFill>
            <a:srgbClr val="FF0000"/>
          </a:solidFill>
          <a:ln>
            <a:noFill/>
          </a:ln>
          <a:effectLst>
            <a:outerShdw blurRad="107950" dist="12700" dir="5400000" algn="ctr">
              <a:srgbClr val="000000"/>
            </a:outerShdw>
            <a:reflection blurRad="6350" stA="50000" endA="300" endPos="38500" dist="50800" dir="5400000" sy="-100000" algn="bl" rotWithShape="0"/>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bg2">
                    <a:lumMod val="10000"/>
                  </a:schemeClr>
                </a:solidFill>
                <a:latin typeface="Aptos" panose="020B0004020202020204" pitchFamily="34" charset="0"/>
              </a:rPr>
              <a:t>Crashes </a:t>
            </a:r>
          </a:p>
          <a:p>
            <a:pPr algn="ctr"/>
            <a:r>
              <a:rPr lang="en-IN" sz="2400" b="1" dirty="0">
                <a:solidFill>
                  <a:schemeClr val="bg2">
                    <a:lumMod val="10000"/>
                  </a:schemeClr>
                </a:solidFill>
                <a:latin typeface="Aptos" panose="020B0004020202020204" pitchFamily="34" charset="0"/>
              </a:rPr>
              <a:t>or Freezes </a:t>
            </a:r>
          </a:p>
        </p:txBody>
      </p:sp>
      <p:sp>
        <p:nvSpPr>
          <p:cNvPr id="12" name="Rectangle: Rounded Corners 11">
            <a:extLst>
              <a:ext uri="{FF2B5EF4-FFF2-40B4-BE49-F238E27FC236}">
                <a16:creationId xmlns:a16="http://schemas.microsoft.com/office/drawing/2014/main" id="{C74F90B9-8A51-15BC-A916-DB220AA7DA8C}"/>
              </a:ext>
            </a:extLst>
          </p:cNvPr>
          <p:cNvSpPr/>
          <p:nvPr/>
        </p:nvSpPr>
        <p:spPr>
          <a:xfrm>
            <a:off x="7597139" y="4680841"/>
            <a:ext cx="3276000" cy="720000"/>
          </a:xfrm>
          <a:prstGeom prst="roundRect">
            <a:avLst>
              <a:gd name="adj" fmla="val 5670"/>
            </a:avLst>
          </a:prstGeom>
          <a:solidFill>
            <a:srgbClr val="00B050"/>
          </a:solidFill>
          <a:ln>
            <a:noFill/>
          </a:ln>
          <a:effectLst>
            <a:outerShdw blurRad="107950" dist="12700" dir="5400000" algn="ctr">
              <a:srgbClr val="000000"/>
            </a:outerShdw>
            <a:reflection blurRad="6350" stA="50000" endA="300" endPos="90000" dist="50800" dir="5400000" sy="-100000" algn="bl" rotWithShape="0"/>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bg2">
                    <a:lumMod val="10000"/>
                  </a:schemeClr>
                </a:solidFill>
                <a:latin typeface="Aptos" panose="020B0004020202020204" pitchFamily="34" charset="0"/>
              </a:rPr>
              <a:t>Recovers </a:t>
            </a:r>
          </a:p>
        </p:txBody>
      </p:sp>
      <p:cxnSp>
        <p:nvCxnSpPr>
          <p:cNvPr id="14" name="Straight Arrow Connector 13">
            <a:extLst>
              <a:ext uri="{FF2B5EF4-FFF2-40B4-BE49-F238E27FC236}">
                <a16:creationId xmlns:a16="http://schemas.microsoft.com/office/drawing/2014/main" id="{56B20E9E-7CA7-A8D6-E978-E479F52F802F}"/>
              </a:ext>
            </a:extLst>
          </p:cNvPr>
          <p:cNvCxnSpPr/>
          <p:nvPr/>
        </p:nvCxnSpPr>
        <p:spPr>
          <a:xfrm>
            <a:off x="3794760" y="3429000"/>
            <a:ext cx="0" cy="113157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1FDAC99-CB6C-5BC6-EBCD-ABF74D03E971}"/>
              </a:ext>
            </a:extLst>
          </p:cNvPr>
          <p:cNvCxnSpPr/>
          <p:nvPr/>
        </p:nvCxnSpPr>
        <p:spPr>
          <a:xfrm>
            <a:off x="9304020" y="3429000"/>
            <a:ext cx="0" cy="113157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8033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72C38-0BAE-CE6C-51F3-803AF0C1CE6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7A6547B-E8AD-F0CD-C7F4-D40939F3588F}"/>
              </a:ext>
            </a:extLst>
          </p:cNvPr>
          <p:cNvSpPr txBox="1"/>
          <p:nvPr/>
        </p:nvSpPr>
        <p:spPr>
          <a:xfrm>
            <a:off x="0" y="264024"/>
            <a:ext cx="6743007" cy="523220"/>
          </a:xfrm>
          <a:prstGeom prst="rect">
            <a:avLst/>
          </a:prstGeom>
          <a:solidFill>
            <a:srgbClr val="2A75B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US" sz="2800" b="1" dirty="0">
                <a:latin typeface="Aptos" panose="020B0004020202020204" pitchFamily="34" charset="0"/>
              </a:rPr>
              <a:t>Silent Failures Are the Most Dangerous</a:t>
            </a:r>
            <a:endParaRPr lang="en-US" sz="2800" dirty="0">
              <a:latin typeface="Aptos" panose="020B0004020202020204" pitchFamily="34" charset="0"/>
            </a:endParaRPr>
          </a:p>
        </p:txBody>
      </p:sp>
      <p:sp>
        <p:nvSpPr>
          <p:cNvPr id="3" name="TextBox 2">
            <a:extLst>
              <a:ext uri="{FF2B5EF4-FFF2-40B4-BE49-F238E27FC236}">
                <a16:creationId xmlns:a16="http://schemas.microsoft.com/office/drawing/2014/main" id="{AFEDDD6D-C58A-18B3-57E8-C78AC7A9E9AF}"/>
              </a:ext>
            </a:extLst>
          </p:cNvPr>
          <p:cNvSpPr txBox="1"/>
          <p:nvPr/>
        </p:nvSpPr>
        <p:spPr>
          <a:xfrm>
            <a:off x="838200" y="1208901"/>
            <a:ext cx="10515600" cy="461665"/>
          </a:xfrm>
          <a:prstGeom prst="rect">
            <a:avLst/>
          </a:prstGeom>
          <a:noFill/>
        </p:spPr>
        <p:txBody>
          <a:bodyPr wrap="square">
            <a:spAutoFit/>
          </a:bodyPr>
          <a:lstStyle/>
          <a:p>
            <a:pPr marL="342900" indent="-342900">
              <a:buFont typeface="Arial" panose="020B0604020202020204" pitchFamily="34" charset="0"/>
              <a:buChar char="•"/>
            </a:pPr>
            <a:r>
              <a:rPr lang="en-US" sz="2400" b="1" dirty="0">
                <a:latin typeface="Aptos" panose="020B0004020202020204" pitchFamily="34" charset="0"/>
              </a:rPr>
              <a:t>Unseen problems grow quietly until damage is visible.</a:t>
            </a:r>
          </a:p>
        </p:txBody>
      </p:sp>
      <p:sp>
        <p:nvSpPr>
          <p:cNvPr id="6" name="TextBox 5">
            <a:extLst>
              <a:ext uri="{FF2B5EF4-FFF2-40B4-BE49-F238E27FC236}">
                <a16:creationId xmlns:a16="http://schemas.microsoft.com/office/drawing/2014/main" id="{A72FC050-6222-12B8-74B0-97F31143B1DB}"/>
              </a:ext>
            </a:extLst>
          </p:cNvPr>
          <p:cNvSpPr txBox="1"/>
          <p:nvPr/>
        </p:nvSpPr>
        <p:spPr>
          <a:xfrm>
            <a:off x="838200" y="1766488"/>
            <a:ext cx="8602980" cy="461665"/>
          </a:xfrm>
          <a:prstGeom prst="rect">
            <a:avLst/>
          </a:prstGeom>
          <a:noFill/>
        </p:spPr>
        <p:txBody>
          <a:bodyPr wrap="square">
            <a:spAutoFit/>
          </a:bodyPr>
          <a:lstStyle/>
          <a:p>
            <a:pPr marL="342900" indent="-342900">
              <a:buFont typeface="Arial" panose="020B0604020202020204" pitchFamily="34" charset="0"/>
              <a:buChar char="•"/>
            </a:pPr>
            <a:r>
              <a:rPr lang="en-US" sz="2400" b="1" dirty="0">
                <a:latin typeface="Aptos" panose="020B0004020202020204" pitchFamily="34" charset="0"/>
              </a:rPr>
              <a:t>Silent Errors Destroy Trust Faster Than Visible Ones.</a:t>
            </a:r>
            <a:endParaRPr lang="en-US" sz="2400" dirty="0">
              <a:latin typeface="Aptos" panose="020B0004020202020204" pitchFamily="34" charset="0"/>
            </a:endParaRPr>
          </a:p>
        </p:txBody>
      </p:sp>
      <p:sp>
        <p:nvSpPr>
          <p:cNvPr id="8" name="TextBox 7">
            <a:extLst>
              <a:ext uri="{FF2B5EF4-FFF2-40B4-BE49-F238E27FC236}">
                <a16:creationId xmlns:a16="http://schemas.microsoft.com/office/drawing/2014/main" id="{B2FB3CDA-70F3-017E-2582-06855C2B4810}"/>
              </a:ext>
            </a:extLst>
          </p:cNvPr>
          <p:cNvSpPr txBox="1"/>
          <p:nvPr/>
        </p:nvSpPr>
        <p:spPr>
          <a:xfrm>
            <a:off x="838200" y="5997625"/>
            <a:ext cx="10515600" cy="830997"/>
          </a:xfrm>
          <a:prstGeom prst="rect">
            <a:avLst/>
          </a:prstGeom>
          <a:noFill/>
        </p:spPr>
        <p:txBody>
          <a:bodyPr wrap="square">
            <a:spAutoFit/>
          </a:bodyPr>
          <a:lstStyle/>
          <a:p>
            <a:pPr algn="ctr"/>
            <a:r>
              <a:rPr lang="en-US" sz="2400" b="1" dirty="0">
                <a:solidFill>
                  <a:srgbClr val="00B0F0"/>
                </a:solidFill>
                <a:latin typeface="Aptos" panose="020B0004020202020204" pitchFamily="34" charset="0"/>
              </a:rPr>
              <a:t>An error you can see can be fixed.</a:t>
            </a:r>
            <a:br>
              <a:rPr lang="en-US" sz="2400" b="1" dirty="0">
                <a:solidFill>
                  <a:srgbClr val="00B0F0"/>
                </a:solidFill>
                <a:latin typeface="Aptos" panose="020B0004020202020204" pitchFamily="34" charset="0"/>
              </a:rPr>
            </a:br>
            <a:r>
              <a:rPr lang="en-US" sz="2400" b="1" dirty="0">
                <a:solidFill>
                  <a:srgbClr val="00B0F0"/>
                </a:solidFill>
                <a:latin typeface="Aptos" panose="020B0004020202020204" pitchFamily="34" charset="0"/>
              </a:rPr>
              <a:t>An error you can’t see spreads quietly.</a:t>
            </a:r>
            <a:endParaRPr lang="en-IN" sz="2400" b="1" dirty="0">
              <a:solidFill>
                <a:srgbClr val="00B0F0"/>
              </a:solidFill>
              <a:latin typeface="Aptos" panose="020B0004020202020204" pitchFamily="34" charset="0"/>
            </a:endParaRPr>
          </a:p>
        </p:txBody>
      </p:sp>
      <p:graphicFrame>
        <p:nvGraphicFramePr>
          <p:cNvPr id="19" name="Diagram 18">
            <a:extLst>
              <a:ext uri="{FF2B5EF4-FFF2-40B4-BE49-F238E27FC236}">
                <a16:creationId xmlns:a16="http://schemas.microsoft.com/office/drawing/2014/main" id="{FA8C721A-3B77-B86A-CA2B-B9EF196237C6}"/>
              </a:ext>
            </a:extLst>
          </p:cNvPr>
          <p:cNvGraphicFramePr/>
          <p:nvPr/>
        </p:nvGraphicFramePr>
        <p:xfrm>
          <a:off x="838200" y="3105834"/>
          <a:ext cx="10515600" cy="12003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61357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1AA39-8DBB-6102-05A1-71196E44701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8ED2579-4E23-89DB-37B7-4BFCBC2A57CB}"/>
              </a:ext>
            </a:extLst>
          </p:cNvPr>
          <p:cNvSpPr txBox="1"/>
          <p:nvPr/>
        </p:nvSpPr>
        <p:spPr>
          <a:xfrm>
            <a:off x="0" y="365167"/>
            <a:ext cx="4822767" cy="523220"/>
          </a:xfrm>
          <a:prstGeom prst="rect">
            <a:avLst/>
          </a:prstGeom>
          <a:solidFill>
            <a:srgbClr val="2A75B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IN" sz="2800" b="1" dirty="0">
                <a:latin typeface="Aptos" panose="020B0004020202020204" pitchFamily="34" charset="0"/>
              </a:rPr>
              <a:t>How Teams Handle Errors</a:t>
            </a:r>
          </a:p>
        </p:txBody>
      </p:sp>
      <p:sp>
        <p:nvSpPr>
          <p:cNvPr id="3" name="TextBox 2">
            <a:extLst>
              <a:ext uri="{FF2B5EF4-FFF2-40B4-BE49-F238E27FC236}">
                <a16:creationId xmlns:a16="http://schemas.microsoft.com/office/drawing/2014/main" id="{4E040462-D8EA-44D1-63F3-4E5CF7320378}"/>
              </a:ext>
            </a:extLst>
          </p:cNvPr>
          <p:cNvSpPr txBox="1"/>
          <p:nvPr/>
        </p:nvSpPr>
        <p:spPr>
          <a:xfrm>
            <a:off x="838200" y="6175908"/>
            <a:ext cx="10515600" cy="461665"/>
          </a:xfrm>
          <a:prstGeom prst="rect">
            <a:avLst/>
          </a:prstGeom>
          <a:noFill/>
        </p:spPr>
        <p:txBody>
          <a:bodyPr wrap="square">
            <a:spAutoFit/>
          </a:bodyPr>
          <a:lstStyle/>
          <a:p>
            <a:pPr algn="ctr"/>
            <a:r>
              <a:rPr lang="en-IN" sz="2400" b="1" dirty="0">
                <a:solidFill>
                  <a:srgbClr val="00B0F0"/>
                </a:solidFill>
                <a:latin typeface="Aptos" panose="020B0004020202020204" pitchFamily="34" charset="0"/>
              </a:rPr>
              <a:t>When systems handle failure well, they are ready to scale</a:t>
            </a:r>
          </a:p>
        </p:txBody>
      </p:sp>
      <p:sp>
        <p:nvSpPr>
          <p:cNvPr id="8" name="TextBox 7">
            <a:extLst>
              <a:ext uri="{FF2B5EF4-FFF2-40B4-BE49-F238E27FC236}">
                <a16:creationId xmlns:a16="http://schemas.microsoft.com/office/drawing/2014/main" id="{BAFC5F8B-2228-5700-ECC6-A616226A09A1}"/>
              </a:ext>
            </a:extLst>
          </p:cNvPr>
          <p:cNvSpPr txBox="1"/>
          <p:nvPr/>
        </p:nvSpPr>
        <p:spPr>
          <a:xfrm>
            <a:off x="746760" y="947550"/>
            <a:ext cx="10515600" cy="461665"/>
          </a:xfrm>
          <a:prstGeom prst="rect">
            <a:avLst/>
          </a:prstGeom>
          <a:noFill/>
        </p:spPr>
        <p:txBody>
          <a:bodyPr wrap="square">
            <a:spAutoFit/>
          </a:bodyPr>
          <a:lstStyle/>
          <a:p>
            <a:pPr>
              <a:buNone/>
            </a:pPr>
            <a:r>
              <a:rPr lang="en-US" sz="2400" b="1" dirty="0">
                <a:latin typeface="Aptos" panose="020B0004020202020204" pitchFamily="34" charset="0"/>
              </a:rPr>
              <a:t>Error Handling Is About Calm, Not Cover-Up.</a:t>
            </a:r>
            <a:endParaRPr lang="en-US" sz="2400" dirty="0">
              <a:latin typeface="Aptos" panose="020B0004020202020204" pitchFamily="34" charset="0"/>
            </a:endParaRPr>
          </a:p>
        </p:txBody>
      </p:sp>
      <p:graphicFrame>
        <p:nvGraphicFramePr>
          <p:cNvPr id="10" name="Table 9">
            <a:extLst>
              <a:ext uri="{FF2B5EF4-FFF2-40B4-BE49-F238E27FC236}">
                <a16:creationId xmlns:a16="http://schemas.microsoft.com/office/drawing/2014/main" id="{F6F7C622-61CA-F7E2-8D8C-221D87DC2317}"/>
              </a:ext>
            </a:extLst>
          </p:cNvPr>
          <p:cNvGraphicFramePr>
            <a:graphicFrameLocks noGrp="1"/>
          </p:cNvGraphicFramePr>
          <p:nvPr/>
        </p:nvGraphicFramePr>
        <p:xfrm>
          <a:off x="746760" y="2050761"/>
          <a:ext cx="10607040" cy="3483600"/>
        </p:xfrm>
        <a:graphic>
          <a:graphicData uri="http://schemas.openxmlformats.org/drawingml/2006/table">
            <a:tbl>
              <a:tblPr>
                <a:tableStyleId>{D113A9D2-9D6B-4929-AA2D-F23B5EE8CBE7}</a:tableStyleId>
              </a:tblPr>
              <a:tblGrid>
                <a:gridCol w="5303520">
                  <a:extLst>
                    <a:ext uri="{9D8B030D-6E8A-4147-A177-3AD203B41FA5}">
                      <a16:colId xmlns:a16="http://schemas.microsoft.com/office/drawing/2014/main" val="3637736085"/>
                    </a:ext>
                  </a:extLst>
                </a:gridCol>
                <a:gridCol w="5303520">
                  <a:extLst>
                    <a:ext uri="{9D8B030D-6E8A-4147-A177-3AD203B41FA5}">
                      <a16:colId xmlns:a16="http://schemas.microsoft.com/office/drawing/2014/main" val="1241821703"/>
                    </a:ext>
                  </a:extLst>
                </a:gridCol>
              </a:tblGrid>
              <a:tr h="696720">
                <a:tc>
                  <a:txBody>
                    <a:bodyPr/>
                    <a:lstStyle/>
                    <a:p>
                      <a:pPr algn="ctr">
                        <a:buNone/>
                      </a:pPr>
                      <a:r>
                        <a:rPr lang="en-IN" sz="2400" b="1" dirty="0">
                          <a:solidFill>
                            <a:schemeClr val="tx1"/>
                          </a:solidFill>
                          <a:latin typeface="Aptos" panose="020B0004020202020204" pitchFamily="34" charset="0"/>
                        </a:rPr>
                        <a:t>Strategy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buNone/>
                      </a:pPr>
                      <a:r>
                        <a:rPr lang="en-IN" sz="2400" b="1" dirty="0">
                          <a:solidFill>
                            <a:schemeClr val="tx1"/>
                          </a:solidFill>
                          <a:latin typeface="Aptos" panose="020B0004020202020204" pitchFamily="34" charset="0"/>
                        </a:rPr>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4153182228"/>
                  </a:ext>
                </a:extLst>
              </a:tr>
              <a:tr h="696720">
                <a:tc>
                  <a:txBody>
                    <a:bodyPr/>
                    <a:lstStyle/>
                    <a:p>
                      <a:pPr algn="ctr">
                        <a:buNone/>
                      </a:pPr>
                      <a:r>
                        <a:rPr lang="en-IN" sz="2400" b="1" dirty="0">
                          <a:latin typeface="Aptos" panose="020B0004020202020204" pitchFamily="34" charset="0"/>
                        </a:rPr>
                        <a:t>Clear error messages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buNone/>
                      </a:pPr>
                      <a:r>
                        <a:rPr lang="en-IN" sz="2400" b="1">
                          <a:latin typeface="Aptos" panose="020B0004020202020204" pitchFamily="34" charset="0"/>
                        </a:rPr>
                        <a:t>User clarity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610579745"/>
                  </a:ext>
                </a:extLst>
              </a:tr>
              <a:tr h="696720">
                <a:tc>
                  <a:txBody>
                    <a:bodyPr/>
                    <a:lstStyle/>
                    <a:p>
                      <a:pPr algn="ctr">
                        <a:buNone/>
                      </a:pPr>
                      <a:r>
                        <a:rPr lang="en-IN" sz="2400" b="1">
                          <a:latin typeface="Aptos" panose="020B0004020202020204" pitchFamily="34" charset="0"/>
                        </a:rPr>
                        <a:t>Safe retries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buNone/>
                      </a:pPr>
                      <a:r>
                        <a:rPr lang="en-IN" sz="2400" b="1">
                          <a:latin typeface="Aptos" panose="020B0004020202020204" pitchFamily="34" charset="0"/>
                        </a:rPr>
                        <a:t>Recovery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022415502"/>
                  </a:ext>
                </a:extLst>
              </a:tr>
              <a:tr h="696720">
                <a:tc>
                  <a:txBody>
                    <a:bodyPr/>
                    <a:lstStyle/>
                    <a:p>
                      <a:pPr algn="ctr">
                        <a:buNone/>
                      </a:pPr>
                      <a:r>
                        <a:rPr lang="en-IN" sz="2400" b="1">
                          <a:latin typeface="Aptos" panose="020B0004020202020204" pitchFamily="34" charset="0"/>
                        </a:rPr>
                        <a:t>Stop risky actions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buNone/>
                      </a:pPr>
                      <a:r>
                        <a:rPr lang="en-IN" sz="2400" b="1">
                          <a:latin typeface="Aptos" panose="020B0004020202020204" pitchFamily="34" charset="0"/>
                        </a:rPr>
                        <a:t>Damage control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416838962"/>
                  </a:ext>
                </a:extLst>
              </a:tr>
              <a:tr h="696720">
                <a:tc>
                  <a:txBody>
                    <a:bodyPr/>
                    <a:lstStyle/>
                    <a:p>
                      <a:pPr algn="ctr">
                        <a:buNone/>
                      </a:pPr>
                      <a:r>
                        <a:rPr lang="en-IN" sz="2400" b="1" dirty="0">
                          <a:latin typeface="Aptos" panose="020B0004020202020204" pitchFamily="34" charset="0"/>
                        </a:rPr>
                        <a:t>Human alerts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buNone/>
                      </a:pPr>
                      <a:r>
                        <a:rPr lang="en-IN" sz="2400" b="1" dirty="0">
                          <a:latin typeface="Aptos" panose="020B0004020202020204" pitchFamily="34" charset="0"/>
                        </a:rPr>
                        <a:t>Fast resolution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4008337398"/>
                  </a:ext>
                </a:extLst>
              </a:tr>
            </a:tbl>
          </a:graphicData>
        </a:graphic>
      </p:graphicFrame>
    </p:spTree>
    <p:extLst>
      <p:ext uri="{BB962C8B-B14F-4D97-AF65-F5344CB8AC3E}">
        <p14:creationId xmlns:p14="http://schemas.microsoft.com/office/powerpoint/2010/main" val="3108801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7CACB-8D41-E6DA-5D11-4B322407912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05ECD26-14C0-A1B8-2EFB-D682F3B026DD}"/>
              </a:ext>
            </a:extLst>
          </p:cNvPr>
          <p:cNvSpPr txBox="1"/>
          <p:nvPr/>
        </p:nvSpPr>
        <p:spPr>
          <a:xfrm>
            <a:off x="-692" y="158992"/>
            <a:ext cx="6127865" cy="523220"/>
          </a:xfrm>
          <a:prstGeom prst="rect">
            <a:avLst/>
          </a:prstGeom>
          <a:solidFill>
            <a:srgbClr val="2A75B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IN" sz="2800" b="1" dirty="0">
                <a:latin typeface="Aptos" panose="020B0004020202020204" pitchFamily="34" charset="0"/>
              </a:rPr>
              <a:t>Why Resilience Builds Confidence</a:t>
            </a:r>
          </a:p>
        </p:txBody>
      </p:sp>
      <p:sp>
        <p:nvSpPr>
          <p:cNvPr id="3" name="TextBox 2">
            <a:extLst>
              <a:ext uri="{FF2B5EF4-FFF2-40B4-BE49-F238E27FC236}">
                <a16:creationId xmlns:a16="http://schemas.microsoft.com/office/drawing/2014/main" id="{CF93EA30-BB8A-B7E1-F5A6-35B56BEA0B26}"/>
              </a:ext>
            </a:extLst>
          </p:cNvPr>
          <p:cNvSpPr txBox="1"/>
          <p:nvPr/>
        </p:nvSpPr>
        <p:spPr>
          <a:xfrm>
            <a:off x="838200" y="1038344"/>
            <a:ext cx="10515600" cy="461665"/>
          </a:xfrm>
          <a:prstGeom prst="rect">
            <a:avLst/>
          </a:prstGeom>
          <a:noFill/>
        </p:spPr>
        <p:txBody>
          <a:bodyPr wrap="square">
            <a:spAutoFit/>
          </a:bodyPr>
          <a:lstStyle/>
          <a:p>
            <a:pPr>
              <a:buNone/>
            </a:pPr>
            <a:r>
              <a:rPr lang="en-US" sz="2400" b="1" dirty="0">
                <a:latin typeface="Aptos" panose="020B0004020202020204" pitchFamily="34" charset="0"/>
              </a:rPr>
              <a:t>Good Failure Handling Increases Trust.</a:t>
            </a:r>
            <a:endParaRPr lang="en-US" sz="2400" dirty="0">
              <a:latin typeface="Aptos" panose="020B0004020202020204" pitchFamily="34" charset="0"/>
            </a:endParaRPr>
          </a:p>
        </p:txBody>
      </p:sp>
      <p:sp>
        <p:nvSpPr>
          <p:cNvPr id="6" name="TextBox 5">
            <a:extLst>
              <a:ext uri="{FF2B5EF4-FFF2-40B4-BE49-F238E27FC236}">
                <a16:creationId xmlns:a16="http://schemas.microsoft.com/office/drawing/2014/main" id="{20BA8E17-3447-9690-ADCB-0835D60DD929}"/>
              </a:ext>
            </a:extLst>
          </p:cNvPr>
          <p:cNvSpPr txBox="1"/>
          <p:nvPr/>
        </p:nvSpPr>
        <p:spPr>
          <a:xfrm>
            <a:off x="838200" y="5898909"/>
            <a:ext cx="10515600" cy="461665"/>
          </a:xfrm>
          <a:prstGeom prst="rect">
            <a:avLst/>
          </a:prstGeom>
          <a:noFill/>
        </p:spPr>
        <p:txBody>
          <a:bodyPr wrap="square">
            <a:spAutoFit/>
          </a:bodyPr>
          <a:lstStyle/>
          <a:p>
            <a:pPr algn="ctr">
              <a:buNone/>
            </a:pPr>
            <a:r>
              <a:rPr lang="en-US" sz="2400" b="1" dirty="0">
                <a:solidFill>
                  <a:srgbClr val="00B0F0"/>
                </a:solidFill>
                <a:latin typeface="Aptos" panose="020B0004020202020204" pitchFamily="34" charset="0"/>
              </a:rPr>
              <a:t>When systems handle failure well, they are ready to scale</a:t>
            </a:r>
          </a:p>
        </p:txBody>
      </p:sp>
      <p:pic>
        <p:nvPicPr>
          <p:cNvPr id="16386" name="Picture 2" descr="Troubleshooting ">
            <a:extLst>
              <a:ext uri="{FF2B5EF4-FFF2-40B4-BE49-F238E27FC236}">
                <a16:creationId xmlns:a16="http://schemas.microsoft.com/office/drawing/2014/main" id="{207F3226-7CDB-3D8C-D8DE-B1C57FC542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3471" y="2316480"/>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16388" name="Picture 4" descr="Response ">
            <a:extLst>
              <a:ext uri="{FF2B5EF4-FFF2-40B4-BE49-F238E27FC236}">
                <a16:creationId xmlns:a16="http://schemas.microsoft.com/office/drawing/2014/main" id="{E07C5390-4112-BCD6-F519-480A0F28ED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0955" y="2419350"/>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16390" name="Picture 6" descr="Speech bubble ">
            <a:extLst>
              <a:ext uri="{FF2B5EF4-FFF2-40B4-BE49-F238E27FC236}">
                <a16:creationId xmlns:a16="http://schemas.microsoft.com/office/drawing/2014/main" id="{A5399DF2-DCD8-4A8E-F9C0-ECF312D413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89409" y="2339340"/>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16394" name="Picture 10" descr="Confidence ">
            <a:extLst>
              <a:ext uri="{FF2B5EF4-FFF2-40B4-BE49-F238E27FC236}">
                <a16:creationId xmlns:a16="http://schemas.microsoft.com/office/drawing/2014/main" id="{4F1D3672-9CCE-B7A2-D581-9F4B08A41E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40274" y="2403872"/>
            <a:ext cx="1219200" cy="12192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D5760F6-8C42-F3D4-929F-4D44306B3968}"/>
              </a:ext>
            </a:extLst>
          </p:cNvPr>
          <p:cNvSpPr txBox="1"/>
          <p:nvPr/>
        </p:nvSpPr>
        <p:spPr>
          <a:xfrm>
            <a:off x="1192531" y="3675706"/>
            <a:ext cx="1120140" cy="369332"/>
          </a:xfrm>
          <a:prstGeom prst="rect">
            <a:avLst/>
          </a:prstGeom>
          <a:noFill/>
        </p:spPr>
        <p:txBody>
          <a:bodyPr wrap="square">
            <a:spAutoFit/>
          </a:bodyPr>
          <a:lstStyle/>
          <a:p>
            <a:r>
              <a:rPr lang="en-IN" b="1" dirty="0">
                <a:latin typeface="Aptos" panose="020B0004020202020204" pitchFamily="34" charset="0"/>
              </a:rPr>
              <a:t>Problem</a:t>
            </a:r>
            <a:endParaRPr lang="en-IN" dirty="0"/>
          </a:p>
        </p:txBody>
      </p:sp>
      <p:sp>
        <p:nvSpPr>
          <p:cNvPr id="12" name="TextBox 11">
            <a:extLst>
              <a:ext uri="{FF2B5EF4-FFF2-40B4-BE49-F238E27FC236}">
                <a16:creationId xmlns:a16="http://schemas.microsoft.com/office/drawing/2014/main" id="{1199E2B2-F306-AEE9-D8B2-674B46CC9B69}"/>
              </a:ext>
            </a:extLst>
          </p:cNvPr>
          <p:cNvSpPr txBox="1"/>
          <p:nvPr/>
        </p:nvSpPr>
        <p:spPr>
          <a:xfrm>
            <a:off x="3656649" y="3638550"/>
            <a:ext cx="1837372" cy="369332"/>
          </a:xfrm>
          <a:prstGeom prst="rect">
            <a:avLst/>
          </a:prstGeom>
          <a:noFill/>
        </p:spPr>
        <p:txBody>
          <a:bodyPr wrap="square">
            <a:spAutoFit/>
          </a:bodyPr>
          <a:lstStyle/>
          <a:p>
            <a:r>
              <a:rPr lang="en-IN" b="1" dirty="0">
                <a:latin typeface="Aptos" panose="020B0004020202020204" pitchFamily="34" charset="0"/>
              </a:rPr>
              <a:t>Calm response </a:t>
            </a:r>
            <a:endParaRPr lang="en-IN" dirty="0"/>
          </a:p>
        </p:txBody>
      </p:sp>
      <p:sp>
        <p:nvSpPr>
          <p:cNvPr id="14" name="TextBox 13">
            <a:extLst>
              <a:ext uri="{FF2B5EF4-FFF2-40B4-BE49-F238E27FC236}">
                <a16:creationId xmlns:a16="http://schemas.microsoft.com/office/drawing/2014/main" id="{BCA310AE-D2A2-81C8-D8FA-84173A1C21BE}"/>
              </a:ext>
            </a:extLst>
          </p:cNvPr>
          <p:cNvSpPr txBox="1"/>
          <p:nvPr/>
        </p:nvSpPr>
        <p:spPr>
          <a:xfrm>
            <a:off x="6265544" y="3623072"/>
            <a:ext cx="2803207" cy="369332"/>
          </a:xfrm>
          <a:prstGeom prst="rect">
            <a:avLst/>
          </a:prstGeom>
          <a:noFill/>
        </p:spPr>
        <p:txBody>
          <a:bodyPr wrap="square">
            <a:spAutoFit/>
          </a:bodyPr>
          <a:lstStyle/>
          <a:p>
            <a:r>
              <a:rPr lang="en-IN" b="1" dirty="0">
                <a:latin typeface="Aptos" panose="020B0004020202020204" pitchFamily="34" charset="0"/>
              </a:rPr>
              <a:t>   Clear communication </a:t>
            </a:r>
            <a:endParaRPr lang="en-IN" dirty="0"/>
          </a:p>
        </p:txBody>
      </p:sp>
      <p:sp>
        <p:nvSpPr>
          <p:cNvPr id="16" name="TextBox 15">
            <a:extLst>
              <a:ext uri="{FF2B5EF4-FFF2-40B4-BE49-F238E27FC236}">
                <a16:creationId xmlns:a16="http://schemas.microsoft.com/office/drawing/2014/main" id="{1090FE87-3585-EB03-FCBB-1F86D12B35CA}"/>
              </a:ext>
            </a:extLst>
          </p:cNvPr>
          <p:cNvSpPr txBox="1"/>
          <p:nvPr/>
        </p:nvSpPr>
        <p:spPr>
          <a:xfrm>
            <a:off x="9512617" y="3705938"/>
            <a:ext cx="2403157" cy="369331"/>
          </a:xfrm>
          <a:prstGeom prst="rect">
            <a:avLst/>
          </a:prstGeom>
          <a:noFill/>
        </p:spPr>
        <p:txBody>
          <a:bodyPr wrap="square">
            <a:spAutoFit/>
          </a:bodyPr>
          <a:lstStyle/>
          <a:p>
            <a:r>
              <a:rPr lang="en-IN" b="1" dirty="0">
                <a:latin typeface="Aptos" panose="020B0004020202020204" pitchFamily="34" charset="0"/>
              </a:rPr>
              <a:t>User confidence</a:t>
            </a:r>
            <a:endParaRPr lang="en-IN" dirty="0"/>
          </a:p>
        </p:txBody>
      </p:sp>
      <p:cxnSp>
        <p:nvCxnSpPr>
          <p:cNvPr id="17" name="Straight Arrow Connector 16">
            <a:extLst>
              <a:ext uri="{FF2B5EF4-FFF2-40B4-BE49-F238E27FC236}">
                <a16:creationId xmlns:a16="http://schemas.microsoft.com/office/drawing/2014/main" id="{6E990F14-064C-9589-56B7-938432FC0B08}"/>
              </a:ext>
            </a:extLst>
          </p:cNvPr>
          <p:cNvCxnSpPr/>
          <p:nvPr/>
        </p:nvCxnSpPr>
        <p:spPr>
          <a:xfrm>
            <a:off x="2528888" y="3028950"/>
            <a:ext cx="1085850" cy="0"/>
          </a:xfrm>
          <a:prstGeom prst="straightConnector1">
            <a:avLst/>
          </a:prstGeom>
          <a:ln w="38100">
            <a:solidFill>
              <a:srgbClr val="525556"/>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CBBED18-287E-C50D-A1E9-AF32913AA039}"/>
              </a:ext>
            </a:extLst>
          </p:cNvPr>
          <p:cNvCxnSpPr/>
          <p:nvPr/>
        </p:nvCxnSpPr>
        <p:spPr>
          <a:xfrm>
            <a:off x="5275898" y="3028950"/>
            <a:ext cx="1085850" cy="0"/>
          </a:xfrm>
          <a:prstGeom prst="straightConnector1">
            <a:avLst/>
          </a:prstGeom>
          <a:ln w="38100">
            <a:solidFill>
              <a:srgbClr val="525556"/>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AC2FE04-EBE0-ACED-3EDB-B0AC32C8DC4F}"/>
              </a:ext>
            </a:extLst>
          </p:cNvPr>
          <p:cNvCxnSpPr/>
          <p:nvPr/>
        </p:nvCxnSpPr>
        <p:spPr>
          <a:xfrm>
            <a:off x="8262938" y="3028950"/>
            <a:ext cx="1085850" cy="0"/>
          </a:xfrm>
          <a:prstGeom prst="straightConnector1">
            <a:avLst/>
          </a:prstGeom>
          <a:ln w="38100">
            <a:solidFill>
              <a:srgbClr val="525556"/>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A9BD105-7F50-0AA4-33FA-A3F0BC24863F}"/>
              </a:ext>
            </a:extLst>
          </p:cNvPr>
          <p:cNvSpPr txBox="1"/>
          <p:nvPr/>
        </p:nvSpPr>
        <p:spPr>
          <a:xfrm>
            <a:off x="3063241" y="4643399"/>
            <a:ext cx="7052310" cy="707886"/>
          </a:xfrm>
          <a:prstGeom prst="rect">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r>
              <a:rPr lang="en-US" sz="2000" dirty="0">
                <a:latin typeface="Aptos" panose="020B0004020202020204" pitchFamily="34" charset="0"/>
              </a:rPr>
              <a:t>When users see that the system handles problems well -  They trust it more, not less.</a:t>
            </a:r>
            <a:endParaRPr lang="en-IN" sz="2000" dirty="0">
              <a:latin typeface="Aptos" panose="020B0004020202020204" pitchFamily="34" charset="0"/>
            </a:endParaRPr>
          </a:p>
        </p:txBody>
      </p:sp>
    </p:spTree>
    <p:extLst>
      <p:ext uri="{BB962C8B-B14F-4D97-AF65-F5344CB8AC3E}">
        <p14:creationId xmlns:p14="http://schemas.microsoft.com/office/powerpoint/2010/main" val="295502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6EA46FEB-A716-2DBA-BD4C-4F1AFFA62D2A}"/>
              </a:ext>
            </a:extLst>
          </p:cNvPr>
          <p:cNvPicPr>
            <a:picLocks noGrp="1" noChangeAspect="1"/>
          </p:cNvPicPr>
          <p:nvPr>
            <p:ph idx="1"/>
          </p:nvPr>
        </p:nvPicPr>
        <p:blipFill>
          <a:blip r:embed="rId2"/>
          <a:stretch>
            <a:fillRect/>
          </a:stretch>
        </p:blipFill>
        <p:spPr>
          <a:xfrm>
            <a:off x="1554321" y="2671435"/>
            <a:ext cx="1703229" cy="1703229"/>
          </a:xfrm>
          <a:prstGeom prst="rect">
            <a:avLst/>
          </a:prstGeom>
        </p:spPr>
      </p:pic>
      <p:sp>
        <p:nvSpPr>
          <p:cNvPr id="4" name="TextBox 3">
            <a:extLst>
              <a:ext uri="{FF2B5EF4-FFF2-40B4-BE49-F238E27FC236}">
                <a16:creationId xmlns:a16="http://schemas.microsoft.com/office/drawing/2014/main" id="{B4C26494-0C46-1746-2FF6-0F707992884D}"/>
              </a:ext>
            </a:extLst>
          </p:cNvPr>
          <p:cNvSpPr txBox="1"/>
          <p:nvPr/>
        </p:nvSpPr>
        <p:spPr>
          <a:xfrm>
            <a:off x="0" y="878003"/>
            <a:ext cx="6096000" cy="523220"/>
          </a:xfrm>
          <a:prstGeom prst="rect">
            <a:avLst/>
          </a:prstGeom>
          <a:solidFill>
            <a:srgbClr val="2A75B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IN" sz="2800" b="1" dirty="0">
                <a:latin typeface="Aptos" panose="020B0004020202020204" pitchFamily="34" charset="0"/>
              </a:rPr>
              <a:t>Why Teams Create Inconsistency</a:t>
            </a:r>
          </a:p>
        </p:txBody>
      </p:sp>
      <p:sp>
        <p:nvSpPr>
          <p:cNvPr id="6" name="TextBox 5">
            <a:extLst>
              <a:ext uri="{FF2B5EF4-FFF2-40B4-BE49-F238E27FC236}">
                <a16:creationId xmlns:a16="http://schemas.microsoft.com/office/drawing/2014/main" id="{67A65BA4-AFAD-1550-7C16-A5C2D8ECD30A}"/>
              </a:ext>
            </a:extLst>
          </p:cNvPr>
          <p:cNvSpPr txBox="1"/>
          <p:nvPr/>
        </p:nvSpPr>
        <p:spPr>
          <a:xfrm>
            <a:off x="545782" y="1802250"/>
            <a:ext cx="10430827" cy="461665"/>
          </a:xfrm>
          <a:prstGeom prst="rect">
            <a:avLst/>
          </a:prstGeom>
          <a:noFill/>
        </p:spPr>
        <p:txBody>
          <a:bodyPr wrap="square">
            <a:spAutoFit/>
          </a:bodyPr>
          <a:lstStyle/>
          <a:p>
            <a:pPr>
              <a:buNone/>
            </a:pPr>
            <a:r>
              <a:rPr lang="en-US" sz="2400" b="1" dirty="0">
                <a:latin typeface="Aptos" panose="020B0004020202020204" pitchFamily="34" charset="0"/>
              </a:rPr>
              <a:t>Inconsistency Comes from People, Not the Model.</a:t>
            </a:r>
            <a:endParaRPr lang="en-US" sz="2400" dirty="0">
              <a:latin typeface="Aptos" panose="020B0004020202020204" pitchFamily="34" charset="0"/>
            </a:endParaRPr>
          </a:p>
        </p:txBody>
      </p:sp>
      <p:sp>
        <p:nvSpPr>
          <p:cNvPr id="8" name="TextBox 7">
            <a:extLst>
              <a:ext uri="{FF2B5EF4-FFF2-40B4-BE49-F238E27FC236}">
                <a16:creationId xmlns:a16="http://schemas.microsoft.com/office/drawing/2014/main" id="{918AE35F-7A28-F12D-1C1E-0C768DBCB18C}"/>
              </a:ext>
            </a:extLst>
          </p:cNvPr>
          <p:cNvSpPr txBox="1"/>
          <p:nvPr/>
        </p:nvSpPr>
        <p:spPr>
          <a:xfrm>
            <a:off x="838200" y="6210120"/>
            <a:ext cx="10671810" cy="461665"/>
          </a:xfrm>
          <a:prstGeom prst="rect">
            <a:avLst/>
          </a:prstGeom>
          <a:noFill/>
        </p:spPr>
        <p:txBody>
          <a:bodyPr wrap="square">
            <a:spAutoFit/>
          </a:bodyPr>
          <a:lstStyle/>
          <a:p>
            <a:pPr algn="ctr">
              <a:buNone/>
            </a:pPr>
            <a:r>
              <a:rPr lang="en-US" sz="2400" b="1" dirty="0">
                <a:solidFill>
                  <a:srgbClr val="00B0F0"/>
                </a:solidFill>
                <a:latin typeface="Aptos" panose="020B0004020202020204" pitchFamily="34" charset="0"/>
              </a:rPr>
              <a:t>This is a management problem, not an AI problem.</a:t>
            </a:r>
          </a:p>
        </p:txBody>
      </p:sp>
      <p:cxnSp>
        <p:nvCxnSpPr>
          <p:cNvPr id="11" name="Straight Arrow Connector 10">
            <a:extLst>
              <a:ext uri="{FF2B5EF4-FFF2-40B4-BE49-F238E27FC236}">
                <a16:creationId xmlns:a16="http://schemas.microsoft.com/office/drawing/2014/main" id="{9E13C3C6-C43C-0D35-BFE7-9986F4A6F3DD}"/>
              </a:ext>
            </a:extLst>
          </p:cNvPr>
          <p:cNvCxnSpPr>
            <a:cxnSpLocks/>
          </p:cNvCxnSpPr>
          <p:nvPr/>
        </p:nvCxnSpPr>
        <p:spPr>
          <a:xfrm>
            <a:off x="3911918" y="3429000"/>
            <a:ext cx="1085850" cy="0"/>
          </a:xfrm>
          <a:prstGeom prst="straightConnector1">
            <a:avLst/>
          </a:prstGeom>
          <a:ln w="38100">
            <a:solidFill>
              <a:srgbClr val="525556"/>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14F7DAA-AB58-B1DF-00BE-27E891133457}"/>
              </a:ext>
            </a:extLst>
          </p:cNvPr>
          <p:cNvSpPr txBox="1"/>
          <p:nvPr/>
        </p:nvSpPr>
        <p:spPr>
          <a:xfrm>
            <a:off x="3106103" y="4234536"/>
            <a:ext cx="2697479" cy="1477328"/>
          </a:xfrm>
          <a:prstGeom prst="rect">
            <a:avLst/>
          </a:prstGeom>
          <a:solidFill>
            <a:srgbClr val="D1FAE5"/>
          </a:solidFill>
        </p:spPr>
        <p:style>
          <a:lnRef idx="2">
            <a:schemeClr val="dk1"/>
          </a:lnRef>
          <a:fillRef idx="1">
            <a:schemeClr val="lt1"/>
          </a:fillRef>
          <a:effectRef idx="0">
            <a:schemeClr val="dk1"/>
          </a:effectRef>
          <a:fontRef idx="minor">
            <a:schemeClr val="dk1"/>
          </a:fontRef>
        </p:style>
        <p:txBody>
          <a:bodyPr wrap="square">
            <a:spAutoFit/>
          </a:bodyPr>
          <a:lstStyle/>
          <a:p>
            <a:r>
              <a:rPr lang="en-IN" dirty="0">
                <a:latin typeface="Aptos" panose="020B0004020202020204" pitchFamily="34" charset="0"/>
              </a:rPr>
              <a:t>Ask differently</a:t>
            </a:r>
          </a:p>
          <a:p>
            <a:endParaRPr lang="en-IN" dirty="0">
              <a:latin typeface="Aptos" panose="020B0004020202020204" pitchFamily="34" charset="0"/>
            </a:endParaRPr>
          </a:p>
          <a:p>
            <a:r>
              <a:rPr lang="en-IN" dirty="0">
                <a:latin typeface="Aptos" panose="020B0004020202020204" pitchFamily="34" charset="0"/>
              </a:rPr>
              <a:t>Expect different tone</a:t>
            </a:r>
          </a:p>
          <a:p>
            <a:endParaRPr lang="en-IN" dirty="0">
              <a:latin typeface="Aptos" panose="020B0004020202020204" pitchFamily="34" charset="0"/>
            </a:endParaRPr>
          </a:p>
          <a:p>
            <a:r>
              <a:rPr lang="en-IN" dirty="0">
                <a:latin typeface="Aptos" panose="020B0004020202020204" pitchFamily="34" charset="0"/>
              </a:rPr>
              <a:t>Use AI for different goals</a:t>
            </a:r>
          </a:p>
        </p:txBody>
      </p:sp>
      <p:sp>
        <p:nvSpPr>
          <p:cNvPr id="18" name="TextBox 17">
            <a:extLst>
              <a:ext uri="{FF2B5EF4-FFF2-40B4-BE49-F238E27FC236}">
                <a16:creationId xmlns:a16="http://schemas.microsoft.com/office/drawing/2014/main" id="{5E8C3991-D5D0-C384-3838-A4A5B115B3DA}"/>
              </a:ext>
            </a:extLst>
          </p:cNvPr>
          <p:cNvSpPr txBox="1"/>
          <p:nvPr/>
        </p:nvSpPr>
        <p:spPr>
          <a:xfrm>
            <a:off x="8207692" y="4575997"/>
            <a:ext cx="2215515" cy="923330"/>
          </a:xfrm>
          <a:prstGeom prst="rect">
            <a:avLst/>
          </a:prstGeom>
          <a:solidFill>
            <a:schemeClr val="accent4">
              <a:lumMod val="60000"/>
              <a:lumOff val="40000"/>
            </a:schemeClr>
          </a:solidFill>
        </p:spPr>
        <p:style>
          <a:lnRef idx="2">
            <a:schemeClr val="dk1"/>
          </a:lnRef>
          <a:fillRef idx="1">
            <a:schemeClr val="lt1"/>
          </a:fillRef>
          <a:effectRef idx="0">
            <a:schemeClr val="dk1"/>
          </a:effectRef>
          <a:fontRef idx="minor">
            <a:schemeClr val="dk1"/>
          </a:fontRef>
        </p:style>
        <p:txBody>
          <a:bodyPr wrap="square">
            <a:spAutoFit/>
          </a:bodyPr>
          <a:lstStyle/>
          <a:p>
            <a:r>
              <a:rPr lang="en-IN" dirty="0">
                <a:latin typeface="Aptos" panose="020B0004020202020204" pitchFamily="34" charset="0"/>
              </a:rPr>
              <a:t>Unstable </a:t>
            </a:r>
            <a:r>
              <a:rPr lang="en-IN" dirty="0" err="1">
                <a:latin typeface="Aptos" panose="020B0004020202020204" pitchFamily="34" charset="0"/>
              </a:rPr>
              <a:t>behavior</a:t>
            </a:r>
            <a:endParaRPr lang="en-IN" dirty="0">
              <a:latin typeface="Aptos" panose="020B0004020202020204" pitchFamily="34" charset="0"/>
            </a:endParaRPr>
          </a:p>
          <a:p>
            <a:endParaRPr lang="en-IN" dirty="0">
              <a:latin typeface="Aptos" panose="020B0004020202020204" pitchFamily="34" charset="0"/>
            </a:endParaRPr>
          </a:p>
          <a:p>
            <a:r>
              <a:rPr lang="en-IN" dirty="0">
                <a:latin typeface="Aptos" panose="020B0004020202020204" pitchFamily="34" charset="0"/>
              </a:rPr>
              <a:t>Unreliable answers</a:t>
            </a:r>
          </a:p>
        </p:txBody>
      </p:sp>
      <p:pic>
        <p:nvPicPr>
          <p:cNvPr id="20" name="Picture 19">
            <a:extLst>
              <a:ext uri="{FF2B5EF4-FFF2-40B4-BE49-F238E27FC236}">
                <a16:creationId xmlns:a16="http://schemas.microsoft.com/office/drawing/2014/main" id="{CBE9B2D1-7D57-A182-4E90-5D95FC00A435}"/>
              </a:ext>
            </a:extLst>
          </p:cNvPr>
          <p:cNvPicPr>
            <a:picLocks noChangeAspect="1"/>
          </p:cNvPicPr>
          <p:nvPr/>
        </p:nvPicPr>
        <p:blipFill>
          <a:blip r:embed="rId3"/>
          <a:stretch>
            <a:fillRect/>
          </a:stretch>
        </p:blipFill>
        <p:spPr>
          <a:xfrm>
            <a:off x="5561187" y="2905616"/>
            <a:ext cx="1046767" cy="1046767"/>
          </a:xfrm>
          <a:prstGeom prst="rect">
            <a:avLst/>
          </a:prstGeom>
        </p:spPr>
      </p:pic>
      <p:pic>
        <p:nvPicPr>
          <p:cNvPr id="22" name="Picture 21">
            <a:extLst>
              <a:ext uri="{FF2B5EF4-FFF2-40B4-BE49-F238E27FC236}">
                <a16:creationId xmlns:a16="http://schemas.microsoft.com/office/drawing/2014/main" id="{35B1540B-30BB-6B57-7927-4BBDF4DDCD22}"/>
              </a:ext>
            </a:extLst>
          </p:cNvPr>
          <p:cNvPicPr>
            <a:picLocks noChangeAspect="1"/>
          </p:cNvPicPr>
          <p:nvPr/>
        </p:nvPicPr>
        <p:blipFill>
          <a:blip r:embed="rId4"/>
          <a:stretch>
            <a:fillRect/>
          </a:stretch>
        </p:blipFill>
        <p:spPr>
          <a:xfrm>
            <a:off x="10334954" y="3053832"/>
            <a:ext cx="923330" cy="923330"/>
          </a:xfrm>
          <a:prstGeom prst="rect">
            <a:avLst/>
          </a:prstGeom>
        </p:spPr>
      </p:pic>
      <p:cxnSp>
        <p:nvCxnSpPr>
          <p:cNvPr id="23" name="Straight Arrow Connector 22">
            <a:extLst>
              <a:ext uri="{FF2B5EF4-FFF2-40B4-BE49-F238E27FC236}">
                <a16:creationId xmlns:a16="http://schemas.microsoft.com/office/drawing/2014/main" id="{AD2D24EF-65A1-524F-E684-E972480030D4}"/>
              </a:ext>
            </a:extLst>
          </p:cNvPr>
          <p:cNvCxnSpPr>
            <a:cxnSpLocks/>
          </p:cNvCxnSpPr>
          <p:nvPr/>
        </p:nvCxnSpPr>
        <p:spPr>
          <a:xfrm>
            <a:off x="6892293" y="3428999"/>
            <a:ext cx="1085850" cy="0"/>
          </a:xfrm>
          <a:prstGeom prst="straightConnector1">
            <a:avLst/>
          </a:prstGeom>
          <a:ln w="38100">
            <a:solidFill>
              <a:srgbClr val="525556"/>
            </a:solidFill>
            <a:tailEnd type="triangle"/>
          </a:ln>
        </p:spPr>
        <p:style>
          <a:lnRef idx="1">
            <a:schemeClr val="accent1"/>
          </a:lnRef>
          <a:fillRef idx="0">
            <a:schemeClr val="accent1"/>
          </a:fillRef>
          <a:effectRef idx="0">
            <a:schemeClr val="accent1"/>
          </a:effectRef>
          <a:fontRef idx="minor">
            <a:schemeClr val="tx1"/>
          </a:fontRef>
        </p:style>
      </p:cxnSp>
      <p:pic>
        <p:nvPicPr>
          <p:cNvPr id="24" name="Content Placeholder 9">
            <a:extLst>
              <a:ext uri="{FF2B5EF4-FFF2-40B4-BE49-F238E27FC236}">
                <a16:creationId xmlns:a16="http://schemas.microsoft.com/office/drawing/2014/main" id="{DC4436F9-FD6F-55BB-2D8A-1D5D87C05A28}"/>
              </a:ext>
            </a:extLst>
          </p:cNvPr>
          <p:cNvPicPr>
            <a:picLocks noChangeAspect="1"/>
          </p:cNvPicPr>
          <p:nvPr/>
        </p:nvPicPr>
        <p:blipFill>
          <a:blip r:embed="rId2"/>
          <a:stretch>
            <a:fillRect/>
          </a:stretch>
        </p:blipFill>
        <p:spPr>
          <a:xfrm>
            <a:off x="8463836" y="2671435"/>
            <a:ext cx="1703229" cy="1703229"/>
          </a:xfrm>
          <a:prstGeom prst="rect">
            <a:avLst/>
          </a:prstGeom>
        </p:spPr>
      </p:pic>
      <p:pic>
        <p:nvPicPr>
          <p:cNvPr id="26628" name="Picture 4" descr="Lightbulb ">
            <a:extLst>
              <a:ext uri="{FF2B5EF4-FFF2-40B4-BE49-F238E27FC236}">
                <a16:creationId xmlns:a16="http://schemas.microsoft.com/office/drawing/2014/main" id="{8F79053F-F785-133E-7BC0-CF9720C4A57E}"/>
              </a:ext>
            </a:extLst>
          </p:cNvPr>
          <p:cNvPicPr>
            <a:picLocks noChangeAspect="1" noChangeArrowheads="1"/>
          </p:cNvPicPr>
          <p:nvPr/>
        </p:nvPicPr>
        <p:blipFill>
          <a:blip r:embed="rId5">
            <a:alphaModFix amt="35000"/>
            <a:extLst>
              <a:ext uri="{28A0092B-C50C-407E-A947-70E740481C1C}">
                <a14:useLocalDpi xmlns:a14="http://schemas.microsoft.com/office/drawing/2010/main" val="0"/>
              </a:ext>
            </a:extLst>
          </a:blip>
          <a:srcRect/>
          <a:stretch>
            <a:fillRect/>
          </a:stretch>
        </p:blipFill>
        <p:spPr bwMode="auto">
          <a:xfrm>
            <a:off x="8823963" y="2382683"/>
            <a:ext cx="491488" cy="491488"/>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a:extLst>
              <a:ext uri="{FF2B5EF4-FFF2-40B4-BE49-F238E27FC236}">
                <a16:creationId xmlns:a16="http://schemas.microsoft.com/office/drawing/2014/main" id="{168F52C9-5E58-FB40-53B6-B7171B2D5BCF}"/>
              </a:ext>
            </a:extLst>
          </p:cNvPr>
          <p:cNvPicPr>
            <a:picLocks noChangeAspect="1"/>
          </p:cNvPicPr>
          <p:nvPr/>
        </p:nvPicPr>
        <p:blipFill>
          <a:blip r:embed="rId6">
            <a:alphaModFix amt="50000"/>
          </a:blip>
          <a:stretch>
            <a:fillRect/>
          </a:stretch>
        </p:blipFill>
        <p:spPr>
          <a:xfrm>
            <a:off x="9743319" y="2420524"/>
            <a:ext cx="468000" cy="468000"/>
          </a:xfrm>
          <a:prstGeom prst="rect">
            <a:avLst/>
          </a:prstGeom>
        </p:spPr>
      </p:pic>
      <p:sp>
        <p:nvSpPr>
          <p:cNvPr id="2" name="TextBox 1">
            <a:extLst>
              <a:ext uri="{FF2B5EF4-FFF2-40B4-BE49-F238E27FC236}">
                <a16:creationId xmlns:a16="http://schemas.microsoft.com/office/drawing/2014/main" id="{6888D952-CD8D-E98B-545A-EDBEE305321E}"/>
              </a:ext>
            </a:extLst>
          </p:cNvPr>
          <p:cNvSpPr txBox="1"/>
          <p:nvPr/>
        </p:nvSpPr>
        <p:spPr>
          <a:xfrm>
            <a:off x="0" y="-24523"/>
            <a:ext cx="12192000" cy="646331"/>
          </a:xfrm>
          <a:prstGeom prst="rect">
            <a:avLst/>
          </a:prstGeom>
          <a:solidFill>
            <a:schemeClr val="accent2">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US" sz="3600" b="1" dirty="0"/>
              <a:t>Team Prompt Operations</a:t>
            </a:r>
          </a:p>
        </p:txBody>
      </p:sp>
    </p:spTree>
    <p:extLst>
      <p:ext uri="{BB962C8B-B14F-4D97-AF65-F5344CB8AC3E}">
        <p14:creationId xmlns:p14="http://schemas.microsoft.com/office/powerpoint/2010/main" val="452086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74009-6334-92C2-B149-E062A0C485D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819CD9F-8655-2BAC-0570-19E973BB2203}"/>
              </a:ext>
            </a:extLst>
          </p:cNvPr>
          <p:cNvSpPr txBox="1"/>
          <p:nvPr/>
        </p:nvSpPr>
        <p:spPr>
          <a:xfrm>
            <a:off x="838200" y="312760"/>
            <a:ext cx="6169429" cy="523220"/>
          </a:xfrm>
          <a:prstGeom prst="rect">
            <a:avLst/>
          </a:prstGeom>
          <a:solidFill>
            <a:srgbClr val="2A75B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US" sz="2800" b="1" dirty="0">
                <a:latin typeface="Aptos" panose="020B0004020202020204" pitchFamily="34" charset="0"/>
              </a:rPr>
              <a:t>What Is Team Prompt Management?</a:t>
            </a:r>
            <a:endParaRPr lang="en-IN" sz="2800" b="1" dirty="0">
              <a:latin typeface="Aptos" panose="020B0004020202020204" pitchFamily="34" charset="0"/>
            </a:endParaRPr>
          </a:p>
        </p:txBody>
      </p:sp>
      <p:sp>
        <p:nvSpPr>
          <p:cNvPr id="3" name="TextBox 2">
            <a:extLst>
              <a:ext uri="{FF2B5EF4-FFF2-40B4-BE49-F238E27FC236}">
                <a16:creationId xmlns:a16="http://schemas.microsoft.com/office/drawing/2014/main" id="{71DAE77C-D54F-B963-A675-4A16A806043B}"/>
              </a:ext>
            </a:extLst>
          </p:cNvPr>
          <p:cNvSpPr txBox="1"/>
          <p:nvPr/>
        </p:nvSpPr>
        <p:spPr>
          <a:xfrm>
            <a:off x="838200" y="1129784"/>
            <a:ext cx="10515600" cy="461665"/>
          </a:xfrm>
          <a:prstGeom prst="rect">
            <a:avLst/>
          </a:prstGeom>
          <a:noFill/>
        </p:spPr>
        <p:txBody>
          <a:bodyPr wrap="square">
            <a:spAutoFit/>
          </a:bodyPr>
          <a:lstStyle/>
          <a:p>
            <a:pPr>
              <a:buNone/>
            </a:pPr>
            <a:r>
              <a:rPr lang="en-US" sz="2400" b="1" dirty="0">
                <a:latin typeface="Aptos" panose="020B0004020202020204" pitchFamily="34" charset="0"/>
              </a:rPr>
              <a:t>Team Prompt Management Creates Stability</a:t>
            </a:r>
            <a:endParaRPr lang="en-US" sz="2400" dirty="0">
              <a:latin typeface="Aptos" panose="020B0004020202020204" pitchFamily="34" charset="0"/>
            </a:endParaRPr>
          </a:p>
        </p:txBody>
      </p:sp>
      <p:sp>
        <p:nvSpPr>
          <p:cNvPr id="6" name="TextBox 5">
            <a:extLst>
              <a:ext uri="{FF2B5EF4-FFF2-40B4-BE49-F238E27FC236}">
                <a16:creationId xmlns:a16="http://schemas.microsoft.com/office/drawing/2014/main" id="{6016201A-AD92-11DB-E77B-A5C72BD462F8}"/>
              </a:ext>
            </a:extLst>
          </p:cNvPr>
          <p:cNvSpPr txBox="1"/>
          <p:nvPr/>
        </p:nvSpPr>
        <p:spPr>
          <a:xfrm>
            <a:off x="838200" y="6175908"/>
            <a:ext cx="10515600" cy="461665"/>
          </a:xfrm>
          <a:prstGeom prst="rect">
            <a:avLst/>
          </a:prstGeom>
          <a:noFill/>
        </p:spPr>
        <p:txBody>
          <a:bodyPr wrap="square">
            <a:spAutoFit/>
          </a:bodyPr>
          <a:lstStyle/>
          <a:p>
            <a:pPr algn="ctr"/>
            <a:r>
              <a:rPr lang="en-IN" sz="2400" b="1" dirty="0">
                <a:solidFill>
                  <a:srgbClr val="00B0F0"/>
                </a:solidFill>
                <a:latin typeface="Aptos" panose="020B0004020202020204" pitchFamily="34" charset="0"/>
              </a:rPr>
              <a:t>Shared structure produces shared quality</a:t>
            </a:r>
          </a:p>
        </p:txBody>
      </p:sp>
      <p:graphicFrame>
        <p:nvGraphicFramePr>
          <p:cNvPr id="9" name="Diagram 8">
            <a:extLst>
              <a:ext uri="{FF2B5EF4-FFF2-40B4-BE49-F238E27FC236}">
                <a16:creationId xmlns:a16="http://schemas.microsoft.com/office/drawing/2014/main" id="{CAAD97FE-DF75-2D50-8AB1-DD318E4AE15D}"/>
              </a:ext>
            </a:extLst>
          </p:cNvPr>
          <p:cNvGraphicFramePr/>
          <p:nvPr/>
        </p:nvGraphicFramePr>
        <p:xfrm>
          <a:off x="838200" y="2828836"/>
          <a:ext cx="10515600" cy="19946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TextBox 10">
            <a:extLst>
              <a:ext uri="{FF2B5EF4-FFF2-40B4-BE49-F238E27FC236}">
                <a16:creationId xmlns:a16="http://schemas.microsoft.com/office/drawing/2014/main" id="{F3986C81-1558-A9C7-B3E6-D7666DD6C22C}"/>
              </a:ext>
            </a:extLst>
          </p:cNvPr>
          <p:cNvSpPr txBox="1"/>
          <p:nvPr/>
        </p:nvSpPr>
        <p:spPr>
          <a:xfrm>
            <a:off x="838200" y="2025476"/>
            <a:ext cx="8080057" cy="461665"/>
          </a:xfrm>
          <a:prstGeom prst="rect">
            <a:avLst/>
          </a:prstGeom>
          <a:noFill/>
        </p:spPr>
        <p:txBody>
          <a:bodyPr wrap="square">
            <a:spAutoFit/>
          </a:bodyPr>
          <a:lstStyle/>
          <a:p>
            <a:pPr lvl="0"/>
            <a:r>
              <a:rPr lang="en-US" sz="2400" dirty="0">
                <a:latin typeface="Aptos" panose="020B0004020202020204" pitchFamily="34" charset="0"/>
              </a:rPr>
              <a:t>Team prompt management means:</a:t>
            </a:r>
            <a:endParaRPr lang="en-IN" sz="2400" dirty="0">
              <a:latin typeface="Aptos" panose="020B0004020202020204" pitchFamily="34" charset="0"/>
            </a:endParaRPr>
          </a:p>
        </p:txBody>
      </p:sp>
    </p:spTree>
    <p:extLst>
      <p:ext uri="{BB962C8B-B14F-4D97-AF65-F5344CB8AC3E}">
        <p14:creationId xmlns:p14="http://schemas.microsoft.com/office/powerpoint/2010/main" val="887065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D0AA6-7067-8F00-B091-BA3BFB09DD9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493BAA4-9AFC-1904-CD66-167E305558C4}"/>
              </a:ext>
            </a:extLst>
          </p:cNvPr>
          <p:cNvSpPr txBox="1"/>
          <p:nvPr/>
        </p:nvSpPr>
        <p:spPr>
          <a:xfrm>
            <a:off x="838200" y="312760"/>
            <a:ext cx="6111240" cy="523220"/>
          </a:xfrm>
          <a:prstGeom prst="rect">
            <a:avLst/>
          </a:prstGeom>
          <a:solidFill>
            <a:srgbClr val="2A75B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US" sz="2800" b="1" dirty="0">
                <a:latin typeface="Aptos" panose="020B0004020202020204" pitchFamily="34" charset="0"/>
              </a:rPr>
              <a:t>Practices of Teams That Scale Well</a:t>
            </a:r>
            <a:endParaRPr lang="en-IN" sz="2800" b="1" dirty="0">
              <a:latin typeface="Aptos" panose="020B0004020202020204" pitchFamily="34" charset="0"/>
            </a:endParaRPr>
          </a:p>
        </p:txBody>
      </p:sp>
      <p:sp>
        <p:nvSpPr>
          <p:cNvPr id="3" name="TextBox 2">
            <a:extLst>
              <a:ext uri="{FF2B5EF4-FFF2-40B4-BE49-F238E27FC236}">
                <a16:creationId xmlns:a16="http://schemas.microsoft.com/office/drawing/2014/main" id="{C1FC3BB7-51DC-1187-40A4-5B6F58A94350}"/>
              </a:ext>
            </a:extLst>
          </p:cNvPr>
          <p:cNvSpPr txBox="1"/>
          <p:nvPr/>
        </p:nvSpPr>
        <p:spPr>
          <a:xfrm>
            <a:off x="838200" y="1061204"/>
            <a:ext cx="10515600" cy="461665"/>
          </a:xfrm>
          <a:prstGeom prst="rect">
            <a:avLst/>
          </a:prstGeom>
          <a:noFill/>
        </p:spPr>
        <p:txBody>
          <a:bodyPr wrap="square">
            <a:spAutoFit/>
          </a:bodyPr>
          <a:lstStyle/>
          <a:p>
            <a:pPr>
              <a:buNone/>
            </a:pPr>
            <a:r>
              <a:rPr lang="en-US" sz="2400" b="1" dirty="0">
                <a:latin typeface="Aptos" panose="020B0004020202020204" pitchFamily="34" charset="0"/>
              </a:rPr>
              <a:t>Good Teams Don’t Improvise — They Standardize.</a:t>
            </a:r>
            <a:endParaRPr lang="en-US" sz="2400" dirty="0">
              <a:latin typeface="Aptos" panose="020B0004020202020204" pitchFamily="34" charset="0"/>
            </a:endParaRPr>
          </a:p>
        </p:txBody>
      </p:sp>
      <p:sp>
        <p:nvSpPr>
          <p:cNvPr id="6" name="TextBox 5">
            <a:extLst>
              <a:ext uri="{FF2B5EF4-FFF2-40B4-BE49-F238E27FC236}">
                <a16:creationId xmlns:a16="http://schemas.microsoft.com/office/drawing/2014/main" id="{C2111AF4-C5CB-CB73-D958-A5B22E338157}"/>
              </a:ext>
            </a:extLst>
          </p:cNvPr>
          <p:cNvSpPr txBox="1"/>
          <p:nvPr/>
        </p:nvSpPr>
        <p:spPr>
          <a:xfrm>
            <a:off x="720090" y="6258460"/>
            <a:ext cx="10759440" cy="461665"/>
          </a:xfrm>
          <a:prstGeom prst="rect">
            <a:avLst/>
          </a:prstGeom>
          <a:noFill/>
        </p:spPr>
        <p:txBody>
          <a:bodyPr wrap="square">
            <a:spAutoFit/>
          </a:bodyPr>
          <a:lstStyle/>
          <a:p>
            <a:pPr algn="ctr"/>
            <a:r>
              <a:rPr lang="en-IN" sz="2400" b="1" dirty="0">
                <a:solidFill>
                  <a:srgbClr val="00B0F0"/>
                </a:solidFill>
                <a:latin typeface="Aptos" panose="020B0004020202020204" pitchFamily="34" charset="0"/>
              </a:rPr>
              <a:t>Consistency saves time, cost, and trust</a:t>
            </a:r>
          </a:p>
        </p:txBody>
      </p:sp>
      <p:graphicFrame>
        <p:nvGraphicFramePr>
          <p:cNvPr id="7" name="Table 6">
            <a:extLst>
              <a:ext uri="{FF2B5EF4-FFF2-40B4-BE49-F238E27FC236}">
                <a16:creationId xmlns:a16="http://schemas.microsoft.com/office/drawing/2014/main" id="{7CE3EC4F-497E-D7E4-ACB9-0F968BE94165}"/>
              </a:ext>
            </a:extLst>
          </p:cNvPr>
          <p:cNvGraphicFramePr>
            <a:graphicFrameLocks noGrp="1"/>
          </p:cNvGraphicFramePr>
          <p:nvPr/>
        </p:nvGraphicFramePr>
        <p:xfrm>
          <a:off x="746760" y="2050761"/>
          <a:ext cx="10607040" cy="3483600"/>
        </p:xfrm>
        <a:graphic>
          <a:graphicData uri="http://schemas.openxmlformats.org/drawingml/2006/table">
            <a:tbl>
              <a:tblPr>
                <a:tableStyleId>{D113A9D2-9D6B-4929-AA2D-F23B5EE8CBE7}</a:tableStyleId>
              </a:tblPr>
              <a:tblGrid>
                <a:gridCol w="5303520">
                  <a:extLst>
                    <a:ext uri="{9D8B030D-6E8A-4147-A177-3AD203B41FA5}">
                      <a16:colId xmlns:a16="http://schemas.microsoft.com/office/drawing/2014/main" val="3637736085"/>
                    </a:ext>
                  </a:extLst>
                </a:gridCol>
                <a:gridCol w="5303520">
                  <a:extLst>
                    <a:ext uri="{9D8B030D-6E8A-4147-A177-3AD203B41FA5}">
                      <a16:colId xmlns:a16="http://schemas.microsoft.com/office/drawing/2014/main" val="1241821703"/>
                    </a:ext>
                  </a:extLst>
                </a:gridCol>
              </a:tblGrid>
              <a:tr h="696720">
                <a:tc>
                  <a:txBody>
                    <a:bodyPr/>
                    <a:lstStyle/>
                    <a:p>
                      <a:pPr algn="ctr">
                        <a:buNone/>
                      </a:pPr>
                      <a:r>
                        <a:rPr lang="en-IN" sz="2400" b="1" dirty="0">
                          <a:solidFill>
                            <a:schemeClr val="tx1">
                              <a:lumMod val="95000"/>
                              <a:lumOff val="5000"/>
                            </a:schemeClr>
                          </a:solidFill>
                          <a:latin typeface="Aptos" panose="020B0004020202020204" pitchFamily="34" charset="0"/>
                        </a:rPr>
                        <a:t>Practice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buNone/>
                      </a:pPr>
                      <a:r>
                        <a:rPr lang="en-IN" sz="2400" b="1" dirty="0">
                          <a:solidFill>
                            <a:schemeClr val="tx1">
                              <a:lumMod val="95000"/>
                              <a:lumOff val="5000"/>
                            </a:schemeClr>
                          </a:solidFill>
                          <a:latin typeface="Aptos" panose="020B0004020202020204" pitchFamily="34" charset="0"/>
                        </a:rPr>
                        <a:t>Benefit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4153182228"/>
                  </a:ext>
                </a:extLst>
              </a:tr>
              <a:tr h="696720">
                <a:tc>
                  <a:txBody>
                    <a:bodyPr/>
                    <a:lstStyle/>
                    <a:p>
                      <a:pPr algn="ctr">
                        <a:buNone/>
                      </a:pPr>
                      <a:r>
                        <a:rPr lang="en-IN" sz="2400" dirty="0">
                          <a:solidFill>
                            <a:schemeClr val="bg1"/>
                          </a:solidFill>
                          <a:latin typeface="Aptos" panose="020B0004020202020204" pitchFamily="34" charset="0"/>
                        </a:rPr>
                        <a:t>Shared templates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buNone/>
                      </a:pPr>
                      <a:r>
                        <a:rPr lang="en-IN" sz="2400" dirty="0">
                          <a:solidFill>
                            <a:schemeClr val="bg1"/>
                          </a:solidFill>
                          <a:latin typeface="Aptos" panose="020B0004020202020204" pitchFamily="34" charset="0"/>
                        </a:rPr>
                        <a:t>Stable </a:t>
                      </a:r>
                      <a:r>
                        <a:rPr lang="en-IN" sz="2400" dirty="0" err="1">
                          <a:solidFill>
                            <a:schemeClr val="bg1"/>
                          </a:solidFill>
                          <a:latin typeface="Aptos" panose="020B0004020202020204" pitchFamily="34" charset="0"/>
                        </a:rPr>
                        <a:t>behavior</a:t>
                      </a:r>
                      <a:endParaRPr lang="en-IN" sz="2400" dirty="0">
                        <a:solidFill>
                          <a:schemeClr val="bg1"/>
                        </a:solidFill>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610579745"/>
                  </a:ext>
                </a:extLst>
              </a:tr>
              <a:tr h="696720">
                <a:tc>
                  <a:txBody>
                    <a:bodyPr/>
                    <a:lstStyle/>
                    <a:p>
                      <a:pPr algn="ctr">
                        <a:buNone/>
                      </a:pPr>
                      <a:r>
                        <a:rPr lang="en-IN" sz="2400" dirty="0">
                          <a:solidFill>
                            <a:schemeClr val="bg1"/>
                          </a:solidFill>
                          <a:latin typeface="Aptos" panose="020B0004020202020204" pitchFamily="34" charset="0"/>
                        </a:rPr>
                        <a:t>Prompt reuse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buNone/>
                      </a:pPr>
                      <a:r>
                        <a:rPr lang="en-IN" sz="2400" dirty="0">
                          <a:solidFill>
                            <a:schemeClr val="bg1"/>
                          </a:solidFill>
                          <a:latin typeface="Aptos" panose="020B0004020202020204" pitchFamily="34" charset="0"/>
                        </a:rPr>
                        <a:t>Faster 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022415502"/>
                  </a:ext>
                </a:extLst>
              </a:tr>
              <a:tr h="696720">
                <a:tc>
                  <a:txBody>
                    <a:bodyPr/>
                    <a:lstStyle/>
                    <a:p>
                      <a:pPr algn="ctr">
                        <a:buNone/>
                      </a:pPr>
                      <a:r>
                        <a:rPr lang="en-IN" sz="2400" dirty="0">
                          <a:solidFill>
                            <a:schemeClr val="bg1"/>
                          </a:solidFill>
                          <a:latin typeface="Aptos" panose="020B0004020202020204" pitchFamily="34" charset="0"/>
                        </a:rPr>
                        <a:t>Documentation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buNone/>
                      </a:pPr>
                      <a:r>
                        <a:rPr lang="en-IN" sz="2400" dirty="0">
                          <a:solidFill>
                            <a:schemeClr val="bg1"/>
                          </a:solidFill>
                          <a:latin typeface="Aptos" panose="020B0004020202020204" pitchFamily="34" charset="0"/>
                        </a:rPr>
                        <a:t>Knowledge retention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416838962"/>
                  </a:ext>
                </a:extLst>
              </a:tr>
              <a:tr h="696720">
                <a:tc>
                  <a:txBody>
                    <a:bodyPr/>
                    <a:lstStyle/>
                    <a:p>
                      <a:pPr algn="ctr">
                        <a:buNone/>
                      </a:pPr>
                      <a:r>
                        <a:rPr lang="en-IN" sz="2400" dirty="0">
                          <a:solidFill>
                            <a:schemeClr val="bg1"/>
                          </a:solidFill>
                          <a:latin typeface="Aptos" panose="020B0004020202020204" pitchFamily="34" charset="0"/>
                        </a:rPr>
                        <a:t>Team reviews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buNone/>
                      </a:pPr>
                      <a:r>
                        <a:rPr lang="en-IN" sz="2400" dirty="0">
                          <a:solidFill>
                            <a:schemeClr val="bg1"/>
                          </a:solidFill>
                          <a:latin typeface="Aptos" panose="020B0004020202020204" pitchFamily="34" charset="0"/>
                        </a:rPr>
                        <a:t>Fewer mistakes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4008337398"/>
                  </a:ext>
                </a:extLst>
              </a:tr>
            </a:tbl>
          </a:graphicData>
        </a:graphic>
      </p:graphicFrame>
    </p:spTree>
    <p:extLst>
      <p:ext uri="{BB962C8B-B14F-4D97-AF65-F5344CB8AC3E}">
        <p14:creationId xmlns:p14="http://schemas.microsoft.com/office/powerpoint/2010/main" val="1514851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D1449-E9C7-16AA-1F09-81805A9890D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7E8D9EC-F0AB-4165-6260-CBF9A94E152E}"/>
              </a:ext>
            </a:extLst>
          </p:cNvPr>
          <p:cNvSpPr txBox="1"/>
          <p:nvPr/>
        </p:nvSpPr>
        <p:spPr>
          <a:xfrm>
            <a:off x="838200" y="312760"/>
            <a:ext cx="6237622" cy="523220"/>
          </a:xfrm>
          <a:prstGeom prst="rect">
            <a:avLst/>
          </a:prstGeom>
          <a:solidFill>
            <a:srgbClr val="2A75B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US" sz="2800" b="1" dirty="0">
                <a:latin typeface="Aptos" panose="020B0004020202020204" pitchFamily="34" charset="0"/>
              </a:rPr>
              <a:t>WHY STRUCTURE MATTERS AT SCALE</a:t>
            </a:r>
            <a:endParaRPr lang="en-IN" sz="2800" b="1" dirty="0">
              <a:latin typeface="Aptos" panose="020B0004020202020204" pitchFamily="34" charset="0"/>
            </a:endParaRPr>
          </a:p>
        </p:txBody>
      </p:sp>
      <p:sp>
        <p:nvSpPr>
          <p:cNvPr id="13" name="TextBox 12">
            <a:extLst>
              <a:ext uri="{FF2B5EF4-FFF2-40B4-BE49-F238E27FC236}">
                <a16:creationId xmlns:a16="http://schemas.microsoft.com/office/drawing/2014/main" id="{11FDC452-B2B4-D2BB-5FFB-28BBCB87271D}"/>
              </a:ext>
            </a:extLst>
          </p:cNvPr>
          <p:cNvSpPr txBox="1"/>
          <p:nvPr/>
        </p:nvSpPr>
        <p:spPr>
          <a:xfrm>
            <a:off x="838200" y="984666"/>
            <a:ext cx="10515600" cy="830997"/>
          </a:xfrm>
          <a:prstGeom prst="rect">
            <a:avLst/>
          </a:prstGeom>
          <a:noFill/>
        </p:spPr>
        <p:txBody>
          <a:bodyPr wrap="square">
            <a:spAutoFit/>
          </a:bodyPr>
          <a:lstStyle/>
          <a:p>
            <a:r>
              <a:rPr lang="en-US" sz="2400" b="1" dirty="0">
                <a:latin typeface="Aptos" panose="020B0004020202020204" pitchFamily="34" charset="0"/>
              </a:rPr>
              <a:t>Structure Is What Keeps AI Reliable at Scale</a:t>
            </a:r>
            <a:endParaRPr lang="en-US" sz="2400" dirty="0">
              <a:latin typeface="Aptos" panose="020B0004020202020204" pitchFamily="34" charset="0"/>
            </a:endParaRPr>
          </a:p>
          <a:p>
            <a:pPr>
              <a:buNone/>
            </a:pPr>
            <a:endParaRPr lang="en-US" sz="2400" b="1" dirty="0">
              <a:latin typeface="Aptos" panose="020B0004020202020204" pitchFamily="34" charset="0"/>
            </a:endParaRPr>
          </a:p>
        </p:txBody>
      </p:sp>
      <p:sp>
        <p:nvSpPr>
          <p:cNvPr id="15" name="TextBox 14">
            <a:extLst>
              <a:ext uri="{FF2B5EF4-FFF2-40B4-BE49-F238E27FC236}">
                <a16:creationId xmlns:a16="http://schemas.microsoft.com/office/drawing/2014/main" id="{AB8E7712-86E5-9FCB-5B25-6D36A2295DA5}"/>
              </a:ext>
            </a:extLst>
          </p:cNvPr>
          <p:cNvSpPr txBox="1"/>
          <p:nvPr/>
        </p:nvSpPr>
        <p:spPr>
          <a:xfrm>
            <a:off x="838200" y="6396335"/>
            <a:ext cx="10515600" cy="461665"/>
          </a:xfrm>
          <a:prstGeom prst="rect">
            <a:avLst/>
          </a:prstGeom>
          <a:noFill/>
        </p:spPr>
        <p:txBody>
          <a:bodyPr wrap="square">
            <a:spAutoFit/>
          </a:bodyPr>
          <a:lstStyle/>
          <a:p>
            <a:pPr algn="ctr">
              <a:buNone/>
            </a:pPr>
            <a:r>
              <a:rPr lang="en-US" sz="2400" b="1" dirty="0">
                <a:solidFill>
                  <a:srgbClr val="00B0F0"/>
                </a:solidFill>
                <a:latin typeface="Aptos" panose="020B0004020202020204" pitchFamily="34" charset="0"/>
              </a:rPr>
              <a:t>Growth Without Structure Destroys Trust.</a:t>
            </a:r>
            <a:endParaRPr lang="en-US" sz="2400" dirty="0">
              <a:solidFill>
                <a:srgbClr val="00B0F0"/>
              </a:solidFill>
              <a:latin typeface="Aptos" panose="020B0004020202020204" pitchFamily="34" charset="0"/>
            </a:endParaRPr>
          </a:p>
        </p:txBody>
      </p:sp>
      <p:sp>
        <p:nvSpPr>
          <p:cNvPr id="35" name="Rectangle 34">
            <a:extLst>
              <a:ext uri="{FF2B5EF4-FFF2-40B4-BE49-F238E27FC236}">
                <a16:creationId xmlns:a16="http://schemas.microsoft.com/office/drawing/2014/main" id="{E6615D35-05EF-179E-8A64-56BDF42795AC}"/>
              </a:ext>
            </a:extLst>
          </p:cNvPr>
          <p:cNvSpPr/>
          <p:nvPr/>
        </p:nvSpPr>
        <p:spPr>
          <a:xfrm>
            <a:off x="1449658" y="1400164"/>
            <a:ext cx="3757962" cy="2203931"/>
          </a:xfrm>
          <a:prstGeom prst="rect">
            <a:avLst/>
          </a:prstGeom>
          <a:solidFill>
            <a:srgbClr val="DBEA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lumMod val="95000"/>
                    <a:lumOff val="5000"/>
                  </a:schemeClr>
                </a:solidFill>
                <a:latin typeface="Aptos" panose="020B0004020202020204" pitchFamily="34" charset="0"/>
              </a:rPr>
              <a:t>Consistent Behavior</a:t>
            </a:r>
          </a:p>
          <a:p>
            <a:pPr algn="ctr"/>
            <a:endParaRPr lang="en-US" b="1" dirty="0">
              <a:solidFill>
                <a:schemeClr val="tx1">
                  <a:lumMod val="95000"/>
                  <a:lumOff val="5000"/>
                </a:schemeClr>
              </a:solidFill>
              <a:latin typeface="Aptos" panose="020B0004020202020204" pitchFamily="34" charset="0"/>
            </a:endParaRPr>
          </a:p>
          <a:p>
            <a:pPr marL="285750" indent="-285750">
              <a:buFont typeface="Arial" panose="020B0604020202020204" pitchFamily="34" charset="0"/>
              <a:buChar char="•"/>
            </a:pPr>
            <a:r>
              <a:rPr lang="en-US" dirty="0">
                <a:solidFill>
                  <a:schemeClr val="tx1">
                    <a:lumMod val="95000"/>
                    <a:lumOff val="5000"/>
                  </a:schemeClr>
                </a:solidFill>
                <a:latin typeface="Aptos" panose="020B0004020202020204" pitchFamily="34" charset="0"/>
              </a:rPr>
              <a:t>Same questions produce similar answers</a:t>
            </a:r>
          </a:p>
          <a:p>
            <a:pPr marL="285750" indent="-285750">
              <a:buFont typeface="Arial" panose="020B0604020202020204" pitchFamily="34" charset="0"/>
              <a:buChar char="•"/>
            </a:pPr>
            <a:r>
              <a:rPr lang="en-US" dirty="0">
                <a:solidFill>
                  <a:schemeClr val="tx1">
                    <a:lumMod val="95000"/>
                    <a:lumOff val="5000"/>
                  </a:schemeClr>
                </a:solidFill>
                <a:latin typeface="Aptos" panose="020B0004020202020204" pitchFamily="34" charset="0"/>
              </a:rPr>
              <a:t>Tone and rules stay stable</a:t>
            </a:r>
          </a:p>
          <a:p>
            <a:pPr marL="285750" indent="-285750">
              <a:buFont typeface="Arial" panose="020B0604020202020204" pitchFamily="34" charset="0"/>
              <a:buChar char="•"/>
            </a:pPr>
            <a:r>
              <a:rPr lang="en-US" dirty="0">
                <a:solidFill>
                  <a:schemeClr val="tx1">
                    <a:lumMod val="95000"/>
                    <a:lumOff val="5000"/>
                  </a:schemeClr>
                </a:solidFill>
                <a:latin typeface="Aptos" panose="020B0004020202020204" pitchFamily="34" charset="0"/>
              </a:rPr>
              <a:t>Users know what to expect</a:t>
            </a:r>
          </a:p>
        </p:txBody>
      </p:sp>
      <p:sp>
        <p:nvSpPr>
          <p:cNvPr id="36" name="Rectangle 35">
            <a:extLst>
              <a:ext uri="{FF2B5EF4-FFF2-40B4-BE49-F238E27FC236}">
                <a16:creationId xmlns:a16="http://schemas.microsoft.com/office/drawing/2014/main" id="{019B28C5-07B1-F3A0-A67F-6519C037C037}"/>
              </a:ext>
            </a:extLst>
          </p:cNvPr>
          <p:cNvSpPr/>
          <p:nvPr/>
        </p:nvSpPr>
        <p:spPr>
          <a:xfrm>
            <a:off x="7075822" y="1400165"/>
            <a:ext cx="3757962" cy="2203930"/>
          </a:xfrm>
          <a:prstGeom prst="rect">
            <a:avLst/>
          </a:prstGeom>
          <a:solidFill>
            <a:srgbClr val="FEF3C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lumMod val="95000"/>
                    <a:lumOff val="5000"/>
                  </a:schemeClr>
                </a:solidFill>
                <a:latin typeface="Aptos" panose="020B0004020202020204" pitchFamily="34" charset="0"/>
              </a:rPr>
              <a:t>Predictable Quality</a:t>
            </a:r>
          </a:p>
          <a:p>
            <a:endParaRPr lang="en-US" b="1" dirty="0">
              <a:solidFill>
                <a:schemeClr val="tx1">
                  <a:lumMod val="95000"/>
                  <a:lumOff val="5000"/>
                </a:schemeClr>
              </a:solidFill>
              <a:latin typeface="Aptos" panose="020B0004020202020204" pitchFamily="34" charset="0"/>
            </a:endParaRPr>
          </a:p>
          <a:p>
            <a:pPr marL="285750" indent="-285750">
              <a:buFont typeface="Arial" panose="020B0604020202020204" pitchFamily="34" charset="0"/>
              <a:buChar char="•"/>
            </a:pPr>
            <a:r>
              <a:rPr lang="en-US" dirty="0">
                <a:solidFill>
                  <a:schemeClr val="tx1">
                    <a:lumMod val="95000"/>
                    <a:lumOff val="5000"/>
                  </a:schemeClr>
                </a:solidFill>
                <a:latin typeface="Aptos" panose="020B0004020202020204" pitchFamily="34" charset="0"/>
              </a:rPr>
              <a:t>Fewer surprises in outputs</a:t>
            </a:r>
          </a:p>
          <a:p>
            <a:pPr marL="285750" indent="-285750">
              <a:buFont typeface="Arial" panose="020B0604020202020204" pitchFamily="34" charset="0"/>
              <a:buChar char="•"/>
            </a:pPr>
            <a:r>
              <a:rPr lang="en-US" dirty="0">
                <a:solidFill>
                  <a:schemeClr val="tx1">
                    <a:lumMod val="95000"/>
                    <a:lumOff val="5000"/>
                  </a:schemeClr>
                </a:solidFill>
                <a:latin typeface="Aptos" panose="020B0004020202020204" pitchFamily="34" charset="0"/>
              </a:rPr>
              <a:t>Reduced rework and corrections</a:t>
            </a:r>
          </a:p>
          <a:p>
            <a:pPr marL="285750" indent="-285750">
              <a:buFont typeface="Arial" panose="020B0604020202020204" pitchFamily="34" charset="0"/>
              <a:buChar char="•"/>
            </a:pPr>
            <a:r>
              <a:rPr lang="en-US" dirty="0">
                <a:solidFill>
                  <a:schemeClr val="tx1">
                    <a:lumMod val="95000"/>
                    <a:lumOff val="5000"/>
                  </a:schemeClr>
                </a:solidFill>
                <a:latin typeface="Aptos" panose="020B0004020202020204" pitchFamily="34" charset="0"/>
              </a:rPr>
              <a:t>Easier to maintain standards</a:t>
            </a:r>
          </a:p>
        </p:txBody>
      </p:sp>
      <p:sp>
        <p:nvSpPr>
          <p:cNvPr id="37" name="Rectangle 36">
            <a:extLst>
              <a:ext uri="{FF2B5EF4-FFF2-40B4-BE49-F238E27FC236}">
                <a16:creationId xmlns:a16="http://schemas.microsoft.com/office/drawing/2014/main" id="{9AFBFDA0-7861-C7F1-B4B7-E5A8C362DE46}"/>
              </a:ext>
            </a:extLst>
          </p:cNvPr>
          <p:cNvSpPr/>
          <p:nvPr/>
        </p:nvSpPr>
        <p:spPr>
          <a:xfrm>
            <a:off x="1449658" y="3738806"/>
            <a:ext cx="3757962" cy="2415805"/>
          </a:xfrm>
          <a:prstGeom prst="rect">
            <a:avLst/>
          </a:prstGeom>
          <a:solidFill>
            <a:srgbClr val="EDE9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lumMod val="95000"/>
                    <a:lumOff val="5000"/>
                  </a:schemeClr>
                </a:solidFill>
                <a:latin typeface="Aptos" panose="020B0004020202020204" pitchFamily="34" charset="0"/>
              </a:rPr>
              <a:t>Controlled Growth</a:t>
            </a:r>
            <a:endParaRPr lang="en-US" b="1" dirty="0">
              <a:solidFill>
                <a:schemeClr val="tx1">
                  <a:lumMod val="95000"/>
                  <a:lumOff val="5000"/>
                </a:schemeClr>
              </a:solidFill>
              <a:latin typeface="Aptos" panose="020B0004020202020204" pitchFamily="34" charset="0"/>
            </a:endParaRPr>
          </a:p>
          <a:p>
            <a:endParaRPr lang="en-US" dirty="0">
              <a:solidFill>
                <a:schemeClr val="tx1">
                  <a:lumMod val="95000"/>
                  <a:lumOff val="5000"/>
                </a:schemeClr>
              </a:solidFill>
              <a:latin typeface="Aptos" panose="020B0004020202020204" pitchFamily="34" charset="0"/>
            </a:endParaRPr>
          </a:p>
          <a:p>
            <a:pPr marL="285750" indent="-285750">
              <a:buFont typeface="Arial" panose="020B0604020202020204" pitchFamily="34" charset="0"/>
              <a:buChar char="•"/>
            </a:pPr>
            <a:r>
              <a:rPr lang="en-US" dirty="0">
                <a:solidFill>
                  <a:schemeClr val="tx1">
                    <a:lumMod val="95000"/>
                    <a:lumOff val="5000"/>
                  </a:schemeClr>
                </a:solidFill>
                <a:latin typeface="Aptos" panose="020B0004020202020204" pitchFamily="34" charset="0"/>
              </a:rPr>
              <a:t>New users follow existing patterns</a:t>
            </a:r>
          </a:p>
          <a:p>
            <a:pPr marL="285750" indent="-285750">
              <a:buFont typeface="Arial" panose="020B0604020202020204" pitchFamily="34" charset="0"/>
              <a:buChar char="•"/>
            </a:pPr>
            <a:r>
              <a:rPr lang="en-US" dirty="0">
                <a:solidFill>
                  <a:schemeClr val="tx1">
                    <a:lumMod val="95000"/>
                    <a:lumOff val="5000"/>
                  </a:schemeClr>
                </a:solidFill>
                <a:latin typeface="Aptos" panose="020B0004020202020204" pitchFamily="34" charset="0"/>
              </a:rPr>
              <a:t>Expansion doesn’t degrade performance</a:t>
            </a:r>
          </a:p>
          <a:p>
            <a:pPr marL="285750" indent="-285750">
              <a:buFont typeface="Arial" panose="020B0604020202020204" pitchFamily="34" charset="0"/>
              <a:buChar char="•"/>
            </a:pPr>
            <a:r>
              <a:rPr lang="en-US" dirty="0">
                <a:solidFill>
                  <a:schemeClr val="tx1">
                    <a:lumMod val="95000"/>
                    <a:lumOff val="5000"/>
                  </a:schemeClr>
                </a:solidFill>
                <a:latin typeface="Aptos" panose="020B0004020202020204" pitchFamily="34" charset="0"/>
              </a:rPr>
              <a:t>Systems grow without chaos</a:t>
            </a:r>
          </a:p>
          <a:p>
            <a:pPr algn="ctr">
              <a:lnSpc>
                <a:spcPct val="150000"/>
              </a:lnSpc>
            </a:pPr>
            <a:endParaRPr lang="en-US" dirty="0">
              <a:solidFill>
                <a:schemeClr val="tx1">
                  <a:lumMod val="95000"/>
                  <a:lumOff val="5000"/>
                </a:schemeClr>
              </a:solidFill>
              <a:latin typeface="Aptos" panose="020B0004020202020204" pitchFamily="34" charset="0"/>
            </a:endParaRPr>
          </a:p>
        </p:txBody>
      </p:sp>
      <p:sp>
        <p:nvSpPr>
          <p:cNvPr id="38" name="Rectangle 37">
            <a:extLst>
              <a:ext uri="{FF2B5EF4-FFF2-40B4-BE49-F238E27FC236}">
                <a16:creationId xmlns:a16="http://schemas.microsoft.com/office/drawing/2014/main" id="{589F7944-B0B7-408E-33FB-A032786D5C9B}"/>
              </a:ext>
            </a:extLst>
          </p:cNvPr>
          <p:cNvSpPr/>
          <p:nvPr/>
        </p:nvSpPr>
        <p:spPr>
          <a:xfrm>
            <a:off x="7075822" y="3738807"/>
            <a:ext cx="3757962" cy="2415804"/>
          </a:xfrm>
          <a:prstGeom prst="rect">
            <a:avLst/>
          </a:prstGeom>
          <a:solidFill>
            <a:srgbClr val="D1FA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lumMod val="95000"/>
                    <a:lumOff val="5000"/>
                  </a:schemeClr>
                </a:solidFill>
                <a:latin typeface="Aptos" panose="020B0004020202020204" pitchFamily="34" charset="0"/>
              </a:rPr>
              <a:t>Easier Ownership</a:t>
            </a:r>
          </a:p>
          <a:p>
            <a:endParaRPr lang="en-US" b="1" dirty="0">
              <a:solidFill>
                <a:schemeClr val="tx1">
                  <a:lumMod val="95000"/>
                  <a:lumOff val="5000"/>
                </a:schemeClr>
              </a:solidFill>
              <a:latin typeface="Aptos" panose="020B0004020202020204" pitchFamily="34" charset="0"/>
            </a:endParaRPr>
          </a:p>
          <a:p>
            <a:pPr marL="285750" indent="-285750">
              <a:buFont typeface="Arial" panose="020B0604020202020204" pitchFamily="34" charset="0"/>
              <a:buChar char="•"/>
            </a:pPr>
            <a:r>
              <a:rPr lang="en-US" dirty="0">
                <a:solidFill>
                  <a:schemeClr val="tx1">
                    <a:lumMod val="95000"/>
                    <a:lumOff val="5000"/>
                  </a:schemeClr>
                </a:solidFill>
                <a:latin typeface="Aptos" panose="020B0004020202020204" pitchFamily="34" charset="0"/>
              </a:rPr>
              <a:t>Problems are easier to trace</a:t>
            </a:r>
          </a:p>
          <a:p>
            <a:pPr marL="285750" indent="-285750">
              <a:buFont typeface="Arial" panose="020B0604020202020204" pitchFamily="34" charset="0"/>
              <a:buChar char="•"/>
            </a:pPr>
            <a:r>
              <a:rPr lang="en-US" dirty="0">
                <a:solidFill>
                  <a:schemeClr val="tx1">
                    <a:lumMod val="95000"/>
                    <a:lumOff val="5000"/>
                  </a:schemeClr>
                </a:solidFill>
                <a:latin typeface="Aptos" panose="020B0004020202020204" pitchFamily="34" charset="0"/>
              </a:rPr>
              <a:t>Improvements apply everywhere</a:t>
            </a:r>
          </a:p>
          <a:p>
            <a:pPr marL="285750" indent="-285750">
              <a:buFont typeface="Arial" panose="020B0604020202020204" pitchFamily="34" charset="0"/>
              <a:buChar char="•"/>
            </a:pPr>
            <a:r>
              <a:rPr lang="en-US" dirty="0">
                <a:solidFill>
                  <a:schemeClr val="tx1">
                    <a:lumMod val="95000"/>
                    <a:lumOff val="5000"/>
                  </a:schemeClr>
                </a:solidFill>
                <a:latin typeface="Aptos" panose="020B0004020202020204" pitchFamily="34" charset="0"/>
              </a:rPr>
              <a:t>Teams can manage, not chase issues</a:t>
            </a:r>
          </a:p>
        </p:txBody>
      </p:sp>
    </p:spTree>
    <p:extLst>
      <p:ext uri="{BB962C8B-B14F-4D97-AF65-F5344CB8AC3E}">
        <p14:creationId xmlns:p14="http://schemas.microsoft.com/office/powerpoint/2010/main" val="878467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584</TotalTime>
  <Words>8792</Words>
  <Application>Microsoft Office PowerPoint</Application>
  <PresentationFormat>Widescreen</PresentationFormat>
  <Paragraphs>1453</Paragraphs>
  <Slides>102</Slides>
  <Notes>32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102</vt:i4>
      </vt:variant>
    </vt:vector>
  </HeadingPairs>
  <TitlesOfParts>
    <vt:vector size="108" baseType="lpstr">
      <vt:lpstr>Aptos</vt:lpstr>
      <vt:lpstr>Aptos Display</vt:lpstr>
      <vt:lpstr>Arial</vt:lpstr>
      <vt:lpstr>Menlo</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Microsoft 365</dc:creator>
  <cp:lastModifiedBy>Microsoft 365</cp:lastModifiedBy>
  <cp:revision>10</cp:revision>
  <dcterms:created xsi:type="dcterms:W3CDTF">2026-01-29T12:21:19Z</dcterms:created>
  <dcterms:modified xsi:type="dcterms:W3CDTF">2026-01-31T09:14:11Z</dcterms:modified>
</cp:coreProperties>
</file>